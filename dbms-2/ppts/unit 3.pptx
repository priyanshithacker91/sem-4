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77"/>
  </p:notesMasterIdLst>
  <p:sldIdLst>
    <p:sldId id="283" r:id="rId2"/>
    <p:sldId id="292" r:id="rId3"/>
    <p:sldId id="821" r:id="rId4"/>
    <p:sldId id="822" r:id="rId5"/>
    <p:sldId id="824" r:id="rId6"/>
    <p:sldId id="827" r:id="rId7"/>
    <p:sldId id="879" r:id="rId8"/>
    <p:sldId id="873" r:id="rId9"/>
    <p:sldId id="700" r:id="rId10"/>
    <p:sldId id="801" r:id="rId11"/>
    <p:sldId id="803" r:id="rId12"/>
    <p:sldId id="804" r:id="rId13"/>
    <p:sldId id="806" r:id="rId14"/>
    <p:sldId id="807" r:id="rId15"/>
    <p:sldId id="805" r:id="rId16"/>
    <p:sldId id="819" r:id="rId17"/>
    <p:sldId id="883" r:id="rId18"/>
    <p:sldId id="828" r:id="rId19"/>
    <p:sldId id="808" r:id="rId20"/>
    <p:sldId id="874" r:id="rId21"/>
    <p:sldId id="875" r:id="rId22"/>
    <p:sldId id="878" r:id="rId23"/>
    <p:sldId id="809" r:id="rId24"/>
    <p:sldId id="817" r:id="rId25"/>
    <p:sldId id="811" r:id="rId26"/>
    <p:sldId id="832" r:id="rId27"/>
    <p:sldId id="880" r:id="rId28"/>
    <p:sldId id="881" r:id="rId29"/>
    <p:sldId id="834" r:id="rId30"/>
    <p:sldId id="882" r:id="rId31"/>
    <p:sldId id="835" r:id="rId32"/>
    <p:sldId id="839" r:id="rId33"/>
    <p:sldId id="840" r:id="rId34"/>
    <p:sldId id="841" r:id="rId35"/>
    <p:sldId id="836" r:id="rId36"/>
    <p:sldId id="837" r:id="rId37"/>
    <p:sldId id="838" r:id="rId38"/>
    <p:sldId id="842" r:id="rId39"/>
    <p:sldId id="843" r:id="rId40"/>
    <p:sldId id="849" r:id="rId41"/>
    <p:sldId id="850" r:id="rId42"/>
    <p:sldId id="864" r:id="rId43"/>
    <p:sldId id="865" r:id="rId44"/>
    <p:sldId id="866" r:id="rId45"/>
    <p:sldId id="869" r:id="rId46"/>
    <p:sldId id="871" r:id="rId47"/>
    <p:sldId id="872" r:id="rId48"/>
    <p:sldId id="867" r:id="rId49"/>
    <p:sldId id="870" r:id="rId50"/>
    <p:sldId id="851" r:id="rId51"/>
    <p:sldId id="781" r:id="rId52"/>
    <p:sldId id="789" r:id="rId53"/>
    <p:sldId id="787" r:id="rId54"/>
    <p:sldId id="790" r:id="rId55"/>
    <p:sldId id="844" r:id="rId56"/>
    <p:sldId id="845" r:id="rId57"/>
    <p:sldId id="846" r:id="rId58"/>
    <p:sldId id="791" r:id="rId59"/>
    <p:sldId id="788" r:id="rId60"/>
    <p:sldId id="792" r:id="rId61"/>
    <p:sldId id="793" r:id="rId62"/>
    <p:sldId id="794" r:id="rId63"/>
    <p:sldId id="795" r:id="rId64"/>
    <p:sldId id="852" r:id="rId65"/>
    <p:sldId id="853" r:id="rId66"/>
    <p:sldId id="858" r:id="rId67"/>
    <p:sldId id="859" r:id="rId68"/>
    <p:sldId id="854" r:id="rId69"/>
    <p:sldId id="855" r:id="rId70"/>
    <p:sldId id="861" r:id="rId71"/>
    <p:sldId id="857" r:id="rId72"/>
    <p:sldId id="863" r:id="rId73"/>
    <p:sldId id="862" r:id="rId74"/>
    <p:sldId id="860" r:id="rId75"/>
    <p:sldId id="733" r:id="rId76"/>
  </p:sldIdLst>
  <p:sldSz cx="12192000" cy="6858000"/>
  <p:notesSz cx="6858000" cy="9144000"/>
  <p:embeddedFontLst>
    <p:embeddedFont>
      <p:font typeface="Calibri" panose="020F0502020204030204" pitchFamily="34" charset="0"/>
      <p:regular r:id="rId78"/>
      <p:bold r:id="rId79"/>
      <p:italic r:id="rId80"/>
      <p:boldItalic r:id="rId81"/>
    </p:embeddedFont>
    <p:embeddedFont>
      <p:font typeface="Roboto Condensed Light" panose="02000000000000000000" pitchFamily="2" charset="0"/>
      <p:regular r:id="rId82"/>
      <p:italic r:id="rId83"/>
    </p:embeddedFont>
    <p:embeddedFont>
      <p:font typeface="Consolas" panose="020B0609020204030204" pitchFamily="49" charset="0"/>
      <p:regular r:id="rId84"/>
      <p:bold r:id="rId85"/>
      <p:italic r:id="rId86"/>
      <p:boldItalic r:id="rId87"/>
    </p:embeddedFont>
    <p:embeddedFont>
      <p:font typeface="Roboto Condensed" panose="02000000000000000000" pitchFamily="2" charset="0"/>
      <p:regular r:id="rId88"/>
      <p:bold r:id="rId89"/>
      <p:italic r:id="rId90"/>
      <p:boldItalic r:id="rId91"/>
    </p:embeddedFont>
    <p:embeddedFont>
      <p:font typeface="Wingdings 3" panose="05040102010807070707" pitchFamily="18" charset="2"/>
      <p:regular r:id="rId92"/>
    </p:embeddedFont>
    <p:embeddedFont>
      <p:font typeface="Segoe UI Black" panose="020B0A02040204020203" pitchFamily="34" charset="0"/>
      <p:bold r:id="rId93"/>
      <p:boldItalic r:id="rId94"/>
    </p:embeddedFont>
    <p:embeddedFont>
      <p:font typeface="Wingdings 2" panose="05020102010507070707" pitchFamily="18" charset="2"/>
      <p:regular r:id="rId9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BNTx0PqvxyBCexEDUThVA==" hashData="gMyTNL5KJkeivkIw32O44Bo/gMGAnXbFGkgJOejhvMmyDXCibWj/082A6xxtgi1zdSDadMHBopTEoTtSpGdh6g=="/>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0233"/>
    <a:srgbClr val="301B92"/>
    <a:srgbClr val="673BB7"/>
    <a:srgbClr val="607D8B"/>
    <a:srgbClr val="ED524F"/>
    <a:srgbClr val="B71B1C"/>
    <a:srgbClr val="F54337"/>
    <a:srgbClr val="D81A60"/>
    <a:srgbClr val="890E4F"/>
    <a:srgbClr val="EA1E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398" y="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7.fntdata"/><Relationship Id="rId89" Type="http://schemas.openxmlformats.org/officeDocument/2006/relationships/font" Target="fonts/font12.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font" Target="fonts/font2.fntdata"/><Relationship Id="rId5" Type="http://schemas.openxmlformats.org/officeDocument/2006/relationships/slide" Target="slides/slide4.xml"/><Relationship Id="rId90" Type="http://schemas.openxmlformats.org/officeDocument/2006/relationships/font" Target="fonts/font13.fntdata"/><Relationship Id="rId95" Type="http://schemas.openxmlformats.org/officeDocument/2006/relationships/font" Target="fonts/font18.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font" Target="fonts/font3.fntdata"/><Relationship Id="rId85" Type="http://schemas.openxmlformats.org/officeDocument/2006/relationships/font" Target="fonts/font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6.fntdata"/><Relationship Id="rId88" Type="http://schemas.openxmlformats.org/officeDocument/2006/relationships/font" Target="fonts/font11.fntdata"/><Relationship Id="rId91" Type="http://schemas.openxmlformats.org/officeDocument/2006/relationships/font" Target="fonts/font14.fntdata"/><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1.fntdata"/><Relationship Id="rId81" Type="http://schemas.openxmlformats.org/officeDocument/2006/relationships/font" Target="fonts/font4.fntdata"/><Relationship Id="rId86" Type="http://schemas.openxmlformats.org/officeDocument/2006/relationships/font" Target="fonts/font9.fntdata"/><Relationship Id="rId94" Type="http://schemas.openxmlformats.org/officeDocument/2006/relationships/font" Target="fonts/font17.fntdata"/><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15.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0.fntdata"/><Relationship Id="rId61" Type="http://schemas.openxmlformats.org/officeDocument/2006/relationships/slide" Target="slides/slide60.xml"/><Relationship Id="rId82" Type="http://schemas.openxmlformats.org/officeDocument/2006/relationships/font" Target="fonts/font5.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notesMaster" Target="notesMasters/notesMaster1.xml"/><Relationship Id="rId100"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16.fntdata"/><Relationship Id="rId9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imish Vadodariya" userId="d2e325c0593a319e" providerId="LiveId" clId="{C5D15607-3D89-4432-AEBA-7EDDE20FB0FE}"/>
    <pc:docChg chg="undo redo custSel addSld delSld modSld sldOrd modMainMaster">
      <pc:chgData name="Naimish Vadodariya" userId="d2e325c0593a319e" providerId="LiveId" clId="{C5D15607-3D89-4432-AEBA-7EDDE20FB0FE}" dt="2022-08-05T03:17:05.330" v="5951" actId="20577"/>
      <pc:docMkLst>
        <pc:docMk/>
      </pc:docMkLst>
      <pc:sldChg chg="addSp delSp modSp mod modAnim modShow">
        <pc:chgData name="Naimish Vadodariya" userId="d2e325c0593a319e" providerId="LiveId" clId="{C5D15607-3D89-4432-AEBA-7EDDE20FB0FE}" dt="2022-07-19T03:01:25.154" v="3105"/>
        <pc:sldMkLst>
          <pc:docMk/>
          <pc:sldMk cId="1915482141" sldId="289"/>
        </pc:sldMkLst>
        <pc:spChg chg="mod">
          <ac:chgData name="Naimish Vadodariya" userId="d2e325c0593a319e" providerId="LiveId" clId="{C5D15607-3D89-4432-AEBA-7EDDE20FB0FE}" dt="2022-07-19T03:01:12.178" v="3103" actId="207"/>
          <ac:spMkLst>
            <pc:docMk/>
            <pc:sldMk cId="1915482141" sldId="289"/>
            <ac:spMk id="4" creationId="{E9A4A388-3701-E936-5D61-943EDF699402}"/>
          </ac:spMkLst>
        </pc:spChg>
        <pc:spChg chg="add del">
          <ac:chgData name="Naimish Vadodariya" userId="d2e325c0593a319e" providerId="LiveId" clId="{C5D15607-3D89-4432-AEBA-7EDDE20FB0FE}" dt="2022-07-19T02:29:25.643" v="2857" actId="22"/>
          <ac:spMkLst>
            <pc:docMk/>
            <pc:sldMk cId="1915482141" sldId="289"/>
            <ac:spMk id="6" creationId="{DF883062-68C9-D58C-3D22-6EAD5B863027}"/>
          </ac:spMkLst>
        </pc:spChg>
      </pc:sldChg>
      <pc:sldChg chg="mod ord modShow">
        <pc:chgData name="Naimish Vadodariya" userId="d2e325c0593a319e" providerId="LiveId" clId="{C5D15607-3D89-4432-AEBA-7EDDE20FB0FE}" dt="2022-07-19T02:17:58.637" v="2794"/>
        <pc:sldMkLst>
          <pc:docMk/>
          <pc:sldMk cId="2554711902" sldId="291"/>
        </pc:sldMkLst>
      </pc:sldChg>
      <pc:sldChg chg="modSp modAnim">
        <pc:chgData name="Naimish Vadodariya" userId="d2e325c0593a319e" providerId="LiveId" clId="{C5D15607-3D89-4432-AEBA-7EDDE20FB0FE}" dt="2022-07-18T14:37:31.026" v="2684"/>
        <pc:sldMkLst>
          <pc:docMk/>
          <pc:sldMk cId="4216305698" sldId="292"/>
        </pc:sldMkLst>
        <pc:spChg chg="mod">
          <ac:chgData name="Naimish Vadodariya" userId="d2e325c0593a319e" providerId="LiveId" clId="{C5D15607-3D89-4432-AEBA-7EDDE20FB0FE}" dt="2022-07-18T14:36:52.481" v="2682" actId="948"/>
          <ac:spMkLst>
            <pc:docMk/>
            <pc:sldMk cId="4216305698" sldId="292"/>
            <ac:spMk id="9" creationId="{BDA2F9A4-6988-4274-8384-12496EC9D59D}"/>
          </ac:spMkLst>
        </pc:spChg>
      </pc:sldChg>
      <pc:sldChg chg="del mod modShow">
        <pc:chgData name="Naimish Vadodariya" userId="d2e325c0593a319e" providerId="LiveId" clId="{C5D15607-3D89-4432-AEBA-7EDDE20FB0FE}" dt="2022-07-20T06:30:14.738" v="3663" actId="2696"/>
        <pc:sldMkLst>
          <pc:docMk/>
          <pc:sldMk cId="3860720266" sldId="303"/>
        </pc:sldMkLst>
      </pc:sldChg>
      <pc:sldChg chg="del mod modShow">
        <pc:chgData name="Naimish Vadodariya" userId="d2e325c0593a319e" providerId="LiveId" clId="{C5D15607-3D89-4432-AEBA-7EDDE20FB0FE}" dt="2022-07-20T06:30:14.738" v="3663" actId="2696"/>
        <pc:sldMkLst>
          <pc:docMk/>
          <pc:sldMk cId="3565845506" sldId="304"/>
        </pc:sldMkLst>
      </pc:sldChg>
      <pc:sldChg chg="del mod modShow">
        <pc:chgData name="Naimish Vadodariya" userId="d2e325c0593a319e" providerId="LiveId" clId="{C5D15607-3D89-4432-AEBA-7EDDE20FB0FE}" dt="2022-07-20T06:30:14.738" v="3663" actId="2696"/>
        <pc:sldMkLst>
          <pc:docMk/>
          <pc:sldMk cId="196689023" sldId="316"/>
        </pc:sldMkLst>
      </pc:sldChg>
      <pc:sldChg chg="del mod modShow">
        <pc:chgData name="Naimish Vadodariya" userId="d2e325c0593a319e" providerId="LiveId" clId="{C5D15607-3D89-4432-AEBA-7EDDE20FB0FE}" dt="2022-07-20T06:30:14.738" v="3663" actId="2696"/>
        <pc:sldMkLst>
          <pc:docMk/>
          <pc:sldMk cId="3210675511" sldId="317"/>
        </pc:sldMkLst>
      </pc:sldChg>
      <pc:sldChg chg="del mod modShow">
        <pc:chgData name="Naimish Vadodariya" userId="d2e325c0593a319e" providerId="LiveId" clId="{C5D15607-3D89-4432-AEBA-7EDDE20FB0FE}" dt="2022-07-20T06:30:14.738" v="3663" actId="2696"/>
        <pc:sldMkLst>
          <pc:docMk/>
          <pc:sldMk cId="1572927649" sldId="318"/>
        </pc:sldMkLst>
      </pc:sldChg>
      <pc:sldChg chg="del mod modShow">
        <pc:chgData name="Naimish Vadodariya" userId="d2e325c0593a319e" providerId="LiveId" clId="{C5D15607-3D89-4432-AEBA-7EDDE20FB0FE}" dt="2022-07-20T06:30:14.738" v="3663" actId="2696"/>
        <pc:sldMkLst>
          <pc:docMk/>
          <pc:sldMk cId="2261901468" sldId="319"/>
        </pc:sldMkLst>
      </pc:sldChg>
      <pc:sldChg chg="del mod modShow">
        <pc:chgData name="Naimish Vadodariya" userId="d2e325c0593a319e" providerId="LiveId" clId="{C5D15607-3D89-4432-AEBA-7EDDE20FB0FE}" dt="2022-07-20T06:30:14.738" v="3663" actId="2696"/>
        <pc:sldMkLst>
          <pc:docMk/>
          <pc:sldMk cId="3619968667" sldId="320"/>
        </pc:sldMkLst>
      </pc:sldChg>
      <pc:sldChg chg="del mod modShow">
        <pc:chgData name="Naimish Vadodariya" userId="d2e325c0593a319e" providerId="LiveId" clId="{C5D15607-3D89-4432-AEBA-7EDDE20FB0FE}" dt="2022-07-20T06:30:14.738" v="3663" actId="2696"/>
        <pc:sldMkLst>
          <pc:docMk/>
          <pc:sldMk cId="1602832238" sldId="321"/>
        </pc:sldMkLst>
      </pc:sldChg>
      <pc:sldChg chg="del mod modShow">
        <pc:chgData name="Naimish Vadodariya" userId="d2e325c0593a319e" providerId="LiveId" clId="{C5D15607-3D89-4432-AEBA-7EDDE20FB0FE}" dt="2022-07-20T06:30:14.738" v="3663" actId="2696"/>
        <pc:sldMkLst>
          <pc:docMk/>
          <pc:sldMk cId="2220660272" sldId="322"/>
        </pc:sldMkLst>
      </pc:sldChg>
      <pc:sldChg chg="del mod modShow">
        <pc:chgData name="Naimish Vadodariya" userId="d2e325c0593a319e" providerId="LiveId" clId="{C5D15607-3D89-4432-AEBA-7EDDE20FB0FE}" dt="2022-07-20T06:30:14.738" v="3663" actId="2696"/>
        <pc:sldMkLst>
          <pc:docMk/>
          <pc:sldMk cId="3468316610" sldId="323"/>
        </pc:sldMkLst>
      </pc:sldChg>
      <pc:sldChg chg="modAnim">
        <pc:chgData name="Naimish Vadodariya" userId="d2e325c0593a319e" providerId="LiveId" clId="{C5D15607-3D89-4432-AEBA-7EDDE20FB0FE}" dt="2022-07-14T18:18:52.663" v="889"/>
        <pc:sldMkLst>
          <pc:docMk/>
          <pc:sldMk cId="1234560127" sldId="325"/>
        </pc:sldMkLst>
      </pc:sldChg>
      <pc:sldChg chg="modSp mod modShow">
        <pc:chgData name="Naimish Vadodariya" userId="d2e325c0593a319e" providerId="LiveId" clId="{C5D15607-3D89-4432-AEBA-7EDDE20FB0FE}" dt="2022-07-19T02:44:26.171" v="3047" actId="20577"/>
        <pc:sldMkLst>
          <pc:docMk/>
          <pc:sldMk cId="200374224" sldId="327"/>
        </pc:sldMkLst>
        <pc:spChg chg="mod">
          <ac:chgData name="Naimish Vadodariya" userId="d2e325c0593a319e" providerId="LiveId" clId="{C5D15607-3D89-4432-AEBA-7EDDE20FB0FE}" dt="2022-07-19T02:44:26.171" v="3047" actId="20577"/>
          <ac:spMkLst>
            <pc:docMk/>
            <pc:sldMk cId="200374224" sldId="327"/>
            <ac:spMk id="3" creationId="{6C915463-E8EE-4502-8261-E337007EFAAF}"/>
          </ac:spMkLst>
        </pc:spChg>
      </pc:sldChg>
      <pc:sldChg chg="addSp modSp mod modAnim modShow">
        <pc:chgData name="Naimish Vadodariya" userId="d2e325c0593a319e" providerId="LiveId" clId="{C5D15607-3D89-4432-AEBA-7EDDE20FB0FE}" dt="2022-08-02T13:53:36.806" v="5916" actId="255"/>
        <pc:sldMkLst>
          <pc:docMk/>
          <pc:sldMk cId="700880048" sldId="328"/>
        </pc:sldMkLst>
        <pc:spChg chg="mod">
          <ac:chgData name="Naimish Vadodariya" userId="d2e325c0593a319e" providerId="LiveId" clId="{C5D15607-3D89-4432-AEBA-7EDDE20FB0FE}" dt="2022-07-21T05:54:54.219" v="4690" actId="20577"/>
          <ac:spMkLst>
            <pc:docMk/>
            <pc:sldMk cId="700880048" sldId="328"/>
            <ac:spMk id="3" creationId="{139A428D-8F15-4206-B337-FA27C005FA71}"/>
          </ac:spMkLst>
        </pc:spChg>
        <pc:spChg chg="add mod">
          <ac:chgData name="Naimish Vadodariya" userId="d2e325c0593a319e" providerId="LiveId" clId="{C5D15607-3D89-4432-AEBA-7EDDE20FB0FE}" dt="2022-08-02T13:05:10.165" v="5340" actId="14100"/>
          <ac:spMkLst>
            <pc:docMk/>
            <pc:sldMk cId="700880048" sldId="328"/>
            <ac:spMk id="4" creationId="{CCC04B9A-372A-EC90-3C6F-D0D5053FC9E8}"/>
          </ac:spMkLst>
        </pc:spChg>
        <pc:spChg chg="add mod">
          <ac:chgData name="Naimish Vadodariya" userId="d2e325c0593a319e" providerId="LiveId" clId="{C5D15607-3D89-4432-AEBA-7EDDE20FB0FE}" dt="2022-07-21T05:53:17.893" v="4652" actId="20577"/>
          <ac:spMkLst>
            <pc:docMk/>
            <pc:sldMk cId="700880048" sldId="328"/>
            <ac:spMk id="5" creationId="{CE0FA9D8-CF4E-09C5-DF26-91A1787E70BF}"/>
          </ac:spMkLst>
        </pc:spChg>
        <pc:spChg chg="add mod">
          <ac:chgData name="Naimish Vadodariya" userId="d2e325c0593a319e" providerId="LiveId" clId="{C5D15607-3D89-4432-AEBA-7EDDE20FB0FE}" dt="2022-08-02T13:10:02.043" v="5414" actId="14100"/>
          <ac:spMkLst>
            <pc:docMk/>
            <pc:sldMk cId="700880048" sldId="328"/>
            <ac:spMk id="6" creationId="{353A77F3-764F-7414-ADFD-5B1C93E8B16C}"/>
          </ac:spMkLst>
        </pc:spChg>
        <pc:spChg chg="add mod">
          <ac:chgData name="Naimish Vadodariya" userId="d2e325c0593a319e" providerId="LiveId" clId="{C5D15607-3D89-4432-AEBA-7EDDE20FB0FE}" dt="2022-08-02T13:10:14.401" v="5415" actId="1076"/>
          <ac:spMkLst>
            <pc:docMk/>
            <pc:sldMk cId="700880048" sldId="328"/>
            <ac:spMk id="7" creationId="{2890E29D-2083-62D6-3DB7-6088BB5FA4B3}"/>
          </ac:spMkLst>
        </pc:spChg>
        <pc:spChg chg="add mod">
          <ac:chgData name="Naimish Vadodariya" userId="d2e325c0593a319e" providerId="LiveId" clId="{C5D15607-3D89-4432-AEBA-7EDDE20FB0FE}" dt="2022-08-02T13:53:36.806" v="5916" actId="255"/>
          <ac:spMkLst>
            <pc:docMk/>
            <pc:sldMk cId="700880048" sldId="328"/>
            <ac:spMk id="8" creationId="{4FC96081-BE46-4D73-6C6E-20B12FCB9D84}"/>
          </ac:spMkLst>
        </pc:spChg>
        <pc:spChg chg="add mod">
          <ac:chgData name="Naimish Vadodariya" userId="d2e325c0593a319e" providerId="LiveId" clId="{C5D15607-3D89-4432-AEBA-7EDDE20FB0FE}" dt="2022-08-02T13:10:14.401" v="5415" actId="1076"/>
          <ac:spMkLst>
            <pc:docMk/>
            <pc:sldMk cId="700880048" sldId="328"/>
            <ac:spMk id="9" creationId="{9EF3D285-9AF2-E4F2-E778-8A63B9856DB3}"/>
          </ac:spMkLst>
        </pc:spChg>
      </pc:sldChg>
      <pc:sldChg chg="modSp mod modAnim modShow">
        <pc:chgData name="Naimish Vadodariya" userId="d2e325c0593a319e" providerId="LiveId" clId="{C5D15607-3D89-4432-AEBA-7EDDE20FB0FE}" dt="2022-07-22T07:11:40.938" v="4737" actId="20577"/>
        <pc:sldMkLst>
          <pc:docMk/>
          <pc:sldMk cId="2908367801" sldId="329"/>
        </pc:sldMkLst>
        <pc:spChg chg="mod">
          <ac:chgData name="Naimish Vadodariya" userId="d2e325c0593a319e" providerId="LiveId" clId="{C5D15607-3D89-4432-AEBA-7EDDE20FB0FE}" dt="2022-07-21T05:56:50.954" v="4726" actId="20577"/>
          <ac:spMkLst>
            <pc:docMk/>
            <pc:sldMk cId="2908367801" sldId="329"/>
            <ac:spMk id="2" creationId="{E1F2D5F8-87CB-4B5B-8EC7-5F4CE6485746}"/>
          </ac:spMkLst>
        </pc:spChg>
        <pc:spChg chg="mod">
          <ac:chgData name="Naimish Vadodariya" userId="d2e325c0593a319e" providerId="LiveId" clId="{C5D15607-3D89-4432-AEBA-7EDDE20FB0FE}" dt="2022-07-22T07:11:40.938" v="4737" actId="20577"/>
          <ac:spMkLst>
            <pc:docMk/>
            <pc:sldMk cId="2908367801" sldId="329"/>
            <ac:spMk id="3" creationId="{139A428D-8F15-4206-B337-FA27C005FA71}"/>
          </ac:spMkLst>
        </pc:spChg>
      </pc:sldChg>
      <pc:sldChg chg="del mod modShow">
        <pc:chgData name="Naimish Vadodariya" userId="d2e325c0593a319e" providerId="LiveId" clId="{C5D15607-3D89-4432-AEBA-7EDDE20FB0FE}" dt="2022-07-19T02:49:45.959" v="3092" actId="47"/>
        <pc:sldMkLst>
          <pc:docMk/>
          <pc:sldMk cId="2459902967" sldId="330"/>
        </pc:sldMkLst>
      </pc:sldChg>
      <pc:sldChg chg="del mod modShow">
        <pc:chgData name="Naimish Vadodariya" userId="d2e325c0593a319e" providerId="LiveId" clId="{C5D15607-3D89-4432-AEBA-7EDDE20FB0FE}" dt="2022-07-19T02:49:45.959" v="3092" actId="47"/>
        <pc:sldMkLst>
          <pc:docMk/>
          <pc:sldMk cId="3640156525" sldId="331"/>
        </pc:sldMkLst>
      </pc:sldChg>
      <pc:sldChg chg="del mod modShow">
        <pc:chgData name="Naimish Vadodariya" userId="d2e325c0593a319e" providerId="LiveId" clId="{C5D15607-3D89-4432-AEBA-7EDDE20FB0FE}" dt="2022-07-19T02:49:45.959" v="3092" actId="47"/>
        <pc:sldMkLst>
          <pc:docMk/>
          <pc:sldMk cId="1849273504" sldId="332"/>
        </pc:sldMkLst>
      </pc:sldChg>
      <pc:sldChg chg="modSp mod">
        <pc:chgData name="Naimish Vadodariya" userId="d2e325c0593a319e" providerId="LiveId" clId="{C5D15607-3D89-4432-AEBA-7EDDE20FB0FE}" dt="2022-07-14T17:33:27.994" v="370" actId="14100"/>
        <pc:sldMkLst>
          <pc:docMk/>
          <pc:sldMk cId="3562170766" sldId="339"/>
        </pc:sldMkLst>
        <pc:picChg chg="mod">
          <ac:chgData name="Naimish Vadodariya" userId="d2e325c0593a319e" providerId="LiveId" clId="{C5D15607-3D89-4432-AEBA-7EDDE20FB0FE}" dt="2022-07-14T17:33:27.994" v="370" actId="14100"/>
          <ac:picMkLst>
            <pc:docMk/>
            <pc:sldMk cId="3562170766" sldId="339"/>
            <ac:picMk id="9" creationId="{00000000-0000-0000-0000-000000000000}"/>
          </ac:picMkLst>
        </pc:picChg>
      </pc:sldChg>
      <pc:sldChg chg="modSp mod">
        <pc:chgData name="Naimish Vadodariya" userId="d2e325c0593a319e" providerId="LiveId" clId="{C5D15607-3D89-4432-AEBA-7EDDE20FB0FE}" dt="2022-07-14T16:59:36.839" v="29" actId="20577"/>
        <pc:sldMkLst>
          <pc:docMk/>
          <pc:sldMk cId="181536675" sldId="345"/>
        </pc:sldMkLst>
        <pc:spChg chg="mod">
          <ac:chgData name="Naimish Vadodariya" userId="d2e325c0593a319e" providerId="LiveId" clId="{C5D15607-3D89-4432-AEBA-7EDDE20FB0FE}" dt="2022-07-14T16:59:36.839" v="29" actId="20577"/>
          <ac:spMkLst>
            <pc:docMk/>
            <pc:sldMk cId="181536675" sldId="345"/>
            <ac:spMk id="2" creationId="{095EF1AA-B384-4B3C-AA64-26D31B983DC1}"/>
          </ac:spMkLst>
        </pc:spChg>
      </pc:sldChg>
      <pc:sldChg chg="modSp mod">
        <pc:chgData name="Naimish Vadodariya" userId="d2e325c0593a319e" providerId="LiveId" clId="{C5D15607-3D89-4432-AEBA-7EDDE20FB0FE}" dt="2022-07-14T16:59:31.115" v="25" actId="20577"/>
        <pc:sldMkLst>
          <pc:docMk/>
          <pc:sldMk cId="3714275617" sldId="346"/>
        </pc:sldMkLst>
        <pc:spChg chg="mod">
          <ac:chgData name="Naimish Vadodariya" userId="d2e325c0593a319e" providerId="LiveId" clId="{C5D15607-3D89-4432-AEBA-7EDDE20FB0FE}" dt="2022-07-14T16:59:31.115" v="25" actId="20577"/>
          <ac:spMkLst>
            <pc:docMk/>
            <pc:sldMk cId="3714275617" sldId="346"/>
            <ac:spMk id="2" creationId="{095EF1AA-B384-4B3C-AA64-26D31B983DC1}"/>
          </ac:spMkLst>
        </pc:spChg>
      </pc:sldChg>
      <pc:sldChg chg="modSp mod">
        <pc:chgData name="Naimish Vadodariya" userId="d2e325c0593a319e" providerId="LiveId" clId="{C5D15607-3D89-4432-AEBA-7EDDE20FB0FE}" dt="2022-07-14T17:08:52.968" v="139" actId="20577"/>
        <pc:sldMkLst>
          <pc:docMk/>
          <pc:sldMk cId="3319134064" sldId="347"/>
        </pc:sldMkLst>
        <pc:spChg chg="mod">
          <ac:chgData name="Naimish Vadodariya" userId="d2e325c0593a319e" providerId="LiveId" clId="{C5D15607-3D89-4432-AEBA-7EDDE20FB0FE}" dt="2022-07-14T16:59:26.269" v="21" actId="20577"/>
          <ac:spMkLst>
            <pc:docMk/>
            <pc:sldMk cId="3319134064" sldId="347"/>
            <ac:spMk id="2" creationId="{095EF1AA-B384-4B3C-AA64-26D31B983DC1}"/>
          </ac:spMkLst>
        </pc:spChg>
        <pc:spChg chg="mod">
          <ac:chgData name="Naimish Vadodariya" userId="d2e325c0593a319e" providerId="LiveId" clId="{C5D15607-3D89-4432-AEBA-7EDDE20FB0FE}" dt="2022-07-14T17:08:52.968" v="139" actId="20577"/>
          <ac:spMkLst>
            <pc:docMk/>
            <pc:sldMk cId="3319134064" sldId="347"/>
            <ac:spMk id="13" creationId="{00000000-0000-0000-0000-000000000000}"/>
          </ac:spMkLst>
        </pc:spChg>
      </pc:sldChg>
      <pc:sldChg chg="addSp delSp modSp mod delAnim modAnim">
        <pc:chgData name="Naimish Vadodariya" userId="d2e325c0593a319e" providerId="LiveId" clId="{C5D15607-3D89-4432-AEBA-7EDDE20FB0FE}" dt="2022-07-14T17:27:02.431" v="339" actId="14100"/>
        <pc:sldMkLst>
          <pc:docMk/>
          <pc:sldMk cId="434497636" sldId="348"/>
        </pc:sldMkLst>
        <pc:spChg chg="mod">
          <ac:chgData name="Naimish Vadodariya" userId="d2e325c0593a319e" providerId="LiveId" clId="{C5D15607-3D89-4432-AEBA-7EDDE20FB0FE}" dt="2022-07-14T16:59:18.219" v="18" actId="20577"/>
          <ac:spMkLst>
            <pc:docMk/>
            <pc:sldMk cId="434497636" sldId="348"/>
            <ac:spMk id="2" creationId="{095EF1AA-B384-4B3C-AA64-26D31B983DC1}"/>
          </ac:spMkLst>
        </pc:spChg>
        <pc:spChg chg="del">
          <ac:chgData name="Naimish Vadodariya" userId="d2e325c0593a319e" providerId="LiveId" clId="{C5D15607-3D89-4432-AEBA-7EDDE20FB0FE}" dt="2022-07-14T17:24:28.658" v="312" actId="478"/>
          <ac:spMkLst>
            <pc:docMk/>
            <pc:sldMk cId="434497636" sldId="348"/>
            <ac:spMk id="5" creationId="{C4A6F3DF-2EB8-43CF-3795-79063F5A0067}"/>
          </ac:spMkLst>
        </pc:spChg>
        <pc:spChg chg="del">
          <ac:chgData name="Naimish Vadodariya" userId="d2e325c0593a319e" providerId="LiveId" clId="{C5D15607-3D89-4432-AEBA-7EDDE20FB0FE}" dt="2022-07-14T17:24:30.295" v="313" actId="478"/>
          <ac:spMkLst>
            <pc:docMk/>
            <pc:sldMk cId="434497636" sldId="348"/>
            <ac:spMk id="7" creationId="{72A86601-7B9C-F9F6-5604-2455DAE19E61}"/>
          </ac:spMkLst>
        </pc:spChg>
        <pc:spChg chg="mod">
          <ac:chgData name="Naimish Vadodariya" userId="d2e325c0593a319e" providerId="LiveId" clId="{C5D15607-3D89-4432-AEBA-7EDDE20FB0FE}" dt="2022-07-14T17:21:27.461" v="295" actId="20577"/>
          <ac:spMkLst>
            <pc:docMk/>
            <pc:sldMk cId="434497636" sldId="348"/>
            <ac:spMk id="13" creationId="{00000000-0000-0000-0000-000000000000}"/>
          </ac:spMkLst>
        </pc:spChg>
        <pc:spChg chg="del">
          <ac:chgData name="Naimish Vadodariya" userId="d2e325c0593a319e" providerId="LiveId" clId="{C5D15607-3D89-4432-AEBA-7EDDE20FB0FE}" dt="2022-07-14T17:23:09.658" v="307" actId="478"/>
          <ac:spMkLst>
            <pc:docMk/>
            <pc:sldMk cId="434497636" sldId="348"/>
            <ac:spMk id="14" creationId="{72A86601-7B9C-F9F6-5604-2455DAE19E61}"/>
          </ac:spMkLst>
        </pc:spChg>
        <pc:spChg chg="mod">
          <ac:chgData name="Naimish Vadodariya" userId="d2e325c0593a319e" providerId="LiveId" clId="{C5D15607-3D89-4432-AEBA-7EDDE20FB0FE}" dt="2022-07-14T17:25:00.578" v="332" actId="1036"/>
          <ac:spMkLst>
            <pc:docMk/>
            <pc:sldMk cId="434497636" sldId="348"/>
            <ac:spMk id="17" creationId="{C4A6F3DF-2EB8-43CF-3795-79063F5A0067}"/>
          </ac:spMkLst>
        </pc:spChg>
        <pc:spChg chg="mod">
          <ac:chgData name="Naimish Vadodariya" userId="d2e325c0593a319e" providerId="LiveId" clId="{C5D15607-3D89-4432-AEBA-7EDDE20FB0FE}" dt="2022-07-14T17:27:02.431" v="339" actId="14100"/>
          <ac:spMkLst>
            <pc:docMk/>
            <pc:sldMk cId="434497636" sldId="348"/>
            <ac:spMk id="18" creationId="{72A86601-7B9C-F9F6-5604-2455DAE19E61}"/>
          </ac:spMkLst>
        </pc:spChg>
        <pc:spChg chg="mod">
          <ac:chgData name="Naimish Vadodariya" userId="d2e325c0593a319e" providerId="LiveId" clId="{C5D15607-3D89-4432-AEBA-7EDDE20FB0FE}" dt="2022-07-14T17:25:00.578" v="332" actId="1036"/>
          <ac:spMkLst>
            <pc:docMk/>
            <pc:sldMk cId="434497636" sldId="348"/>
            <ac:spMk id="19" creationId="{72A86601-7B9C-F9F6-5604-2455DAE19E61}"/>
          </ac:spMkLst>
        </pc:spChg>
        <pc:spChg chg="del">
          <ac:chgData name="Naimish Vadodariya" userId="d2e325c0593a319e" providerId="LiveId" clId="{C5D15607-3D89-4432-AEBA-7EDDE20FB0FE}" dt="2022-07-14T17:22:58.825" v="303" actId="478"/>
          <ac:spMkLst>
            <pc:docMk/>
            <pc:sldMk cId="434497636" sldId="348"/>
            <ac:spMk id="21" creationId="{C4A6F3DF-2EB8-43CF-3795-79063F5A0067}"/>
          </ac:spMkLst>
        </pc:spChg>
        <pc:spChg chg="del">
          <ac:chgData name="Naimish Vadodariya" userId="d2e325c0593a319e" providerId="LiveId" clId="{C5D15607-3D89-4432-AEBA-7EDDE20FB0FE}" dt="2022-07-14T17:23:05.988" v="305" actId="478"/>
          <ac:spMkLst>
            <pc:docMk/>
            <pc:sldMk cId="434497636" sldId="348"/>
            <ac:spMk id="23" creationId="{72A86601-7B9C-F9F6-5604-2455DAE19E61}"/>
          </ac:spMkLst>
        </pc:spChg>
        <pc:spChg chg="del mod">
          <ac:chgData name="Naimish Vadodariya" userId="d2e325c0593a319e" providerId="LiveId" clId="{C5D15607-3D89-4432-AEBA-7EDDE20FB0FE}" dt="2022-07-14T17:22:56.841" v="302" actId="478"/>
          <ac:spMkLst>
            <pc:docMk/>
            <pc:sldMk cId="434497636" sldId="348"/>
            <ac:spMk id="27" creationId="{72A86601-7B9C-F9F6-5604-2455DAE19E61}"/>
          </ac:spMkLst>
        </pc:spChg>
        <pc:picChg chg="add mod">
          <ac:chgData name="Naimish Vadodariya" userId="d2e325c0593a319e" providerId="LiveId" clId="{C5D15607-3D89-4432-AEBA-7EDDE20FB0FE}" dt="2022-07-14T17:25:00.578" v="332" actId="1036"/>
          <ac:picMkLst>
            <pc:docMk/>
            <pc:sldMk cId="434497636" sldId="348"/>
            <ac:picMk id="4" creationId="{3F2BCC9E-F3C4-866E-9808-E3822D192EFE}"/>
          </ac:picMkLst>
        </pc:picChg>
        <pc:picChg chg="del">
          <ac:chgData name="Naimish Vadodariya" userId="d2e325c0593a319e" providerId="LiveId" clId="{C5D15607-3D89-4432-AEBA-7EDDE20FB0FE}" dt="2022-07-14T17:23:12.520" v="308" actId="478"/>
          <ac:picMkLst>
            <pc:docMk/>
            <pc:sldMk cId="434497636" sldId="348"/>
            <ac:picMk id="6" creationId="{44B127CF-A2B4-C301-5C23-6FA165059264}"/>
          </ac:picMkLst>
        </pc:picChg>
        <pc:picChg chg="del">
          <ac:chgData name="Naimish Vadodariya" userId="d2e325c0593a319e" providerId="LiveId" clId="{C5D15607-3D89-4432-AEBA-7EDDE20FB0FE}" dt="2022-07-14T17:23:04.207" v="304" actId="478"/>
          <ac:picMkLst>
            <pc:docMk/>
            <pc:sldMk cId="434497636" sldId="348"/>
            <ac:picMk id="15" creationId="{9E8B019E-3F26-E8ED-16FD-24166CF9D405}"/>
          </ac:picMkLst>
        </pc:picChg>
        <pc:picChg chg="del">
          <ac:chgData name="Naimish Vadodariya" userId="d2e325c0593a319e" providerId="LiveId" clId="{C5D15607-3D89-4432-AEBA-7EDDE20FB0FE}" dt="2022-07-14T17:23:07.327" v="306" actId="478"/>
          <ac:picMkLst>
            <pc:docMk/>
            <pc:sldMk cId="434497636" sldId="348"/>
            <ac:picMk id="20" creationId="{195C1E1A-4118-D8D2-4424-2FD7E5ADD5CF}"/>
          </ac:picMkLst>
        </pc:picChg>
      </pc:sldChg>
      <pc:sldChg chg="addSp delSp modSp add mod delAnim modAnim">
        <pc:chgData name="Naimish Vadodariya" userId="d2e325c0593a319e" providerId="LiveId" clId="{C5D15607-3D89-4432-AEBA-7EDDE20FB0FE}" dt="2022-07-18T02:34:57.327" v="1910" actId="20577"/>
        <pc:sldMkLst>
          <pc:docMk/>
          <pc:sldMk cId="2709924892" sldId="349"/>
        </pc:sldMkLst>
        <pc:spChg chg="mod">
          <ac:chgData name="Naimish Vadodariya" userId="d2e325c0593a319e" providerId="LiveId" clId="{C5D15607-3D89-4432-AEBA-7EDDE20FB0FE}" dt="2022-07-14T16:59:11.307" v="7" actId="20577"/>
          <ac:spMkLst>
            <pc:docMk/>
            <pc:sldMk cId="2709924892" sldId="349"/>
            <ac:spMk id="2" creationId="{095EF1AA-B384-4B3C-AA64-26D31B983DC1}"/>
          </ac:spMkLst>
        </pc:spChg>
        <pc:spChg chg="del">
          <ac:chgData name="Naimish Vadodariya" userId="d2e325c0593a319e" providerId="LiveId" clId="{C5D15607-3D89-4432-AEBA-7EDDE20FB0FE}" dt="2022-07-14T17:07:33.665" v="50" actId="478"/>
          <ac:spMkLst>
            <pc:docMk/>
            <pc:sldMk cId="2709924892" sldId="349"/>
            <ac:spMk id="5" creationId="{C4A6F3DF-2EB8-43CF-3795-79063F5A0067}"/>
          </ac:spMkLst>
        </pc:spChg>
        <pc:spChg chg="del">
          <ac:chgData name="Naimish Vadodariya" userId="d2e325c0593a319e" providerId="LiveId" clId="{C5D15607-3D89-4432-AEBA-7EDDE20FB0FE}" dt="2022-07-14T17:07:35.634" v="51" actId="478"/>
          <ac:spMkLst>
            <pc:docMk/>
            <pc:sldMk cId="2709924892" sldId="349"/>
            <ac:spMk id="7" creationId="{72A86601-7B9C-F9F6-5604-2455DAE19E61}"/>
          </ac:spMkLst>
        </pc:spChg>
        <pc:spChg chg="mod">
          <ac:chgData name="Naimish Vadodariya" userId="d2e325c0593a319e" providerId="LiveId" clId="{C5D15607-3D89-4432-AEBA-7EDDE20FB0FE}" dt="2022-07-14T17:09:06.188" v="140" actId="123"/>
          <ac:spMkLst>
            <pc:docMk/>
            <pc:sldMk cId="2709924892" sldId="349"/>
            <ac:spMk id="13" creationId="{00000000-0000-0000-0000-000000000000}"/>
          </ac:spMkLst>
        </pc:spChg>
        <pc:spChg chg="del">
          <ac:chgData name="Naimish Vadodariya" userId="d2e325c0593a319e" providerId="LiveId" clId="{C5D15607-3D89-4432-AEBA-7EDDE20FB0FE}" dt="2022-07-14T17:07:38.532" v="52" actId="478"/>
          <ac:spMkLst>
            <pc:docMk/>
            <pc:sldMk cId="2709924892" sldId="349"/>
            <ac:spMk id="14" creationId="{72A86601-7B9C-F9F6-5604-2455DAE19E61}"/>
          </ac:spMkLst>
        </pc:spChg>
        <pc:spChg chg="mod">
          <ac:chgData name="Naimish Vadodariya" userId="d2e325c0593a319e" providerId="LiveId" clId="{C5D15607-3D89-4432-AEBA-7EDDE20FB0FE}" dt="2022-07-14T17:09:53.168" v="188" actId="1076"/>
          <ac:spMkLst>
            <pc:docMk/>
            <pc:sldMk cId="2709924892" sldId="349"/>
            <ac:spMk id="17" creationId="{C4A6F3DF-2EB8-43CF-3795-79063F5A0067}"/>
          </ac:spMkLst>
        </pc:spChg>
        <pc:spChg chg="mod">
          <ac:chgData name="Naimish Vadodariya" userId="d2e325c0593a319e" providerId="LiveId" clId="{C5D15607-3D89-4432-AEBA-7EDDE20FB0FE}" dt="2022-07-14T17:10:00.246" v="189" actId="554"/>
          <ac:spMkLst>
            <pc:docMk/>
            <pc:sldMk cId="2709924892" sldId="349"/>
            <ac:spMk id="18" creationId="{72A86601-7B9C-F9F6-5604-2455DAE19E61}"/>
          </ac:spMkLst>
        </pc:spChg>
        <pc:spChg chg="mod">
          <ac:chgData name="Naimish Vadodariya" userId="d2e325c0593a319e" providerId="LiveId" clId="{C5D15607-3D89-4432-AEBA-7EDDE20FB0FE}" dt="2022-07-14T17:10:45.409" v="207" actId="1037"/>
          <ac:spMkLst>
            <pc:docMk/>
            <pc:sldMk cId="2709924892" sldId="349"/>
            <ac:spMk id="19" creationId="{72A86601-7B9C-F9F6-5604-2455DAE19E61}"/>
          </ac:spMkLst>
        </pc:spChg>
        <pc:spChg chg="mod">
          <ac:chgData name="Naimish Vadodariya" userId="d2e325c0593a319e" providerId="LiveId" clId="{C5D15607-3D89-4432-AEBA-7EDDE20FB0FE}" dt="2022-07-18T02:34:57.327" v="1910" actId="20577"/>
          <ac:spMkLst>
            <pc:docMk/>
            <pc:sldMk cId="2709924892" sldId="349"/>
            <ac:spMk id="21" creationId="{C4A6F3DF-2EB8-43CF-3795-79063F5A0067}"/>
          </ac:spMkLst>
        </pc:spChg>
        <pc:spChg chg="mod">
          <ac:chgData name="Naimish Vadodariya" userId="d2e325c0593a319e" providerId="LiveId" clId="{C5D15607-3D89-4432-AEBA-7EDDE20FB0FE}" dt="2022-07-14T17:13:40.072" v="239" actId="1076"/>
          <ac:spMkLst>
            <pc:docMk/>
            <pc:sldMk cId="2709924892" sldId="349"/>
            <ac:spMk id="23" creationId="{72A86601-7B9C-F9F6-5604-2455DAE19E61}"/>
          </ac:spMkLst>
        </pc:spChg>
        <pc:spChg chg="mod">
          <ac:chgData name="Naimish Vadodariya" userId="d2e325c0593a319e" providerId="LiveId" clId="{C5D15607-3D89-4432-AEBA-7EDDE20FB0FE}" dt="2022-07-14T17:13:40.072" v="239" actId="1076"/>
          <ac:spMkLst>
            <pc:docMk/>
            <pc:sldMk cId="2709924892" sldId="349"/>
            <ac:spMk id="27" creationId="{72A86601-7B9C-F9F6-5604-2455DAE19E61}"/>
          </ac:spMkLst>
        </pc:spChg>
        <pc:picChg chg="add mod">
          <ac:chgData name="Naimish Vadodariya" userId="d2e325c0593a319e" providerId="LiveId" clId="{C5D15607-3D89-4432-AEBA-7EDDE20FB0FE}" dt="2022-07-14T17:10:45.409" v="207" actId="1037"/>
          <ac:picMkLst>
            <pc:docMk/>
            <pc:sldMk cId="2709924892" sldId="349"/>
            <ac:picMk id="4" creationId="{200E17A6-3EDA-E9DC-6ADB-335240150C0B}"/>
          </ac:picMkLst>
        </pc:picChg>
        <pc:picChg chg="del mod">
          <ac:chgData name="Naimish Vadodariya" userId="d2e325c0593a319e" providerId="LiveId" clId="{C5D15607-3D89-4432-AEBA-7EDDE20FB0FE}" dt="2022-07-14T17:10:11.031" v="191" actId="478"/>
          <ac:picMkLst>
            <pc:docMk/>
            <pc:sldMk cId="2709924892" sldId="349"/>
            <ac:picMk id="6" creationId="{44B127CF-A2B4-C301-5C23-6FA165059264}"/>
          </ac:picMkLst>
        </pc:picChg>
        <pc:picChg chg="add del mod">
          <ac:chgData name="Naimish Vadodariya" userId="d2e325c0593a319e" providerId="LiveId" clId="{C5D15607-3D89-4432-AEBA-7EDDE20FB0FE}" dt="2022-07-14T17:15:00.916" v="240" actId="478"/>
          <ac:picMkLst>
            <pc:docMk/>
            <pc:sldMk cId="2709924892" sldId="349"/>
            <ac:picMk id="9" creationId="{E0EC2131-4C9C-9DE2-1E4E-26A62AE95F13}"/>
          </ac:picMkLst>
        </pc:picChg>
        <pc:picChg chg="del mod">
          <ac:chgData name="Naimish Vadodariya" userId="d2e325c0593a319e" providerId="LiveId" clId="{C5D15607-3D89-4432-AEBA-7EDDE20FB0FE}" dt="2022-07-14T17:12:24.951" v="211" actId="478"/>
          <ac:picMkLst>
            <pc:docMk/>
            <pc:sldMk cId="2709924892" sldId="349"/>
            <ac:picMk id="15" creationId="{9E8B019E-3F26-E8ED-16FD-24166CF9D405}"/>
          </ac:picMkLst>
        </pc:picChg>
        <pc:picChg chg="add mod">
          <ac:chgData name="Naimish Vadodariya" userId="d2e325c0593a319e" providerId="LiveId" clId="{C5D15607-3D89-4432-AEBA-7EDDE20FB0FE}" dt="2022-07-14T17:15:09.929" v="243" actId="14100"/>
          <ac:picMkLst>
            <pc:docMk/>
            <pc:sldMk cId="2709924892" sldId="349"/>
            <ac:picMk id="16" creationId="{4EA2770F-EF68-9B12-EB9D-3A695150C287}"/>
          </ac:picMkLst>
        </pc:picChg>
        <pc:picChg chg="del">
          <ac:chgData name="Naimish Vadodariya" userId="d2e325c0593a319e" providerId="LiveId" clId="{C5D15607-3D89-4432-AEBA-7EDDE20FB0FE}" dt="2022-07-14T17:07:39.313" v="53" actId="478"/>
          <ac:picMkLst>
            <pc:docMk/>
            <pc:sldMk cId="2709924892" sldId="349"/>
            <ac:picMk id="20" creationId="{195C1E1A-4118-D8D2-4424-2FD7E5ADD5CF}"/>
          </ac:picMkLst>
        </pc:picChg>
      </pc:sldChg>
      <pc:sldChg chg="addSp delSp modSp add mod delAnim modAnim">
        <pc:chgData name="Naimish Vadodariya" userId="d2e325c0593a319e" providerId="LiveId" clId="{C5D15607-3D89-4432-AEBA-7EDDE20FB0FE}" dt="2022-07-14T17:32:10.925" v="369" actId="14100"/>
        <pc:sldMkLst>
          <pc:docMk/>
          <pc:sldMk cId="3258211627" sldId="350"/>
        </pc:sldMkLst>
        <pc:spChg chg="mod">
          <ac:chgData name="Naimish Vadodariya" userId="d2e325c0593a319e" providerId="LiveId" clId="{C5D15607-3D89-4432-AEBA-7EDDE20FB0FE}" dt="2022-07-14T17:27:54.159" v="344" actId="20577"/>
          <ac:spMkLst>
            <pc:docMk/>
            <pc:sldMk cId="3258211627" sldId="350"/>
            <ac:spMk id="2" creationId="{095EF1AA-B384-4B3C-AA64-26D31B983DC1}"/>
          </ac:spMkLst>
        </pc:spChg>
        <pc:spChg chg="add mod">
          <ac:chgData name="Naimish Vadodariya" userId="d2e325c0593a319e" providerId="LiveId" clId="{C5D15607-3D89-4432-AEBA-7EDDE20FB0FE}" dt="2022-07-14T17:30:15.186" v="359" actId="1582"/>
          <ac:spMkLst>
            <pc:docMk/>
            <pc:sldMk cId="3258211627" sldId="350"/>
            <ac:spMk id="6" creationId="{BED2EAB1-4283-20F6-F589-2A40D1CA6BF9}"/>
          </ac:spMkLst>
        </pc:spChg>
        <pc:spChg chg="mod">
          <ac:chgData name="Naimish Vadodariya" userId="d2e325c0593a319e" providerId="LiveId" clId="{C5D15607-3D89-4432-AEBA-7EDDE20FB0FE}" dt="2022-07-14T17:32:10.925" v="369" actId="14100"/>
          <ac:spMkLst>
            <pc:docMk/>
            <pc:sldMk cId="3258211627" sldId="350"/>
            <ac:spMk id="12" creationId="{139A428D-8F15-4206-B337-FA27C005FA71}"/>
          </ac:spMkLst>
        </pc:spChg>
        <pc:spChg chg="mod">
          <ac:chgData name="Naimish Vadodariya" userId="d2e325c0593a319e" providerId="LiveId" clId="{C5D15607-3D89-4432-AEBA-7EDDE20FB0FE}" dt="2022-07-14T17:31:25.578" v="367" actId="20577"/>
          <ac:spMkLst>
            <pc:docMk/>
            <pc:sldMk cId="3258211627" sldId="350"/>
            <ac:spMk id="13" creationId="{00000000-0000-0000-0000-000000000000}"/>
          </ac:spMkLst>
        </pc:spChg>
        <pc:spChg chg="mod">
          <ac:chgData name="Naimish Vadodariya" userId="d2e325c0593a319e" providerId="LiveId" clId="{C5D15607-3D89-4432-AEBA-7EDDE20FB0FE}" dt="2022-07-14T17:28:30.795" v="348" actId="20577"/>
          <ac:spMkLst>
            <pc:docMk/>
            <pc:sldMk cId="3258211627" sldId="350"/>
            <ac:spMk id="17" creationId="{C4A6F3DF-2EB8-43CF-3795-79063F5A0067}"/>
          </ac:spMkLst>
        </pc:spChg>
        <pc:picChg chg="del">
          <ac:chgData name="Naimish Vadodariya" userId="d2e325c0593a319e" providerId="LiveId" clId="{C5D15607-3D89-4432-AEBA-7EDDE20FB0FE}" dt="2022-07-14T17:29:03.729" v="349" actId="478"/>
          <ac:picMkLst>
            <pc:docMk/>
            <pc:sldMk cId="3258211627" sldId="350"/>
            <ac:picMk id="4" creationId="{3F2BCC9E-F3C4-866E-9808-E3822D192EFE}"/>
          </ac:picMkLst>
        </pc:picChg>
        <pc:picChg chg="add mod">
          <ac:chgData name="Naimish Vadodariya" userId="d2e325c0593a319e" providerId="LiveId" clId="{C5D15607-3D89-4432-AEBA-7EDDE20FB0FE}" dt="2022-07-14T17:29:31.257" v="353" actId="14100"/>
          <ac:picMkLst>
            <pc:docMk/>
            <pc:sldMk cId="3258211627" sldId="350"/>
            <ac:picMk id="5" creationId="{2023D4DB-0CB3-CD59-19FB-3BC51C76336D}"/>
          </ac:picMkLst>
        </pc:picChg>
      </pc:sldChg>
      <pc:sldChg chg="addSp delSp modSp add mod addAnim delAnim modAnim">
        <pc:chgData name="Naimish Vadodariya" userId="d2e325c0593a319e" providerId="LiveId" clId="{C5D15607-3D89-4432-AEBA-7EDDE20FB0FE}" dt="2022-07-14T17:56:43.356" v="655"/>
        <pc:sldMkLst>
          <pc:docMk/>
          <pc:sldMk cId="2767398587" sldId="351"/>
        </pc:sldMkLst>
        <pc:spChg chg="mod">
          <ac:chgData name="Naimish Vadodariya" userId="d2e325c0593a319e" providerId="LiveId" clId="{C5D15607-3D89-4432-AEBA-7EDDE20FB0FE}" dt="2022-07-14T17:34:01.561" v="378" actId="20577"/>
          <ac:spMkLst>
            <pc:docMk/>
            <pc:sldMk cId="2767398587" sldId="351"/>
            <ac:spMk id="2" creationId="{095EF1AA-B384-4B3C-AA64-26D31B983DC1}"/>
          </ac:spMkLst>
        </pc:spChg>
        <pc:spChg chg="add mod">
          <ac:chgData name="Naimish Vadodariya" userId="d2e325c0593a319e" providerId="LiveId" clId="{C5D15607-3D89-4432-AEBA-7EDDE20FB0FE}" dt="2022-07-14T17:56:24.989" v="651" actId="1036"/>
          <ac:spMkLst>
            <pc:docMk/>
            <pc:sldMk cId="2767398587" sldId="351"/>
            <ac:spMk id="5" creationId="{48662EDF-3990-3D63-09E7-465DB409DD95}"/>
          </ac:spMkLst>
        </pc:spChg>
        <pc:spChg chg="mod">
          <ac:chgData name="Naimish Vadodariya" userId="d2e325c0593a319e" providerId="LiveId" clId="{C5D15607-3D89-4432-AEBA-7EDDE20FB0FE}" dt="2022-07-14T17:41:07.153" v="409" actId="14100"/>
          <ac:spMkLst>
            <pc:docMk/>
            <pc:sldMk cId="2767398587" sldId="351"/>
            <ac:spMk id="12" creationId="{139A428D-8F15-4206-B337-FA27C005FA71}"/>
          </ac:spMkLst>
        </pc:spChg>
        <pc:spChg chg="mod">
          <ac:chgData name="Naimish Vadodariya" userId="d2e325c0593a319e" providerId="LiveId" clId="{C5D15607-3D89-4432-AEBA-7EDDE20FB0FE}" dt="2022-07-14T17:35:16.469" v="407" actId="20577"/>
          <ac:spMkLst>
            <pc:docMk/>
            <pc:sldMk cId="2767398587" sldId="351"/>
            <ac:spMk id="13" creationId="{00000000-0000-0000-0000-000000000000}"/>
          </ac:spMkLst>
        </pc:spChg>
        <pc:spChg chg="del">
          <ac:chgData name="Naimish Vadodariya" userId="d2e325c0593a319e" providerId="LiveId" clId="{C5D15607-3D89-4432-AEBA-7EDDE20FB0FE}" dt="2022-07-14T17:41:13.753" v="411" actId="478"/>
          <ac:spMkLst>
            <pc:docMk/>
            <pc:sldMk cId="2767398587" sldId="351"/>
            <ac:spMk id="17" creationId="{C4A6F3DF-2EB8-43CF-3795-79063F5A0067}"/>
          </ac:spMkLst>
        </pc:spChg>
        <pc:spChg chg="del">
          <ac:chgData name="Naimish Vadodariya" userId="d2e325c0593a319e" providerId="LiveId" clId="{C5D15607-3D89-4432-AEBA-7EDDE20FB0FE}" dt="2022-07-14T17:41:11.657" v="410" actId="478"/>
          <ac:spMkLst>
            <pc:docMk/>
            <pc:sldMk cId="2767398587" sldId="351"/>
            <ac:spMk id="18" creationId="{72A86601-7B9C-F9F6-5604-2455DAE19E61}"/>
          </ac:spMkLst>
        </pc:spChg>
        <pc:spChg chg="del">
          <ac:chgData name="Naimish Vadodariya" userId="d2e325c0593a319e" providerId="LiveId" clId="{C5D15607-3D89-4432-AEBA-7EDDE20FB0FE}" dt="2022-07-14T17:41:15.989" v="412" actId="478"/>
          <ac:spMkLst>
            <pc:docMk/>
            <pc:sldMk cId="2767398587" sldId="351"/>
            <ac:spMk id="19" creationId="{72A86601-7B9C-F9F6-5604-2455DAE19E61}"/>
          </ac:spMkLst>
        </pc:spChg>
        <pc:spChg chg="add mod">
          <ac:chgData name="Naimish Vadodariya" userId="d2e325c0593a319e" providerId="LiveId" clId="{C5D15607-3D89-4432-AEBA-7EDDE20FB0FE}" dt="2022-07-14T17:42:34.832" v="425" actId="14100"/>
          <ac:spMkLst>
            <pc:docMk/>
            <pc:sldMk cId="2767398587" sldId="351"/>
            <ac:spMk id="20" creationId="{CD91C41C-8AF5-E5EA-AF59-B100830EB102}"/>
          </ac:spMkLst>
        </pc:spChg>
        <pc:spChg chg="del">
          <ac:chgData name="Naimish Vadodariya" userId="d2e325c0593a319e" providerId="LiveId" clId="{C5D15607-3D89-4432-AEBA-7EDDE20FB0FE}" dt="2022-07-14T17:41:19.538" v="414" actId="478"/>
          <ac:spMkLst>
            <pc:docMk/>
            <pc:sldMk cId="2767398587" sldId="351"/>
            <ac:spMk id="21" creationId="{C4A6F3DF-2EB8-43CF-3795-79063F5A0067}"/>
          </ac:spMkLst>
        </pc:spChg>
        <pc:spChg chg="add mod">
          <ac:chgData name="Naimish Vadodariya" userId="d2e325c0593a319e" providerId="LiveId" clId="{C5D15607-3D89-4432-AEBA-7EDDE20FB0FE}" dt="2022-07-14T17:56:29.203" v="652" actId="1036"/>
          <ac:spMkLst>
            <pc:docMk/>
            <pc:sldMk cId="2767398587" sldId="351"/>
            <ac:spMk id="22" creationId="{47242BCB-2A76-98F1-5C35-589A8BE3A012}"/>
          </ac:spMkLst>
        </pc:spChg>
        <pc:spChg chg="del">
          <ac:chgData name="Naimish Vadodariya" userId="d2e325c0593a319e" providerId="LiveId" clId="{C5D15607-3D89-4432-AEBA-7EDDE20FB0FE}" dt="2022-07-14T17:41:24.277" v="417" actId="478"/>
          <ac:spMkLst>
            <pc:docMk/>
            <pc:sldMk cId="2767398587" sldId="351"/>
            <ac:spMk id="23" creationId="{72A86601-7B9C-F9F6-5604-2455DAE19E61}"/>
          </ac:spMkLst>
        </pc:spChg>
        <pc:spChg chg="add mod">
          <ac:chgData name="Naimish Vadodariya" userId="d2e325c0593a319e" providerId="LiveId" clId="{C5D15607-3D89-4432-AEBA-7EDDE20FB0FE}" dt="2022-07-14T17:56:14.850" v="650" actId="1035"/>
          <ac:spMkLst>
            <pc:docMk/>
            <pc:sldMk cId="2767398587" sldId="351"/>
            <ac:spMk id="24" creationId="{182603D4-5713-3CE5-6F29-73A51B5D1404}"/>
          </ac:spMkLst>
        </pc:spChg>
        <pc:spChg chg="del">
          <ac:chgData name="Naimish Vadodariya" userId="d2e325c0593a319e" providerId="LiveId" clId="{C5D15607-3D89-4432-AEBA-7EDDE20FB0FE}" dt="2022-07-14T17:41:20.944" v="415" actId="478"/>
          <ac:spMkLst>
            <pc:docMk/>
            <pc:sldMk cId="2767398587" sldId="351"/>
            <ac:spMk id="27" creationId="{72A86601-7B9C-F9F6-5604-2455DAE19E61}"/>
          </ac:spMkLst>
        </pc:spChg>
        <pc:graphicFrameChg chg="add del">
          <ac:chgData name="Naimish Vadodariya" userId="d2e325c0593a319e" providerId="LiveId" clId="{C5D15607-3D89-4432-AEBA-7EDDE20FB0FE}" dt="2022-07-14T17:41:46.213" v="419" actId="3680"/>
          <ac:graphicFrameMkLst>
            <pc:docMk/>
            <pc:sldMk cId="2767398587" sldId="351"/>
            <ac:graphicFrameMk id="3" creationId="{2F0891EB-BF87-BFAC-7BBD-ECCE4B45EBBF}"/>
          </ac:graphicFrameMkLst>
        </pc:graphicFrameChg>
        <pc:graphicFrameChg chg="add mod modGraphic">
          <ac:chgData name="Naimish Vadodariya" userId="d2e325c0593a319e" providerId="LiveId" clId="{C5D15607-3D89-4432-AEBA-7EDDE20FB0FE}" dt="2022-07-14T17:54:51.028" v="634" actId="255"/>
          <ac:graphicFrameMkLst>
            <pc:docMk/>
            <pc:sldMk cId="2767398587" sldId="351"/>
            <ac:graphicFrameMk id="15" creationId="{B267EDDA-FF24-1989-6699-4B7A7B721C7D}"/>
          </ac:graphicFrameMkLst>
        </pc:graphicFrameChg>
        <pc:picChg chg="del">
          <ac:chgData name="Naimish Vadodariya" userId="d2e325c0593a319e" providerId="LiveId" clId="{C5D15607-3D89-4432-AEBA-7EDDE20FB0FE}" dt="2022-07-14T17:41:17.238" v="413" actId="478"/>
          <ac:picMkLst>
            <pc:docMk/>
            <pc:sldMk cId="2767398587" sldId="351"/>
            <ac:picMk id="4" creationId="{200E17A6-3EDA-E9DC-6ADB-335240150C0B}"/>
          </ac:picMkLst>
        </pc:picChg>
        <pc:picChg chg="del">
          <ac:chgData name="Naimish Vadodariya" userId="d2e325c0593a319e" providerId="LiveId" clId="{C5D15607-3D89-4432-AEBA-7EDDE20FB0FE}" dt="2022-07-14T17:41:22.164" v="416" actId="478"/>
          <ac:picMkLst>
            <pc:docMk/>
            <pc:sldMk cId="2767398587" sldId="351"/>
            <ac:picMk id="16" creationId="{4EA2770F-EF68-9B12-EB9D-3A695150C287}"/>
          </ac:picMkLst>
        </pc:picChg>
      </pc:sldChg>
      <pc:sldChg chg="delSp modSp add mod delAnim modAnim">
        <pc:chgData name="Naimish Vadodariya" userId="d2e325c0593a319e" providerId="LiveId" clId="{C5D15607-3D89-4432-AEBA-7EDDE20FB0FE}" dt="2022-07-14T18:11:35.722" v="844" actId="20577"/>
        <pc:sldMkLst>
          <pc:docMk/>
          <pc:sldMk cId="3413931405" sldId="352"/>
        </pc:sldMkLst>
        <pc:spChg chg="mod">
          <ac:chgData name="Naimish Vadodariya" userId="d2e325c0593a319e" providerId="LiveId" clId="{C5D15607-3D89-4432-AEBA-7EDDE20FB0FE}" dt="2022-07-14T17:59:41.976" v="660" actId="20577"/>
          <ac:spMkLst>
            <pc:docMk/>
            <pc:sldMk cId="3413931405" sldId="352"/>
            <ac:spMk id="2" creationId="{095EF1AA-B384-4B3C-AA64-26D31B983DC1}"/>
          </ac:spMkLst>
        </pc:spChg>
        <pc:spChg chg="del">
          <ac:chgData name="Naimish Vadodariya" userId="d2e325c0593a319e" providerId="LiveId" clId="{C5D15607-3D89-4432-AEBA-7EDDE20FB0FE}" dt="2022-07-14T18:03:33.321" v="724" actId="478"/>
          <ac:spMkLst>
            <pc:docMk/>
            <pc:sldMk cId="3413931405" sldId="352"/>
            <ac:spMk id="5" creationId="{48662EDF-3990-3D63-09E7-465DB409DD95}"/>
          </ac:spMkLst>
        </pc:spChg>
        <pc:spChg chg="mod">
          <ac:chgData name="Naimish Vadodariya" userId="d2e325c0593a319e" providerId="LiveId" clId="{C5D15607-3D89-4432-AEBA-7EDDE20FB0FE}" dt="2022-07-14T18:04:12.037" v="737" actId="20577"/>
          <ac:spMkLst>
            <pc:docMk/>
            <pc:sldMk cId="3413931405" sldId="352"/>
            <ac:spMk id="13" creationId="{00000000-0000-0000-0000-000000000000}"/>
          </ac:spMkLst>
        </pc:spChg>
        <pc:spChg chg="mod">
          <ac:chgData name="Naimish Vadodariya" userId="d2e325c0593a319e" providerId="LiveId" clId="{C5D15607-3D89-4432-AEBA-7EDDE20FB0FE}" dt="2022-07-14T18:01:48.929" v="721" actId="1035"/>
          <ac:spMkLst>
            <pc:docMk/>
            <pc:sldMk cId="3413931405" sldId="352"/>
            <ac:spMk id="20" creationId="{CD91C41C-8AF5-E5EA-AF59-B100830EB102}"/>
          </ac:spMkLst>
        </pc:spChg>
        <pc:spChg chg="del">
          <ac:chgData name="Naimish Vadodariya" userId="d2e325c0593a319e" providerId="LiveId" clId="{C5D15607-3D89-4432-AEBA-7EDDE20FB0FE}" dt="2022-07-14T18:03:34.945" v="725" actId="478"/>
          <ac:spMkLst>
            <pc:docMk/>
            <pc:sldMk cId="3413931405" sldId="352"/>
            <ac:spMk id="22" creationId="{47242BCB-2A76-98F1-5C35-589A8BE3A012}"/>
          </ac:spMkLst>
        </pc:spChg>
        <pc:spChg chg="del">
          <ac:chgData name="Naimish Vadodariya" userId="d2e325c0593a319e" providerId="LiveId" clId="{C5D15607-3D89-4432-AEBA-7EDDE20FB0FE}" dt="2022-07-14T18:03:36.476" v="726" actId="478"/>
          <ac:spMkLst>
            <pc:docMk/>
            <pc:sldMk cId="3413931405" sldId="352"/>
            <ac:spMk id="24" creationId="{182603D4-5713-3CE5-6F29-73A51B5D1404}"/>
          </ac:spMkLst>
        </pc:spChg>
        <pc:graphicFrameChg chg="mod modGraphic">
          <ac:chgData name="Naimish Vadodariya" userId="d2e325c0593a319e" providerId="LiveId" clId="{C5D15607-3D89-4432-AEBA-7EDDE20FB0FE}" dt="2022-07-14T18:11:35.722" v="844" actId="20577"/>
          <ac:graphicFrameMkLst>
            <pc:docMk/>
            <pc:sldMk cId="3413931405" sldId="352"/>
            <ac:graphicFrameMk id="15" creationId="{B267EDDA-FF24-1989-6699-4B7A7B721C7D}"/>
          </ac:graphicFrameMkLst>
        </pc:graphicFrameChg>
      </pc:sldChg>
      <pc:sldChg chg="addSp delSp modSp add mod addAnim delAnim modAnim">
        <pc:chgData name="Naimish Vadodariya" userId="d2e325c0593a319e" providerId="LiveId" clId="{C5D15607-3D89-4432-AEBA-7EDDE20FB0FE}" dt="2022-07-14T18:14:58.793" v="865" actId="20577"/>
        <pc:sldMkLst>
          <pc:docMk/>
          <pc:sldMk cId="4107172736" sldId="353"/>
        </pc:sldMkLst>
        <pc:spChg chg="mod">
          <ac:chgData name="Naimish Vadodariya" userId="d2e325c0593a319e" providerId="LiveId" clId="{C5D15607-3D89-4432-AEBA-7EDDE20FB0FE}" dt="2022-07-14T18:08:34.703" v="800" actId="20577"/>
          <ac:spMkLst>
            <pc:docMk/>
            <pc:sldMk cId="4107172736" sldId="353"/>
            <ac:spMk id="2" creationId="{095EF1AA-B384-4B3C-AA64-26D31B983DC1}"/>
          </ac:spMkLst>
        </pc:spChg>
        <pc:spChg chg="mod">
          <ac:chgData name="Naimish Vadodariya" userId="d2e325c0593a319e" providerId="LiveId" clId="{C5D15607-3D89-4432-AEBA-7EDDE20FB0FE}" dt="2022-07-14T18:10:31.781" v="827" actId="2710"/>
          <ac:spMkLst>
            <pc:docMk/>
            <pc:sldMk cId="4107172736" sldId="353"/>
            <ac:spMk id="13" creationId="{00000000-0000-0000-0000-000000000000}"/>
          </ac:spMkLst>
        </pc:spChg>
        <pc:spChg chg="mod">
          <ac:chgData name="Naimish Vadodariya" userId="d2e325c0593a319e" providerId="LiveId" clId="{C5D15607-3D89-4432-AEBA-7EDDE20FB0FE}" dt="2022-07-14T18:10:41.952" v="834" actId="1036"/>
          <ac:spMkLst>
            <pc:docMk/>
            <pc:sldMk cId="4107172736" sldId="353"/>
            <ac:spMk id="20" creationId="{CD91C41C-8AF5-E5EA-AF59-B100830EB102}"/>
          </ac:spMkLst>
        </pc:spChg>
        <pc:graphicFrameChg chg="add del mod modGraphic">
          <ac:chgData name="Naimish Vadodariya" userId="d2e325c0593a319e" providerId="LiveId" clId="{C5D15607-3D89-4432-AEBA-7EDDE20FB0FE}" dt="2022-07-14T18:14:58.793" v="865" actId="20577"/>
          <ac:graphicFrameMkLst>
            <pc:docMk/>
            <pc:sldMk cId="4107172736" sldId="353"/>
            <ac:graphicFrameMk id="15" creationId="{B267EDDA-FF24-1989-6699-4B7A7B721C7D}"/>
          </ac:graphicFrameMkLst>
        </pc:graphicFrameChg>
      </pc:sldChg>
      <pc:sldChg chg="modSp add mod">
        <pc:chgData name="Naimish Vadodariya" userId="d2e325c0593a319e" providerId="LiveId" clId="{C5D15607-3D89-4432-AEBA-7EDDE20FB0FE}" dt="2022-07-14T18:15:56.149" v="887" actId="20577"/>
        <pc:sldMkLst>
          <pc:docMk/>
          <pc:sldMk cId="4185250179" sldId="354"/>
        </pc:sldMkLst>
        <pc:spChg chg="mod">
          <ac:chgData name="Naimish Vadodariya" userId="d2e325c0593a319e" providerId="LiveId" clId="{C5D15607-3D89-4432-AEBA-7EDDE20FB0FE}" dt="2022-07-14T18:15:56.149" v="887" actId="20577"/>
          <ac:spMkLst>
            <pc:docMk/>
            <pc:sldMk cId="4185250179" sldId="354"/>
            <ac:spMk id="2" creationId="{54D792E8-8838-4744-A7DD-92B0ED18307B}"/>
          </ac:spMkLst>
        </pc:spChg>
        <pc:spChg chg="mod">
          <ac:chgData name="Naimish Vadodariya" userId="d2e325c0593a319e" providerId="LiveId" clId="{C5D15607-3D89-4432-AEBA-7EDDE20FB0FE}" dt="2022-07-14T18:15:32.902" v="868" actId="20577"/>
          <ac:spMkLst>
            <pc:docMk/>
            <pc:sldMk cId="4185250179" sldId="354"/>
            <ac:spMk id="3" creationId="{6C915463-E8EE-4502-8261-E337007EFAAF}"/>
          </ac:spMkLst>
        </pc:spChg>
      </pc:sldChg>
      <pc:sldChg chg="modSp mod">
        <pc:chgData name="Naimish Vadodariya" userId="d2e325c0593a319e" providerId="LiveId" clId="{C5D15607-3D89-4432-AEBA-7EDDE20FB0FE}" dt="2022-07-15T12:14:46.575" v="892"/>
        <pc:sldMkLst>
          <pc:docMk/>
          <pc:sldMk cId="3121768446" sldId="355"/>
        </pc:sldMkLst>
        <pc:graphicFrameChg chg="modGraphic">
          <ac:chgData name="Naimish Vadodariya" userId="d2e325c0593a319e" providerId="LiveId" clId="{C5D15607-3D89-4432-AEBA-7EDDE20FB0FE}" dt="2022-07-15T12:14:46.575" v="892"/>
          <ac:graphicFrameMkLst>
            <pc:docMk/>
            <pc:sldMk cId="3121768446" sldId="355"/>
            <ac:graphicFrameMk id="15" creationId="{B267EDDA-FF24-1989-6699-4B7A7B721C7D}"/>
          </ac:graphicFrameMkLst>
        </pc:graphicFrameChg>
      </pc:sldChg>
      <pc:sldChg chg="mod modShow">
        <pc:chgData name="Naimish Vadodariya" userId="d2e325c0593a319e" providerId="LiveId" clId="{C5D15607-3D89-4432-AEBA-7EDDE20FB0FE}" dt="2022-07-17T11:34:12.472" v="893" actId="729"/>
        <pc:sldMkLst>
          <pc:docMk/>
          <pc:sldMk cId="101626912" sldId="357"/>
        </pc:sldMkLst>
      </pc:sldChg>
      <pc:sldChg chg="mod modShow">
        <pc:chgData name="Naimish Vadodariya" userId="d2e325c0593a319e" providerId="LiveId" clId="{C5D15607-3D89-4432-AEBA-7EDDE20FB0FE}" dt="2022-07-17T11:34:16.283" v="894" actId="729"/>
        <pc:sldMkLst>
          <pc:docMk/>
          <pc:sldMk cId="4008127552" sldId="358"/>
        </pc:sldMkLst>
      </pc:sldChg>
      <pc:sldChg chg="addSp delSp modSp add mod delAnim modAnim">
        <pc:chgData name="Naimish Vadodariya" userId="d2e325c0593a319e" providerId="LiveId" clId="{C5D15607-3D89-4432-AEBA-7EDDE20FB0FE}" dt="2022-07-18T14:41:12.250" v="2716" actId="1076"/>
        <pc:sldMkLst>
          <pc:docMk/>
          <pc:sldMk cId="1836258414" sldId="359"/>
        </pc:sldMkLst>
        <pc:spChg chg="mod">
          <ac:chgData name="Naimish Vadodariya" userId="d2e325c0593a319e" providerId="LiveId" clId="{C5D15607-3D89-4432-AEBA-7EDDE20FB0FE}" dt="2022-07-17T11:46:48.734" v="906" actId="20577"/>
          <ac:spMkLst>
            <pc:docMk/>
            <pc:sldMk cId="1836258414" sldId="359"/>
            <ac:spMk id="2" creationId="{095EF1AA-B384-4B3C-AA64-26D31B983DC1}"/>
          </ac:spMkLst>
        </pc:spChg>
        <pc:spChg chg="add mod ord">
          <ac:chgData name="Naimish Vadodariya" userId="d2e325c0593a319e" providerId="LiveId" clId="{C5D15607-3D89-4432-AEBA-7EDDE20FB0FE}" dt="2022-07-18T14:41:12.250" v="2716" actId="1076"/>
          <ac:spMkLst>
            <pc:docMk/>
            <pc:sldMk cId="1836258414" sldId="359"/>
            <ac:spMk id="3" creationId="{BE26ECB9-C970-C9F3-EE8A-5DD4082065B0}"/>
          </ac:spMkLst>
        </pc:spChg>
        <pc:spChg chg="add del mod">
          <ac:chgData name="Naimish Vadodariya" userId="d2e325c0593a319e" providerId="LiveId" clId="{C5D15607-3D89-4432-AEBA-7EDDE20FB0FE}" dt="2022-07-17T11:46:56.574" v="908" actId="478"/>
          <ac:spMkLst>
            <pc:docMk/>
            <pc:sldMk cId="1836258414" sldId="359"/>
            <ac:spMk id="4" creationId="{7C0B98F8-4864-5279-99C7-6E94044DC454}"/>
          </ac:spMkLst>
        </pc:spChg>
        <pc:spChg chg="del">
          <ac:chgData name="Naimish Vadodariya" userId="d2e325c0593a319e" providerId="LiveId" clId="{C5D15607-3D89-4432-AEBA-7EDDE20FB0FE}" dt="2022-07-17T11:46:59.064" v="909" actId="478"/>
          <ac:spMkLst>
            <pc:docMk/>
            <pc:sldMk cId="1836258414" sldId="359"/>
            <ac:spMk id="7" creationId="{7D686476-1D82-8EE3-E563-765E88628882}"/>
          </ac:spMkLst>
        </pc:spChg>
        <pc:spChg chg="add mod">
          <ac:chgData name="Naimish Vadodariya" userId="d2e325c0593a319e" providerId="LiveId" clId="{C5D15607-3D89-4432-AEBA-7EDDE20FB0FE}" dt="2022-07-18T14:40:45.838" v="2712" actId="14100"/>
          <ac:spMkLst>
            <pc:docMk/>
            <pc:sldMk cId="1836258414" sldId="359"/>
            <ac:spMk id="7" creationId="{A69EC083-3514-E006-73B0-A2FC1045D87A}"/>
          </ac:spMkLst>
        </pc:spChg>
        <pc:spChg chg="del">
          <ac:chgData name="Naimish Vadodariya" userId="d2e325c0593a319e" providerId="LiveId" clId="{C5D15607-3D89-4432-AEBA-7EDDE20FB0FE}" dt="2022-07-17T11:47:00.193" v="910" actId="478"/>
          <ac:spMkLst>
            <pc:docMk/>
            <pc:sldMk cId="1836258414" sldId="359"/>
            <ac:spMk id="8" creationId="{84133D07-2923-B6B5-951D-05DD78914046}"/>
          </ac:spMkLst>
        </pc:spChg>
        <pc:spChg chg="add mod">
          <ac:chgData name="Naimish Vadodariya" userId="d2e325c0593a319e" providerId="LiveId" clId="{C5D15607-3D89-4432-AEBA-7EDDE20FB0FE}" dt="2022-07-18T14:40:59.065" v="2715" actId="14100"/>
          <ac:spMkLst>
            <pc:docMk/>
            <pc:sldMk cId="1836258414" sldId="359"/>
            <ac:spMk id="8" creationId="{BD80C62D-E217-AD7D-C5CD-81C1DCEA840F}"/>
          </ac:spMkLst>
        </pc:spChg>
        <pc:spChg chg="del">
          <ac:chgData name="Naimish Vadodariya" userId="d2e325c0593a319e" providerId="LiveId" clId="{C5D15607-3D89-4432-AEBA-7EDDE20FB0FE}" dt="2022-07-17T11:47:01.139" v="911" actId="478"/>
          <ac:spMkLst>
            <pc:docMk/>
            <pc:sldMk cId="1836258414" sldId="359"/>
            <ac:spMk id="9" creationId="{DAE3FEAE-E40D-4414-22B5-AF71B36386CC}"/>
          </ac:spMkLst>
        </pc:spChg>
        <pc:spChg chg="del">
          <ac:chgData name="Naimish Vadodariya" userId="d2e325c0593a319e" providerId="LiveId" clId="{C5D15607-3D89-4432-AEBA-7EDDE20FB0FE}" dt="2022-07-17T11:47:01.854" v="912" actId="478"/>
          <ac:spMkLst>
            <pc:docMk/>
            <pc:sldMk cId="1836258414" sldId="359"/>
            <ac:spMk id="10" creationId="{C664E500-ABDD-2FED-8C5B-3874C4BAEF9E}"/>
          </ac:spMkLst>
        </pc:spChg>
        <pc:spChg chg="del">
          <ac:chgData name="Naimish Vadodariya" userId="d2e325c0593a319e" providerId="LiveId" clId="{C5D15607-3D89-4432-AEBA-7EDDE20FB0FE}" dt="2022-07-17T11:46:54.404" v="907" actId="478"/>
          <ac:spMkLst>
            <pc:docMk/>
            <pc:sldMk cId="1836258414" sldId="359"/>
            <ac:spMk id="12" creationId="{139A428D-8F15-4206-B337-FA27C005FA71}"/>
          </ac:spMkLst>
        </pc:spChg>
        <pc:spChg chg="mod">
          <ac:chgData name="Naimish Vadodariya" userId="d2e325c0593a319e" providerId="LiveId" clId="{C5D15607-3D89-4432-AEBA-7EDDE20FB0FE}" dt="2022-07-17T11:47:37.529" v="984" actId="20577"/>
          <ac:spMkLst>
            <pc:docMk/>
            <pc:sldMk cId="1836258414" sldId="359"/>
            <ac:spMk id="20" creationId="{CD91C41C-8AF5-E5EA-AF59-B100830EB102}"/>
          </ac:spMkLst>
        </pc:spChg>
        <pc:graphicFrameChg chg="mod modGraphic">
          <ac:chgData name="Naimish Vadodariya" userId="d2e325c0593a319e" providerId="LiveId" clId="{C5D15607-3D89-4432-AEBA-7EDDE20FB0FE}" dt="2022-07-18T03:09:42.727" v="2063" actId="12"/>
          <ac:graphicFrameMkLst>
            <pc:docMk/>
            <pc:sldMk cId="1836258414" sldId="359"/>
            <ac:graphicFrameMk id="15" creationId="{B267EDDA-FF24-1989-6699-4B7A7B721C7D}"/>
          </ac:graphicFrameMkLst>
        </pc:graphicFrameChg>
      </pc:sldChg>
      <pc:sldChg chg="addSp delSp modSp add mod addAnim delAnim modAnim">
        <pc:chgData name="Naimish Vadodariya" userId="d2e325c0593a319e" providerId="LiveId" clId="{C5D15607-3D89-4432-AEBA-7EDDE20FB0FE}" dt="2022-07-18T14:42:47.042" v="2731" actId="14100"/>
        <pc:sldMkLst>
          <pc:docMk/>
          <pc:sldMk cId="301731345" sldId="360"/>
        </pc:sldMkLst>
        <pc:spChg chg="mod">
          <ac:chgData name="Naimish Vadodariya" userId="d2e325c0593a319e" providerId="LiveId" clId="{C5D15607-3D89-4432-AEBA-7EDDE20FB0FE}" dt="2022-07-17T11:57:41.581" v="1097" actId="20577"/>
          <ac:spMkLst>
            <pc:docMk/>
            <pc:sldMk cId="301731345" sldId="360"/>
            <ac:spMk id="2" creationId="{095EF1AA-B384-4B3C-AA64-26D31B983DC1}"/>
          </ac:spMkLst>
        </pc:spChg>
        <pc:spChg chg="add mod">
          <ac:chgData name="Naimish Vadodariya" userId="d2e325c0593a319e" providerId="LiveId" clId="{C5D15607-3D89-4432-AEBA-7EDDE20FB0FE}" dt="2022-07-18T14:42:37.099" v="2728" actId="14100"/>
          <ac:spMkLst>
            <pc:docMk/>
            <pc:sldMk cId="301731345" sldId="360"/>
            <ac:spMk id="6" creationId="{62F37419-70C6-4CF5-815F-CD9DB2C6DD12}"/>
          </ac:spMkLst>
        </pc:spChg>
        <pc:spChg chg="add del">
          <ac:chgData name="Naimish Vadodariya" userId="d2e325c0593a319e" providerId="LiveId" clId="{C5D15607-3D89-4432-AEBA-7EDDE20FB0FE}" dt="2022-07-17T12:12:33.747" v="1575" actId="22"/>
          <ac:spMkLst>
            <pc:docMk/>
            <pc:sldMk cId="301731345" sldId="360"/>
            <ac:spMk id="7" creationId="{15423E51-0D56-16D3-77F4-7481BBF91E62}"/>
          </ac:spMkLst>
        </pc:spChg>
        <pc:spChg chg="add mod">
          <ac:chgData name="Naimish Vadodariya" userId="d2e325c0593a319e" providerId="LiveId" clId="{C5D15607-3D89-4432-AEBA-7EDDE20FB0FE}" dt="2022-07-18T14:42:47.042" v="2731" actId="14100"/>
          <ac:spMkLst>
            <pc:docMk/>
            <pc:sldMk cId="301731345" sldId="360"/>
            <ac:spMk id="7" creationId="{D60C5A2A-0CB0-5318-1704-2AD9AAC8C17A}"/>
          </ac:spMkLst>
        </pc:spChg>
        <pc:graphicFrameChg chg="mod modGraphic">
          <ac:chgData name="Naimish Vadodariya" userId="d2e325c0593a319e" providerId="LiveId" clId="{C5D15607-3D89-4432-AEBA-7EDDE20FB0FE}" dt="2022-07-17T12:11:36.293" v="1567" actId="13219"/>
          <ac:graphicFrameMkLst>
            <pc:docMk/>
            <pc:sldMk cId="301731345" sldId="360"/>
            <ac:graphicFrameMk id="15" creationId="{B267EDDA-FF24-1989-6699-4B7A7B721C7D}"/>
          </ac:graphicFrameMkLst>
        </pc:graphicFrameChg>
      </pc:sldChg>
      <pc:sldChg chg="addSp modSp add mod ord modAnim">
        <pc:chgData name="Naimish Vadodariya" userId="d2e325c0593a319e" providerId="LiveId" clId="{C5D15607-3D89-4432-AEBA-7EDDE20FB0FE}" dt="2022-07-18T14:43:20.818" v="2733"/>
        <pc:sldMkLst>
          <pc:docMk/>
          <pc:sldMk cId="59979010" sldId="361"/>
        </pc:sldMkLst>
        <pc:spChg chg="add mod">
          <ac:chgData name="Naimish Vadodariya" userId="d2e325c0593a319e" providerId="LiveId" clId="{C5D15607-3D89-4432-AEBA-7EDDE20FB0FE}" dt="2022-07-18T14:42:29.559" v="2726" actId="1076"/>
          <ac:spMkLst>
            <pc:docMk/>
            <pc:sldMk cId="59979010" sldId="361"/>
            <ac:spMk id="7" creationId="{2AB77F0C-88A5-78A2-2789-DF4140BAF7D3}"/>
          </ac:spMkLst>
        </pc:spChg>
        <pc:spChg chg="add mod">
          <ac:chgData name="Naimish Vadodariya" userId="d2e325c0593a319e" providerId="LiveId" clId="{C5D15607-3D89-4432-AEBA-7EDDE20FB0FE}" dt="2022-07-18T14:41:38.500" v="2721" actId="1076"/>
          <ac:spMkLst>
            <pc:docMk/>
            <pc:sldMk cId="59979010" sldId="361"/>
            <ac:spMk id="8" creationId="{3DB651FD-74B5-9B43-0B0C-C5B6D6772909}"/>
          </ac:spMkLst>
        </pc:spChg>
        <pc:spChg chg="add mod">
          <ac:chgData name="Naimish Vadodariya" userId="d2e325c0593a319e" providerId="LiveId" clId="{C5D15607-3D89-4432-AEBA-7EDDE20FB0FE}" dt="2022-07-18T14:41:52.202" v="2724" actId="14100"/>
          <ac:spMkLst>
            <pc:docMk/>
            <pc:sldMk cId="59979010" sldId="361"/>
            <ac:spMk id="9" creationId="{F241ED5B-265A-22D8-E937-406B18780341}"/>
          </ac:spMkLst>
        </pc:spChg>
        <pc:graphicFrameChg chg="mod modGraphic">
          <ac:chgData name="Naimish Vadodariya" userId="d2e325c0593a319e" providerId="LiveId" clId="{C5D15607-3D89-4432-AEBA-7EDDE20FB0FE}" dt="2022-07-18T03:14:52.543" v="2094" actId="12"/>
          <ac:graphicFrameMkLst>
            <pc:docMk/>
            <pc:sldMk cId="59979010" sldId="361"/>
            <ac:graphicFrameMk id="15" creationId="{B267EDDA-FF24-1989-6699-4B7A7B721C7D}"/>
          </ac:graphicFrameMkLst>
        </pc:graphicFrameChg>
        <pc:picChg chg="add mod">
          <ac:chgData name="Naimish Vadodariya" userId="d2e325c0593a319e" providerId="LiveId" clId="{C5D15607-3D89-4432-AEBA-7EDDE20FB0FE}" dt="2022-07-18T03:16:14.064" v="2098" actId="1076"/>
          <ac:picMkLst>
            <pc:docMk/>
            <pc:sldMk cId="59979010" sldId="361"/>
            <ac:picMk id="4" creationId="{CEB590EF-8883-8188-D799-579A8C896457}"/>
          </ac:picMkLst>
        </pc:picChg>
      </pc:sldChg>
      <pc:sldChg chg="addSp modSp add mod modAnim">
        <pc:chgData name="Naimish Vadodariya" userId="d2e325c0593a319e" providerId="LiveId" clId="{C5D15607-3D89-4432-AEBA-7EDDE20FB0FE}" dt="2022-07-18T14:45:37.662" v="2751" actId="14100"/>
        <pc:sldMkLst>
          <pc:docMk/>
          <pc:sldMk cId="3785565514" sldId="362"/>
        </pc:sldMkLst>
        <pc:spChg chg="add mod">
          <ac:chgData name="Naimish Vadodariya" userId="d2e325c0593a319e" providerId="LiveId" clId="{C5D15607-3D89-4432-AEBA-7EDDE20FB0FE}" dt="2022-07-18T14:45:25.453" v="2748" actId="14100"/>
          <ac:spMkLst>
            <pc:docMk/>
            <pc:sldMk cId="3785565514" sldId="362"/>
            <ac:spMk id="6" creationId="{1F566772-FE51-4AA8-2B27-82CB9C196B81}"/>
          </ac:spMkLst>
        </pc:spChg>
        <pc:spChg chg="add mod">
          <ac:chgData name="Naimish Vadodariya" userId="d2e325c0593a319e" providerId="LiveId" clId="{C5D15607-3D89-4432-AEBA-7EDDE20FB0FE}" dt="2022-07-18T14:45:32.642" v="2750" actId="14100"/>
          <ac:spMkLst>
            <pc:docMk/>
            <pc:sldMk cId="3785565514" sldId="362"/>
            <ac:spMk id="7" creationId="{89B7709C-2510-D628-5025-E538E954494B}"/>
          </ac:spMkLst>
        </pc:spChg>
        <pc:spChg chg="add mod">
          <ac:chgData name="Naimish Vadodariya" userId="d2e325c0593a319e" providerId="LiveId" clId="{C5D15607-3D89-4432-AEBA-7EDDE20FB0FE}" dt="2022-07-18T14:45:37.662" v="2751" actId="14100"/>
          <ac:spMkLst>
            <pc:docMk/>
            <pc:sldMk cId="3785565514" sldId="362"/>
            <ac:spMk id="8" creationId="{40B22684-6E67-13D6-590B-4C87165A41D8}"/>
          </ac:spMkLst>
        </pc:spChg>
        <pc:spChg chg="add mod">
          <ac:chgData name="Naimish Vadodariya" userId="d2e325c0593a319e" providerId="LiveId" clId="{C5D15607-3D89-4432-AEBA-7EDDE20FB0FE}" dt="2022-07-18T14:44:40.578" v="2744" actId="1076"/>
          <ac:spMkLst>
            <pc:docMk/>
            <pc:sldMk cId="3785565514" sldId="362"/>
            <ac:spMk id="9" creationId="{D7F45244-C535-020A-806A-9847A58EE7FC}"/>
          </ac:spMkLst>
        </pc:spChg>
        <pc:graphicFrameChg chg="mod modGraphic">
          <ac:chgData name="Naimish Vadodariya" userId="d2e325c0593a319e" providerId="LiveId" clId="{C5D15607-3D89-4432-AEBA-7EDDE20FB0FE}" dt="2022-07-18T02:45:25.144" v="1964" actId="20577"/>
          <ac:graphicFrameMkLst>
            <pc:docMk/>
            <pc:sldMk cId="3785565514" sldId="362"/>
            <ac:graphicFrameMk id="15" creationId="{B267EDDA-FF24-1989-6699-4B7A7B721C7D}"/>
          </ac:graphicFrameMkLst>
        </pc:graphicFrameChg>
      </pc:sldChg>
      <pc:sldChg chg="addSp modSp add mod modAnim">
        <pc:chgData name="Naimish Vadodariya" userId="d2e325c0593a319e" providerId="LiveId" clId="{C5D15607-3D89-4432-AEBA-7EDDE20FB0FE}" dt="2022-07-18T14:46:47.887" v="2758" actId="14100"/>
        <pc:sldMkLst>
          <pc:docMk/>
          <pc:sldMk cId="122249993" sldId="363"/>
        </pc:sldMkLst>
        <pc:spChg chg="add mod">
          <ac:chgData name="Naimish Vadodariya" userId="d2e325c0593a319e" providerId="LiveId" clId="{C5D15607-3D89-4432-AEBA-7EDDE20FB0FE}" dt="2022-07-18T14:46:47.887" v="2758" actId="14100"/>
          <ac:spMkLst>
            <pc:docMk/>
            <pc:sldMk cId="122249993" sldId="363"/>
            <ac:spMk id="6" creationId="{C63FCD08-548F-5590-4DBF-AB9CA1C8D2F1}"/>
          </ac:spMkLst>
        </pc:spChg>
        <pc:spChg chg="add mod">
          <ac:chgData name="Naimish Vadodariya" userId="d2e325c0593a319e" providerId="LiveId" clId="{C5D15607-3D89-4432-AEBA-7EDDE20FB0FE}" dt="2022-07-18T14:46:43.593" v="2757" actId="14100"/>
          <ac:spMkLst>
            <pc:docMk/>
            <pc:sldMk cId="122249993" sldId="363"/>
            <ac:spMk id="7" creationId="{DE414BA1-A3A4-0BEC-14D4-04F6E7BD9E3D}"/>
          </ac:spMkLst>
        </pc:spChg>
        <pc:graphicFrameChg chg="mod modGraphic">
          <ac:chgData name="Naimish Vadodariya" userId="d2e325c0593a319e" providerId="LiveId" clId="{C5D15607-3D89-4432-AEBA-7EDDE20FB0FE}" dt="2022-07-18T04:55:40.127" v="2112" actId="20577"/>
          <ac:graphicFrameMkLst>
            <pc:docMk/>
            <pc:sldMk cId="122249993" sldId="363"/>
            <ac:graphicFrameMk id="15" creationId="{B267EDDA-FF24-1989-6699-4B7A7B721C7D}"/>
          </ac:graphicFrameMkLst>
        </pc:graphicFrameChg>
      </pc:sldChg>
      <pc:sldChg chg="addSp modSp add mod modAnim">
        <pc:chgData name="Naimish Vadodariya" userId="d2e325c0593a319e" providerId="LiveId" clId="{C5D15607-3D89-4432-AEBA-7EDDE20FB0FE}" dt="2022-07-18T14:47:50.654" v="2766" actId="14100"/>
        <pc:sldMkLst>
          <pc:docMk/>
          <pc:sldMk cId="1082435962" sldId="364"/>
        </pc:sldMkLst>
        <pc:spChg chg="mod">
          <ac:chgData name="Naimish Vadodariya" userId="d2e325c0593a319e" providerId="LiveId" clId="{C5D15607-3D89-4432-AEBA-7EDDE20FB0FE}" dt="2022-07-18T05:17:22.885" v="2130" actId="20577"/>
          <ac:spMkLst>
            <pc:docMk/>
            <pc:sldMk cId="1082435962" sldId="364"/>
            <ac:spMk id="2" creationId="{095EF1AA-B384-4B3C-AA64-26D31B983DC1}"/>
          </ac:spMkLst>
        </pc:spChg>
        <pc:spChg chg="add mod">
          <ac:chgData name="Naimish Vadodariya" userId="d2e325c0593a319e" providerId="LiveId" clId="{C5D15607-3D89-4432-AEBA-7EDDE20FB0FE}" dt="2022-07-18T14:47:22.742" v="2760" actId="1076"/>
          <ac:spMkLst>
            <pc:docMk/>
            <pc:sldMk cId="1082435962" sldId="364"/>
            <ac:spMk id="6" creationId="{07243A7C-2D95-BA6B-38FC-B226572F68F1}"/>
          </ac:spMkLst>
        </pc:spChg>
        <pc:spChg chg="add mod">
          <ac:chgData name="Naimish Vadodariya" userId="d2e325c0593a319e" providerId="LiveId" clId="{C5D15607-3D89-4432-AEBA-7EDDE20FB0FE}" dt="2022-07-18T14:47:39.276" v="2763" actId="14100"/>
          <ac:spMkLst>
            <pc:docMk/>
            <pc:sldMk cId="1082435962" sldId="364"/>
            <ac:spMk id="7" creationId="{F29DD3A8-3505-CF35-6DEB-61D349249512}"/>
          </ac:spMkLst>
        </pc:spChg>
        <pc:spChg chg="add mod">
          <ac:chgData name="Naimish Vadodariya" userId="d2e325c0593a319e" providerId="LiveId" clId="{C5D15607-3D89-4432-AEBA-7EDDE20FB0FE}" dt="2022-07-18T14:47:50.654" v="2766" actId="14100"/>
          <ac:spMkLst>
            <pc:docMk/>
            <pc:sldMk cId="1082435962" sldId="364"/>
            <ac:spMk id="8" creationId="{E1933CB4-3590-764F-18CA-E9D3C2393F68}"/>
          </ac:spMkLst>
        </pc:spChg>
        <pc:spChg chg="mod">
          <ac:chgData name="Naimish Vadodariya" userId="d2e325c0593a319e" providerId="LiveId" clId="{C5D15607-3D89-4432-AEBA-7EDDE20FB0FE}" dt="2022-07-18T05:17:31.608" v="2141" actId="20577"/>
          <ac:spMkLst>
            <pc:docMk/>
            <pc:sldMk cId="1082435962" sldId="364"/>
            <ac:spMk id="20" creationId="{CD91C41C-8AF5-E5EA-AF59-B100830EB102}"/>
          </ac:spMkLst>
        </pc:spChg>
        <pc:graphicFrameChg chg="mod modGraphic">
          <ac:chgData name="Naimish Vadodariya" userId="d2e325c0593a319e" providerId="LiveId" clId="{C5D15607-3D89-4432-AEBA-7EDDE20FB0FE}" dt="2022-07-18T14:32:11.218" v="2641" actId="20577"/>
          <ac:graphicFrameMkLst>
            <pc:docMk/>
            <pc:sldMk cId="1082435962" sldId="364"/>
            <ac:graphicFrameMk id="15" creationId="{B267EDDA-FF24-1989-6699-4B7A7B721C7D}"/>
          </ac:graphicFrameMkLst>
        </pc:graphicFrameChg>
      </pc:sldChg>
      <pc:sldChg chg="modSp add mod addAnim delAnim">
        <pc:chgData name="Naimish Vadodariya" userId="d2e325c0593a319e" providerId="LiveId" clId="{C5D15607-3D89-4432-AEBA-7EDDE20FB0FE}" dt="2022-07-18T14:48:45.257" v="2770" actId="20577"/>
        <pc:sldMkLst>
          <pc:docMk/>
          <pc:sldMk cId="4280385157" sldId="365"/>
        </pc:sldMkLst>
        <pc:graphicFrameChg chg="mod modGraphic">
          <ac:chgData name="Naimish Vadodariya" userId="d2e325c0593a319e" providerId="LiveId" clId="{C5D15607-3D89-4432-AEBA-7EDDE20FB0FE}" dt="2022-07-18T14:48:45.257" v="2770" actId="20577"/>
          <ac:graphicFrameMkLst>
            <pc:docMk/>
            <pc:sldMk cId="4280385157" sldId="365"/>
            <ac:graphicFrameMk id="15" creationId="{B267EDDA-FF24-1989-6699-4B7A7B721C7D}"/>
          </ac:graphicFrameMkLst>
        </pc:graphicFrameChg>
      </pc:sldChg>
      <pc:sldChg chg="modSp add mod">
        <pc:chgData name="Naimish Vadodariya" userId="d2e325c0593a319e" providerId="LiveId" clId="{C5D15607-3D89-4432-AEBA-7EDDE20FB0FE}" dt="2022-07-18T14:49:29.310" v="2792" actId="20577"/>
        <pc:sldMkLst>
          <pc:docMk/>
          <pc:sldMk cId="2669232800" sldId="366"/>
        </pc:sldMkLst>
        <pc:spChg chg="mod">
          <ac:chgData name="Naimish Vadodariya" userId="d2e325c0593a319e" providerId="LiveId" clId="{C5D15607-3D89-4432-AEBA-7EDDE20FB0FE}" dt="2022-07-18T14:49:29.310" v="2792" actId="20577"/>
          <ac:spMkLst>
            <pc:docMk/>
            <pc:sldMk cId="2669232800" sldId="366"/>
            <ac:spMk id="2" creationId="{54D792E8-8838-4744-A7DD-92B0ED18307B}"/>
          </ac:spMkLst>
        </pc:spChg>
        <pc:spChg chg="mod">
          <ac:chgData name="Naimish Vadodariya" userId="d2e325c0593a319e" providerId="LiveId" clId="{C5D15607-3D89-4432-AEBA-7EDDE20FB0FE}" dt="2022-07-18T14:49:03.093" v="2776" actId="20577"/>
          <ac:spMkLst>
            <pc:docMk/>
            <pc:sldMk cId="2669232800" sldId="366"/>
            <ac:spMk id="3" creationId="{6C915463-E8EE-4502-8261-E337007EFAAF}"/>
          </ac:spMkLst>
        </pc:spChg>
      </pc:sldChg>
      <pc:sldChg chg="delSp modSp add mod delAnim modAnim">
        <pc:chgData name="Naimish Vadodariya" userId="d2e325c0593a319e" providerId="LiveId" clId="{C5D15607-3D89-4432-AEBA-7EDDE20FB0FE}" dt="2022-07-19T02:29:07.293" v="2855"/>
        <pc:sldMkLst>
          <pc:docMk/>
          <pc:sldMk cId="2670905415" sldId="367"/>
        </pc:sldMkLst>
        <pc:spChg chg="mod">
          <ac:chgData name="Naimish Vadodariya" userId="d2e325c0593a319e" providerId="LiveId" clId="{C5D15607-3D89-4432-AEBA-7EDDE20FB0FE}" dt="2022-07-19T02:24:10.353" v="2822" actId="20577"/>
          <ac:spMkLst>
            <pc:docMk/>
            <pc:sldMk cId="2670905415" sldId="367"/>
            <ac:spMk id="2" creationId="{E1F2D5F8-87CB-4B5B-8EC7-5F4CE6485746}"/>
          </ac:spMkLst>
        </pc:spChg>
        <pc:spChg chg="mod">
          <ac:chgData name="Naimish Vadodariya" userId="d2e325c0593a319e" providerId="LiveId" clId="{C5D15607-3D89-4432-AEBA-7EDDE20FB0FE}" dt="2022-07-19T02:28:56.761" v="2853" actId="5793"/>
          <ac:spMkLst>
            <pc:docMk/>
            <pc:sldMk cId="2670905415" sldId="367"/>
            <ac:spMk id="3" creationId="{139A428D-8F15-4206-B337-FA27C005FA71}"/>
          </ac:spMkLst>
        </pc:spChg>
        <pc:spChg chg="del">
          <ac:chgData name="Naimish Vadodariya" userId="d2e325c0593a319e" providerId="LiveId" clId="{C5D15607-3D89-4432-AEBA-7EDDE20FB0FE}" dt="2022-07-19T02:24:00.472" v="2799" actId="478"/>
          <ac:spMkLst>
            <pc:docMk/>
            <pc:sldMk cId="2670905415" sldId="367"/>
            <ac:spMk id="4" creationId="{00000000-0000-0000-0000-000000000000}"/>
          </ac:spMkLst>
        </pc:spChg>
        <pc:spChg chg="del">
          <ac:chgData name="Naimish Vadodariya" userId="d2e325c0593a319e" providerId="LiveId" clId="{C5D15607-3D89-4432-AEBA-7EDDE20FB0FE}" dt="2022-07-19T02:23:47.397" v="2796" actId="478"/>
          <ac:spMkLst>
            <pc:docMk/>
            <pc:sldMk cId="2670905415" sldId="367"/>
            <ac:spMk id="10" creationId="{C4A6F3DF-2EB8-43CF-3795-79063F5A0067}"/>
          </ac:spMkLst>
        </pc:spChg>
        <pc:spChg chg="del">
          <ac:chgData name="Naimish Vadodariya" userId="d2e325c0593a319e" providerId="LiveId" clId="{C5D15607-3D89-4432-AEBA-7EDDE20FB0FE}" dt="2022-07-19T02:23:47.397" v="2796" actId="478"/>
          <ac:spMkLst>
            <pc:docMk/>
            <pc:sldMk cId="2670905415" sldId="367"/>
            <ac:spMk id="11" creationId="{72A86601-7B9C-F9F6-5604-2455DAE19E61}"/>
          </ac:spMkLst>
        </pc:spChg>
        <pc:spChg chg="del">
          <ac:chgData name="Naimish Vadodariya" userId="d2e325c0593a319e" providerId="LiveId" clId="{C5D15607-3D89-4432-AEBA-7EDDE20FB0FE}" dt="2022-07-19T02:23:47.397" v="2796" actId="478"/>
          <ac:spMkLst>
            <pc:docMk/>
            <pc:sldMk cId="2670905415" sldId="367"/>
            <ac:spMk id="14" creationId="{72A86601-7B9C-F9F6-5604-2455DAE19E61}"/>
          </ac:spMkLst>
        </pc:spChg>
        <pc:picChg chg="del">
          <ac:chgData name="Naimish Vadodariya" userId="d2e325c0593a319e" providerId="LiveId" clId="{C5D15607-3D89-4432-AEBA-7EDDE20FB0FE}" dt="2022-07-19T02:23:47.397" v="2796" actId="478"/>
          <ac:picMkLst>
            <pc:docMk/>
            <pc:sldMk cId="2670905415" sldId="367"/>
            <ac:picMk id="9" creationId="{00000000-0000-0000-0000-000000000000}"/>
          </ac:picMkLst>
        </pc:picChg>
      </pc:sldChg>
      <pc:sldChg chg="addSp delSp modSp add mod delAnim modAnim">
        <pc:chgData name="Naimish Vadodariya" userId="d2e325c0593a319e" providerId="LiveId" clId="{C5D15607-3D89-4432-AEBA-7EDDE20FB0FE}" dt="2022-07-19T02:46:03.751" v="3073" actId="14100"/>
        <pc:sldMkLst>
          <pc:docMk/>
          <pc:sldMk cId="1353453084" sldId="368"/>
        </pc:sldMkLst>
        <pc:spChg chg="mod">
          <ac:chgData name="Naimish Vadodariya" userId="d2e325c0593a319e" providerId="LiveId" clId="{C5D15607-3D89-4432-AEBA-7EDDE20FB0FE}" dt="2022-07-19T02:36:41.151" v="2977" actId="20577"/>
          <ac:spMkLst>
            <pc:docMk/>
            <pc:sldMk cId="1353453084" sldId="368"/>
            <ac:spMk id="2" creationId="{095EF1AA-B384-4B3C-AA64-26D31B983DC1}"/>
          </ac:spMkLst>
        </pc:spChg>
        <pc:spChg chg="mod">
          <ac:chgData name="Naimish Vadodariya" userId="d2e325c0593a319e" providerId="LiveId" clId="{C5D15607-3D89-4432-AEBA-7EDDE20FB0FE}" dt="2022-07-19T02:45:53.252" v="3070" actId="14100"/>
          <ac:spMkLst>
            <pc:docMk/>
            <pc:sldMk cId="1353453084" sldId="368"/>
            <ac:spMk id="3" creationId="{C1A1189A-7AFE-CCC8-8A9C-0C401FF3B55B}"/>
          </ac:spMkLst>
        </pc:spChg>
        <pc:spChg chg="del">
          <ac:chgData name="Naimish Vadodariya" userId="d2e325c0593a319e" providerId="LiveId" clId="{C5D15607-3D89-4432-AEBA-7EDDE20FB0FE}" dt="2022-07-19T02:32:40.495" v="2917" actId="478"/>
          <ac:spMkLst>
            <pc:docMk/>
            <pc:sldMk cId="1353453084" sldId="368"/>
            <ac:spMk id="4" creationId="{0A8696B3-C7C3-43DD-0940-820E303B2436}"/>
          </ac:spMkLst>
        </pc:spChg>
        <pc:spChg chg="mod">
          <ac:chgData name="Naimish Vadodariya" userId="d2e325c0593a319e" providerId="LiveId" clId="{C5D15607-3D89-4432-AEBA-7EDDE20FB0FE}" dt="2022-07-19T02:45:40.152" v="3060" actId="14100"/>
          <ac:spMkLst>
            <pc:docMk/>
            <pc:sldMk cId="1353453084" sldId="368"/>
            <ac:spMk id="5" creationId="{C4A6F3DF-2EB8-43CF-3795-79063F5A0067}"/>
          </ac:spMkLst>
        </pc:spChg>
        <pc:spChg chg="mod">
          <ac:chgData name="Naimish Vadodariya" userId="d2e325c0593a319e" providerId="LiveId" clId="{C5D15607-3D89-4432-AEBA-7EDDE20FB0FE}" dt="2022-07-19T02:45:46.226" v="3068" actId="20577"/>
          <ac:spMkLst>
            <pc:docMk/>
            <pc:sldMk cId="1353453084" sldId="368"/>
            <ac:spMk id="6" creationId="{E5D2700A-D7EE-717D-0B33-EF7EACCD7F5A}"/>
          </ac:spMkLst>
        </pc:spChg>
        <pc:spChg chg="mod">
          <ac:chgData name="Naimish Vadodariya" userId="d2e325c0593a319e" providerId="LiveId" clId="{C5D15607-3D89-4432-AEBA-7EDDE20FB0FE}" dt="2022-07-19T02:32:32.536" v="2914" actId="20577"/>
          <ac:spMkLst>
            <pc:docMk/>
            <pc:sldMk cId="1353453084" sldId="368"/>
            <ac:spMk id="7" creationId="{72A86601-7B9C-F9F6-5604-2455DAE19E61}"/>
          </ac:spMkLst>
        </pc:spChg>
        <pc:spChg chg="del">
          <ac:chgData name="Naimish Vadodariya" userId="d2e325c0593a319e" providerId="LiveId" clId="{C5D15607-3D89-4432-AEBA-7EDDE20FB0FE}" dt="2022-07-19T02:32:38.940" v="2916" actId="478"/>
          <ac:spMkLst>
            <pc:docMk/>
            <pc:sldMk cId="1353453084" sldId="368"/>
            <ac:spMk id="10" creationId="{6043E1DE-D336-27E2-6E73-0D010F2AF74E}"/>
          </ac:spMkLst>
        </pc:spChg>
        <pc:spChg chg="add mod">
          <ac:chgData name="Naimish Vadodariya" userId="d2e325c0593a319e" providerId="LiveId" clId="{C5D15607-3D89-4432-AEBA-7EDDE20FB0FE}" dt="2022-07-19T02:46:03.751" v="3073" actId="14100"/>
          <ac:spMkLst>
            <pc:docMk/>
            <pc:sldMk cId="1353453084" sldId="368"/>
            <ac:spMk id="11" creationId="{93AEBBC2-B3BC-086F-8DDC-EE11B8DFCC29}"/>
          </ac:spMkLst>
        </pc:spChg>
        <pc:picChg chg="del">
          <ac:chgData name="Naimish Vadodariya" userId="d2e325c0593a319e" providerId="LiveId" clId="{C5D15607-3D89-4432-AEBA-7EDDE20FB0FE}" dt="2022-07-19T02:32:37.704" v="2915" actId="478"/>
          <ac:picMkLst>
            <pc:docMk/>
            <pc:sldMk cId="1353453084" sldId="368"/>
            <ac:picMk id="9" creationId="{C8FF3D11-D760-1536-4DFB-3F9B3E6BF681}"/>
          </ac:picMkLst>
        </pc:picChg>
      </pc:sldChg>
      <pc:sldChg chg="addSp delSp modSp add mod delAnim modAnim">
        <pc:chgData name="Naimish Vadodariya" userId="d2e325c0593a319e" providerId="LiveId" clId="{C5D15607-3D89-4432-AEBA-7EDDE20FB0FE}" dt="2022-07-20T06:33:47.663" v="3685" actId="20577"/>
        <pc:sldMkLst>
          <pc:docMk/>
          <pc:sldMk cId="1566724809" sldId="369"/>
        </pc:sldMkLst>
        <pc:spChg chg="mod">
          <ac:chgData name="Naimish Vadodariya" userId="d2e325c0593a319e" providerId="LiveId" clId="{C5D15607-3D89-4432-AEBA-7EDDE20FB0FE}" dt="2022-07-19T02:39:23.445" v="3004" actId="1076"/>
          <ac:spMkLst>
            <pc:docMk/>
            <pc:sldMk cId="1566724809" sldId="369"/>
            <ac:spMk id="3" creationId="{C1A1189A-7AFE-CCC8-8A9C-0C401FF3B55B}"/>
          </ac:spMkLst>
        </pc:spChg>
        <pc:spChg chg="mod">
          <ac:chgData name="Naimish Vadodariya" userId="d2e325c0593a319e" providerId="LiveId" clId="{C5D15607-3D89-4432-AEBA-7EDDE20FB0FE}" dt="2022-07-19T02:38:02.364" v="2988"/>
          <ac:spMkLst>
            <pc:docMk/>
            <pc:sldMk cId="1566724809" sldId="369"/>
            <ac:spMk id="5" creationId="{C4A6F3DF-2EB8-43CF-3795-79063F5A0067}"/>
          </ac:spMkLst>
        </pc:spChg>
        <pc:spChg chg="mod">
          <ac:chgData name="Naimish Vadodariya" userId="d2e325c0593a319e" providerId="LiveId" clId="{C5D15607-3D89-4432-AEBA-7EDDE20FB0FE}" dt="2022-07-19T02:38:07.115" v="2997" actId="20577"/>
          <ac:spMkLst>
            <pc:docMk/>
            <pc:sldMk cId="1566724809" sldId="369"/>
            <ac:spMk id="6" creationId="{E5D2700A-D7EE-717D-0B33-EF7EACCD7F5A}"/>
          </ac:spMkLst>
        </pc:spChg>
        <pc:spChg chg="mod">
          <ac:chgData name="Naimish Vadodariya" userId="d2e325c0593a319e" providerId="LiveId" clId="{C5D15607-3D89-4432-AEBA-7EDDE20FB0FE}" dt="2022-07-20T06:33:47.663" v="3685" actId="20577"/>
          <ac:spMkLst>
            <pc:docMk/>
            <pc:sldMk cId="1566724809" sldId="369"/>
            <ac:spMk id="7" creationId="{72A86601-7B9C-F9F6-5604-2455DAE19E61}"/>
          </ac:spMkLst>
        </pc:spChg>
        <pc:spChg chg="add mod">
          <ac:chgData name="Naimish Vadodariya" userId="d2e325c0593a319e" providerId="LiveId" clId="{C5D15607-3D89-4432-AEBA-7EDDE20FB0FE}" dt="2022-07-19T02:40:28.736" v="3018" actId="14100"/>
          <ac:spMkLst>
            <pc:docMk/>
            <pc:sldMk cId="1566724809" sldId="369"/>
            <ac:spMk id="10" creationId="{447943EF-B9EE-0B0C-C634-2C071DA0DA45}"/>
          </ac:spMkLst>
        </pc:spChg>
        <pc:spChg chg="del">
          <ac:chgData name="Naimish Vadodariya" userId="d2e325c0593a319e" providerId="LiveId" clId="{C5D15607-3D89-4432-AEBA-7EDDE20FB0FE}" dt="2022-07-19T02:38:18.617" v="2999" actId="478"/>
          <ac:spMkLst>
            <pc:docMk/>
            <pc:sldMk cId="1566724809" sldId="369"/>
            <ac:spMk id="11" creationId="{93AEBBC2-B3BC-086F-8DDC-EE11B8DFCC29}"/>
          </ac:spMkLst>
        </pc:spChg>
        <pc:spChg chg="add del mod">
          <ac:chgData name="Naimish Vadodariya" userId="d2e325c0593a319e" providerId="LiveId" clId="{C5D15607-3D89-4432-AEBA-7EDDE20FB0FE}" dt="2022-07-19T02:40:56.057" v="3021"/>
          <ac:spMkLst>
            <pc:docMk/>
            <pc:sldMk cId="1566724809" sldId="369"/>
            <ac:spMk id="12" creationId="{C2B100F5-B36D-0E49-8FCA-E2949E14B9C1}"/>
          </ac:spMkLst>
        </pc:spChg>
        <pc:picChg chg="add mod">
          <ac:chgData name="Naimish Vadodariya" userId="d2e325c0593a319e" providerId="LiveId" clId="{C5D15607-3D89-4432-AEBA-7EDDE20FB0FE}" dt="2022-07-19T02:40:38.175" v="3019"/>
          <ac:picMkLst>
            <pc:docMk/>
            <pc:sldMk cId="1566724809" sldId="369"/>
            <ac:picMk id="8" creationId="{96C838DB-9DE1-ED47-3F2B-CD434302C24F}"/>
          </ac:picMkLst>
        </pc:picChg>
      </pc:sldChg>
      <pc:sldChg chg="addSp delSp modSp add mod modAnim">
        <pc:chgData name="Naimish Vadodariya" userId="d2e325c0593a319e" providerId="LiveId" clId="{C5D15607-3D89-4432-AEBA-7EDDE20FB0FE}" dt="2022-07-19T02:59:03.885" v="3102" actId="20577"/>
        <pc:sldMkLst>
          <pc:docMk/>
          <pc:sldMk cId="3954562979" sldId="370"/>
        </pc:sldMkLst>
        <pc:spChg chg="mod">
          <ac:chgData name="Naimish Vadodariya" userId="d2e325c0593a319e" providerId="LiveId" clId="{C5D15607-3D89-4432-AEBA-7EDDE20FB0FE}" dt="2022-07-19T02:42:42.211" v="3040"/>
          <ac:spMkLst>
            <pc:docMk/>
            <pc:sldMk cId="3954562979" sldId="370"/>
            <ac:spMk id="3" creationId="{C1A1189A-7AFE-CCC8-8A9C-0C401FF3B55B}"/>
          </ac:spMkLst>
        </pc:spChg>
        <pc:spChg chg="mod">
          <ac:chgData name="Naimish Vadodariya" userId="d2e325c0593a319e" providerId="LiveId" clId="{C5D15607-3D89-4432-AEBA-7EDDE20FB0FE}" dt="2022-07-19T02:41:58.865" v="3025"/>
          <ac:spMkLst>
            <pc:docMk/>
            <pc:sldMk cId="3954562979" sldId="370"/>
            <ac:spMk id="5" creationId="{C4A6F3DF-2EB8-43CF-3795-79063F5A0067}"/>
          </ac:spMkLst>
        </pc:spChg>
        <pc:spChg chg="mod">
          <ac:chgData name="Naimish Vadodariya" userId="d2e325c0593a319e" providerId="LiveId" clId="{C5D15607-3D89-4432-AEBA-7EDDE20FB0FE}" dt="2022-07-19T02:42:05.804" v="3035" actId="20577"/>
          <ac:spMkLst>
            <pc:docMk/>
            <pc:sldMk cId="3954562979" sldId="370"/>
            <ac:spMk id="6" creationId="{E5D2700A-D7EE-717D-0B33-EF7EACCD7F5A}"/>
          </ac:spMkLst>
        </pc:spChg>
        <pc:spChg chg="mod">
          <ac:chgData name="Naimish Vadodariya" userId="d2e325c0593a319e" providerId="LiveId" clId="{C5D15607-3D89-4432-AEBA-7EDDE20FB0FE}" dt="2022-07-19T02:59:03.885" v="3102" actId="20577"/>
          <ac:spMkLst>
            <pc:docMk/>
            <pc:sldMk cId="3954562979" sldId="370"/>
            <ac:spMk id="7" creationId="{72A86601-7B9C-F9F6-5604-2455DAE19E61}"/>
          </ac:spMkLst>
        </pc:spChg>
        <pc:spChg chg="mod">
          <ac:chgData name="Naimish Vadodariya" userId="d2e325c0593a319e" providerId="LiveId" clId="{C5D15607-3D89-4432-AEBA-7EDDE20FB0FE}" dt="2022-07-19T02:42:47.212" v="3041" actId="1076"/>
          <ac:spMkLst>
            <pc:docMk/>
            <pc:sldMk cId="3954562979" sldId="370"/>
            <ac:spMk id="10" creationId="{447943EF-B9EE-0B0C-C634-2C071DA0DA45}"/>
          </ac:spMkLst>
        </pc:spChg>
        <pc:picChg chg="del">
          <ac:chgData name="Naimish Vadodariya" userId="d2e325c0593a319e" providerId="LiveId" clId="{C5D15607-3D89-4432-AEBA-7EDDE20FB0FE}" dt="2022-07-19T02:43:09.151" v="3042" actId="478"/>
          <ac:picMkLst>
            <pc:docMk/>
            <pc:sldMk cId="3954562979" sldId="370"/>
            <ac:picMk id="8" creationId="{96C838DB-9DE1-ED47-3F2B-CD434302C24F}"/>
          </ac:picMkLst>
        </pc:picChg>
        <pc:picChg chg="add mod">
          <ac:chgData name="Naimish Vadodariya" userId="d2e325c0593a319e" providerId="LiveId" clId="{C5D15607-3D89-4432-AEBA-7EDDE20FB0FE}" dt="2022-07-19T02:43:24.632" v="3046"/>
          <ac:picMkLst>
            <pc:docMk/>
            <pc:sldMk cId="3954562979" sldId="370"/>
            <ac:picMk id="9" creationId="{598C1EC5-B3EA-A25A-4EBB-A7C18DC125D6}"/>
          </ac:picMkLst>
        </pc:picChg>
      </pc:sldChg>
      <pc:sldChg chg="modSp add mod">
        <pc:chgData name="Naimish Vadodariya" userId="d2e325c0593a319e" providerId="LiveId" clId="{C5D15607-3D89-4432-AEBA-7EDDE20FB0FE}" dt="2022-08-02T14:06:14.830" v="5948"/>
        <pc:sldMkLst>
          <pc:docMk/>
          <pc:sldMk cId="1693413271" sldId="387"/>
        </pc:sldMkLst>
        <pc:spChg chg="mod">
          <ac:chgData name="Naimish Vadodariya" userId="d2e325c0593a319e" providerId="LiveId" clId="{C5D15607-3D89-4432-AEBA-7EDDE20FB0FE}" dt="2022-08-02T14:04:28.198" v="5937" actId="20577"/>
          <ac:spMkLst>
            <pc:docMk/>
            <pc:sldMk cId="1693413271" sldId="387"/>
            <ac:spMk id="27" creationId="{E2AD8B6E-51EA-4A15-8752-4F221E5E02C5}"/>
          </ac:spMkLst>
        </pc:spChg>
        <pc:spChg chg="mod">
          <ac:chgData name="Naimish Vadodariya" userId="d2e325c0593a319e" providerId="LiveId" clId="{C5D15607-3D89-4432-AEBA-7EDDE20FB0FE}" dt="2022-08-02T14:06:14.830" v="5948"/>
          <ac:spMkLst>
            <pc:docMk/>
            <pc:sldMk cId="1693413271" sldId="387"/>
            <ac:spMk id="31" creationId="{89F5B5F8-350F-4941-B9DE-36BF8B014803}"/>
          </ac:spMkLst>
        </pc:spChg>
      </pc:sldChg>
      <pc:sldChg chg="addSp modSp add mod modAnim">
        <pc:chgData name="Naimish Vadodariya" userId="d2e325c0593a319e" providerId="LiveId" clId="{C5D15607-3D89-4432-AEBA-7EDDE20FB0FE}" dt="2022-08-02T13:04:43.090" v="5338" actId="20577"/>
        <pc:sldMkLst>
          <pc:docMk/>
          <pc:sldMk cId="1384210861" sldId="673"/>
        </pc:sldMkLst>
        <pc:spChg chg="mod">
          <ac:chgData name="Naimish Vadodariya" userId="d2e325c0593a319e" providerId="LiveId" clId="{C5D15607-3D89-4432-AEBA-7EDDE20FB0FE}" dt="2022-07-21T05:48:46.246" v="4558" actId="20577"/>
          <ac:spMkLst>
            <pc:docMk/>
            <pc:sldMk cId="1384210861" sldId="673"/>
            <ac:spMk id="2" creationId="{00000000-0000-0000-0000-000000000000}"/>
          </ac:spMkLst>
        </pc:spChg>
        <pc:spChg chg="mod">
          <ac:chgData name="Naimish Vadodariya" userId="d2e325c0593a319e" providerId="LiveId" clId="{C5D15607-3D89-4432-AEBA-7EDDE20FB0FE}" dt="2022-07-21T05:16:34.185" v="4003" actId="20577"/>
          <ac:spMkLst>
            <pc:docMk/>
            <pc:sldMk cId="1384210861" sldId="673"/>
            <ac:spMk id="3" creationId="{00000000-0000-0000-0000-000000000000}"/>
          </ac:spMkLst>
        </pc:spChg>
        <pc:spChg chg="add mod">
          <ac:chgData name="Naimish Vadodariya" userId="d2e325c0593a319e" providerId="LiveId" clId="{C5D15607-3D89-4432-AEBA-7EDDE20FB0FE}" dt="2022-08-02T13:04:43.090" v="5338" actId="20577"/>
          <ac:spMkLst>
            <pc:docMk/>
            <pc:sldMk cId="1384210861" sldId="673"/>
            <ac:spMk id="8" creationId="{B8FDCB5D-380D-198C-97AB-A228E80D4BF6}"/>
          </ac:spMkLst>
        </pc:spChg>
        <pc:spChg chg="add mod">
          <ac:chgData name="Naimish Vadodariya" userId="d2e325c0593a319e" providerId="LiveId" clId="{C5D15607-3D89-4432-AEBA-7EDDE20FB0FE}" dt="2022-07-21T05:23:13.388" v="4090" actId="1076"/>
          <ac:spMkLst>
            <pc:docMk/>
            <pc:sldMk cId="1384210861" sldId="673"/>
            <ac:spMk id="9" creationId="{AD3A797A-5E30-A59E-3CA0-65013A51D317}"/>
          </ac:spMkLst>
        </pc:spChg>
        <pc:spChg chg="add mod">
          <ac:chgData name="Naimish Vadodariya" userId="d2e325c0593a319e" providerId="LiveId" clId="{C5D15607-3D89-4432-AEBA-7EDDE20FB0FE}" dt="2022-07-21T05:23:13.388" v="4090" actId="1076"/>
          <ac:spMkLst>
            <pc:docMk/>
            <pc:sldMk cId="1384210861" sldId="673"/>
            <ac:spMk id="10" creationId="{CFD4A40F-36C6-1577-6AC7-D362CD1C1CA5}"/>
          </ac:spMkLst>
        </pc:spChg>
        <pc:spChg chg="add mod">
          <ac:chgData name="Naimish Vadodariya" userId="d2e325c0593a319e" providerId="LiveId" clId="{C5D15607-3D89-4432-AEBA-7EDDE20FB0FE}" dt="2022-07-21T05:16:51.971" v="4005" actId="1076"/>
          <ac:spMkLst>
            <pc:docMk/>
            <pc:sldMk cId="1384210861" sldId="673"/>
            <ac:spMk id="11" creationId="{16A1463B-4C6C-E3DE-269F-232F0B13C448}"/>
          </ac:spMkLst>
        </pc:spChg>
        <pc:spChg chg="add mod">
          <ac:chgData name="Naimish Vadodariya" userId="d2e325c0593a319e" providerId="LiveId" clId="{C5D15607-3D89-4432-AEBA-7EDDE20FB0FE}" dt="2022-07-21T05:16:51.971" v="4005" actId="1076"/>
          <ac:spMkLst>
            <pc:docMk/>
            <pc:sldMk cId="1384210861" sldId="673"/>
            <ac:spMk id="12" creationId="{5BC6C5F2-073C-28AC-0265-F11327DB0ADA}"/>
          </ac:spMkLst>
        </pc:spChg>
        <pc:spChg chg="add mod">
          <ac:chgData name="Naimish Vadodariya" userId="d2e325c0593a319e" providerId="LiveId" clId="{C5D15607-3D89-4432-AEBA-7EDDE20FB0FE}" dt="2022-07-21T05:16:51.971" v="4005" actId="1076"/>
          <ac:spMkLst>
            <pc:docMk/>
            <pc:sldMk cId="1384210861" sldId="673"/>
            <ac:spMk id="13" creationId="{3B59716D-BF53-DA00-699F-38D70B5612D9}"/>
          </ac:spMkLst>
        </pc:spChg>
        <pc:graphicFrameChg chg="modGraphic">
          <ac:chgData name="Naimish Vadodariya" userId="d2e325c0593a319e" providerId="LiveId" clId="{C5D15607-3D89-4432-AEBA-7EDDE20FB0FE}" dt="2022-07-21T05:35:52.924" v="4423" actId="2062"/>
          <ac:graphicFrameMkLst>
            <pc:docMk/>
            <pc:sldMk cId="1384210861" sldId="673"/>
            <ac:graphicFrameMk id="4" creationId="{2486BC6F-42B7-4A1D-889E-1B1818D1D5FB}"/>
          </ac:graphicFrameMkLst>
        </pc:graphicFrameChg>
        <pc:graphicFrameChg chg="mod modGraphic">
          <ac:chgData name="Naimish Vadodariya" userId="d2e325c0593a319e" providerId="LiveId" clId="{C5D15607-3D89-4432-AEBA-7EDDE20FB0FE}" dt="2022-07-21T05:35:56.338" v="4424" actId="2062"/>
          <ac:graphicFrameMkLst>
            <pc:docMk/>
            <pc:sldMk cId="1384210861" sldId="673"/>
            <ac:graphicFrameMk id="6" creationId="{2486BC6F-42B7-4A1D-889E-1B1818D1D5FB}"/>
          </ac:graphicFrameMkLst>
        </pc:graphicFrameChg>
        <pc:graphicFrameChg chg="mod modGraphic">
          <ac:chgData name="Naimish Vadodariya" userId="d2e325c0593a319e" providerId="LiveId" clId="{C5D15607-3D89-4432-AEBA-7EDDE20FB0FE}" dt="2022-07-21T05:36:02.942" v="4425" actId="14100"/>
          <ac:graphicFrameMkLst>
            <pc:docMk/>
            <pc:sldMk cId="1384210861" sldId="673"/>
            <ac:graphicFrameMk id="7" creationId="{26B864CA-85CD-4666-B9D1-870ED08B272C}"/>
          </ac:graphicFrameMkLst>
        </pc:graphicFrameChg>
      </pc:sldChg>
      <pc:sldChg chg="modSp add del modAnim">
        <pc:chgData name="Naimish Vadodariya" userId="d2e325c0593a319e" providerId="LiveId" clId="{C5D15607-3D89-4432-AEBA-7EDDE20FB0FE}" dt="2022-07-21T05:22:50.399" v="4088" actId="2696"/>
        <pc:sldMkLst>
          <pc:docMk/>
          <pc:sldMk cId="2012936555" sldId="675"/>
        </pc:sldMkLst>
        <pc:spChg chg="mod">
          <ac:chgData name="Naimish Vadodariya" userId="d2e325c0593a319e" providerId="LiveId" clId="{C5D15607-3D89-4432-AEBA-7EDDE20FB0FE}" dt="2022-07-20T06:06:42.985" v="3652" actId="20577"/>
          <ac:spMkLst>
            <pc:docMk/>
            <pc:sldMk cId="2012936555" sldId="675"/>
            <ac:spMk id="3" creationId="{00000000-0000-0000-0000-000000000000}"/>
          </ac:spMkLst>
        </pc:spChg>
      </pc:sldChg>
      <pc:sldChg chg="modSp add del mod modAnim">
        <pc:chgData name="Naimish Vadodariya" userId="d2e325c0593a319e" providerId="LiveId" clId="{C5D15607-3D89-4432-AEBA-7EDDE20FB0FE}" dt="2022-07-21T05:22:53.680" v="4089" actId="2696"/>
        <pc:sldMkLst>
          <pc:docMk/>
          <pc:sldMk cId="807128902" sldId="676"/>
        </pc:sldMkLst>
        <pc:spChg chg="mod">
          <ac:chgData name="Naimish Vadodariya" userId="d2e325c0593a319e" providerId="LiveId" clId="{C5D15607-3D89-4432-AEBA-7EDDE20FB0FE}" dt="2022-07-20T05:57:00.036" v="3167" actId="20577"/>
          <ac:spMkLst>
            <pc:docMk/>
            <pc:sldMk cId="807128902" sldId="676"/>
            <ac:spMk id="3" creationId="{00000000-0000-0000-0000-000000000000}"/>
          </ac:spMkLst>
        </pc:spChg>
        <pc:graphicFrameChg chg="mod">
          <ac:chgData name="Naimish Vadodariya" userId="d2e325c0593a319e" providerId="LiveId" clId="{C5D15607-3D89-4432-AEBA-7EDDE20FB0FE}" dt="2022-07-20T05:57:05.966" v="3183" actId="1036"/>
          <ac:graphicFrameMkLst>
            <pc:docMk/>
            <pc:sldMk cId="807128902" sldId="676"/>
            <ac:graphicFrameMk id="6" creationId="{2486BC6F-42B7-4A1D-889E-1B1818D1D5FB}"/>
          </ac:graphicFrameMkLst>
        </pc:graphicFrameChg>
        <pc:graphicFrameChg chg="mod">
          <ac:chgData name="Naimish Vadodariya" userId="d2e325c0593a319e" providerId="LiveId" clId="{C5D15607-3D89-4432-AEBA-7EDDE20FB0FE}" dt="2022-07-20T05:57:05.966" v="3183" actId="1036"/>
          <ac:graphicFrameMkLst>
            <pc:docMk/>
            <pc:sldMk cId="807128902" sldId="676"/>
            <ac:graphicFrameMk id="7" creationId="{26B864CA-85CD-4666-B9D1-870ED08B272C}"/>
          </ac:graphicFrameMkLst>
        </pc:graphicFrameChg>
      </pc:sldChg>
      <pc:sldChg chg="modSp add del modAnim">
        <pc:chgData name="Naimish Vadodariya" userId="d2e325c0593a319e" providerId="LiveId" clId="{C5D15607-3D89-4432-AEBA-7EDDE20FB0FE}" dt="2022-07-21T05:24:07.922" v="4098" actId="2696"/>
        <pc:sldMkLst>
          <pc:docMk/>
          <pc:sldMk cId="938954402" sldId="680"/>
        </pc:sldMkLst>
        <pc:spChg chg="mod">
          <ac:chgData name="Naimish Vadodariya" userId="d2e325c0593a319e" providerId="LiveId" clId="{C5D15607-3D89-4432-AEBA-7EDDE20FB0FE}" dt="2022-07-20T05:57:17.992" v="3185" actId="6549"/>
          <ac:spMkLst>
            <pc:docMk/>
            <pc:sldMk cId="938954402" sldId="680"/>
            <ac:spMk id="3" creationId="{00000000-0000-0000-0000-000000000000}"/>
          </ac:spMkLst>
        </pc:spChg>
      </pc:sldChg>
      <pc:sldChg chg="modSp add del modAnim">
        <pc:chgData name="Naimish Vadodariya" userId="d2e325c0593a319e" providerId="LiveId" clId="{C5D15607-3D89-4432-AEBA-7EDDE20FB0FE}" dt="2022-07-21T05:41:40.215" v="4426" actId="2696"/>
        <pc:sldMkLst>
          <pc:docMk/>
          <pc:sldMk cId="2397500251" sldId="681"/>
        </pc:sldMkLst>
        <pc:spChg chg="mod">
          <ac:chgData name="Naimish Vadodariya" userId="d2e325c0593a319e" providerId="LiveId" clId="{C5D15607-3D89-4432-AEBA-7EDDE20FB0FE}" dt="2022-07-20T06:08:11.829" v="3659" actId="20577"/>
          <ac:spMkLst>
            <pc:docMk/>
            <pc:sldMk cId="2397500251" sldId="681"/>
            <ac:spMk id="3" creationId="{00000000-0000-0000-0000-000000000000}"/>
          </ac:spMkLst>
        </pc:spChg>
      </pc:sldChg>
      <pc:sldChg chg="modSp add del modAnim">
        <pc:chgData name="Naimish Vadodariya" userId="d2e325c0593a319e" providerId="LiveId" clId="{C5D15607-3D89-4432-AEBA-7EDDE20FB0FE}" dt="2022-07-21T05:48:33.228" v="4554" actId="2696"/>
        <pc:sldMkLst>
          <pc:docMk/>
          <pc:sldMk cId="2750817878" sldId="682"/>
        </pc:sldMkLst>
        <pc:spChg chg="mod">
          <ac:chgData name="Naimish Vadodariya" userId="d2e325c0593a319e" providerId="LiveId" clId="{C5D15607-3D89-4432-AEBA-7EDDE20FB0FE}" dt="2022-07-20T05:56:17.785" v="3161" actId="108"/>
          <ac:spMkLst>
            <pc:docMk/>
            <pc:sldMk cId="2750817878" sldId="682"/>
            <ac:spMk id="3" creationId="{00000000-0000-0000-0000-000000000000}"/>
          </ac:spMkLst>
        </pc:spChg>
      </pc:sldChg>
      <pc:sldChg chg="addSp delSp modSp new mod modAnim">
        <pc:chgData name="Naimish Vadodariya" userId="d2e325c0593a319e" providerId="LiveId" clId="{C5D15607-3D89-4432-AEBA-7EDDE20FB0FE}" dt="2022-08-05T03:17:05.330" v="5951" actId="20577"/>
        <pc:sldMkLst>
          <pc:docMk/>
          <pc:sldMk cId="208120750" sldId="683"/>
        </pc:sldMkLst>
        <pc:spChg chg="mod">
          <ac:chgData name="Naimish Vadodariya" userId="d2e325c0593a319e" providerId="LiveId" clId="{C5D15607-3D89-4432-AEBA-7EDDE20FB0FE}" dt="2022-08-05T03:17:05.330" v="5951" actId="20577"/>
          <ac:spMkLst>
            <pc:docMk/>
            <pc:sldMk cId="208120750" sldId="683"/>
            <ac:spMk id="2" creationId="{1D522477-C5E6-4247-4C70-D60E0DE0B15B}"/>
          </ac:spMkLst>
        </pc:spChg>
        <pc:spChg chg="del">
          <ac:chgData name="Naimish Vadodariya" userId="d2e325c0593a319e" providerId="LiveId" clId="{C5D15607-3D89-4432-AEBA-7EDDE20FB0FE}" dt="2022-07-20T05:57:56.397" v="3188" actId="478"/>
          <ac:spMkLst>
            <pc:docMk/>
            <pc:sldMk cId="208120750" sldId="683"/>
            <ac:spMk id="3" creationId="{0C716143-3D11-D186-13E8-27A0C51213A3}"/>
          </ac:spMkLst>
        </pc:spChg>
        <pc:spChg chg="mod">
          <ac:chgData name="Naimish Vadodariya" userId="d2e325c0593a319e" providerId="LiveId" clId="{C5D15607-3D89-4432-AEBA-7EDDE20FB0FE}" dt="2022-07-20T06:06:04.290" v="3649" actId="14100"/>
          <ac:spMkLst>
            <pc:docMk/>
            <pc:sldMk cId="208120750" sldId="683"/>
            <ac:spMk id="7" creationId="{C96FEA9C-1534-7353-A8FE-09F22C92D913}"/>
          </ac:spMkLst>
        </pc:spChg>
        <pc:spChg chg="mod">
          <ac:chgData name="Naimish Vadodariya" userId="d2e325c0593a319e" providerId="LiveId" clId="{C5D15607-3D89-4432-AEBA-7EDDE20FB0FE}" dt="2022-07-22T02:52:36.101" v="4736" actId="14100"/>
          <ac:spMkLst>
            <pc:docMk/>
            <pc:sldMk cId="208120750" sldId="683"/>
            <ac:spMk id="8" creationId="{A0702EEF-F482-45A6-1F21-AE23F22E1A1D}"/>
          </ac:spMkLst>
        </pc:spChg>
        <pc:grpChg chg="add mod">
          <ac:chgData name="Naimish Vadodariya" userId="d2e325c0593a319e" providerId="LiveId" clId="{C5D15607-3D89-4432-AEBA-7EDDE20FB0FE}" dt="2022-07-20T05:59:00.592" v="3205" actId="14100"/>
          <ac:grpSpMkLst>
            <pc:docMk/>
            <pc:sldMk cId="208120750" sldId="683"/>
            <ac:grpSpMk id="6" creationId="{32CFF17C-2F7C-1CB3-F439-E587C6FEAB8F}"/>
          </ac:grpSpMkLst>
        </pc:grpChg>
        <pc:graphicFrameChg chg="add mod">
          <ac:chgData name="Naimish Vadodariya" userId="d2e325c0593a319e" providerId="LiveId" clId="{C5D15607-3D89-4432-AEBA-7EDDE20FB0FE}" dt="2022-07-20T05:57:53.659" v="3187"/>
          <ac:graphicFrameMkLst>
            <pc:docMk/>
            <pc:sldMk cId="208120750" sldId="683"/>
            <ac:graphicFrameMk id="4" creationId="{9DD5ED74-CCEB-0B3E-B2AC-3DDC63428BBA}"/>
          </ac:graphicFrameMkLst>
        </pc:graphicFrameChg>
        <pc:graphicFrameChg chg="add mod">
          <ac:chgData name="Naimish Vadodariya" userId="d2e325c0593a319e" providerId="LiveId" clId="{C5D15607-3D89-4432-AEBA-7EDDE20FB0FE}" dt="2022-07-20T05:57:53.659" v="3187"/>
          <ac:graphicFrameMkLst>
            <pc:docMk/>
            <pc:sldMk cId="208120750" sldId="683"/>
            <ac:graphicFrameMk id="5" creationId="{82E8ADC2-DF14-359D-B349-5D0DCAD02B6F}"/>
          </ac:graphicFrameMkLst>
        </pc:graphicFrameChg>
      </pc:sldChg>
      <pc:sldChg chg="delSp modSp add mod delAnim">
        <pc:chgData name="Naimish Vadodariya" userId="d2e325c0593a319e" providerId="LiveId" clId="{C5D15607-3D89-4432-AEBA-7EDDE20FB0FE}" dt="2022-08-02T13:55:20.336" v="5924" actId="123"/>
        <pc:sldMkLst>
          <pc:docMk/>
          <pc:sldMk cId="1996856082" sldId="684"/>
        </pc:sldMkLst>
        <pc:spChg chg="mod">
          <ac:chgData name="Naimish Vadodariya" userId="d2e325c0593a319e" providerId="LiveId" clId="{C5D15607-3D89-4432-AEBA-7EDDE20FB0FE}" dt="2022-07-21T03:09:26.389" v="3705" actId="20577"/>
          <ac:spMkLst>
            <pc:docMk/>
            <pc:sldMk cId="1996856082" sldId="684"/>
            <ac:spMk id="2" creationId="{1D522477-C5E6-4247-4C70-D60E0DE0B15B}"/>
          </ac:spMkLst>
        </pc:spChg>
        <pc:spChg chg="del topLvl">
          <ac:chgData name="Naimish Vadodariya" userId="d2e325c0593a319e" providerId="LiveId" clId="{C5D15607-3D89-4432-AEBA-7EDDE20FB0FE}" dt="2022-07-21T03:09:31.238" v="3707" actId="478"/>
          <ac:spMkLst>
            <pc:docMk/>
            <pc:sldMk cId="1996856082" sldId="684"/>
            <ac:spMk id="7" creationId="{C96FEA9C-1534-7353-A8FE-09F22C92D913}"/>
          </ac:spMkLst>
        </pc:spChg>
        <pc:spChg chg="del topLvl">
          <ac:chgData name="Naimish Vadodariya" userId="d2e325c0593a319e" providerId="LiveId" clId="{C5D15607-3D89-4432-AEBA-7EDDE20FB0FE}" dt="2022-07-21T03:09:30.222" v="3706" actId="478"/>
          <ac:spMkLst>
            <pc:docMk/>
            <pc:sldMk cId="1996856082" sldId="684"/>
            <ac:spMk id="8" creationId="{A0702EEF-F482-45A6-1F21-AE23F22E1A1D}"/>
          </ac:spMkLst>
        </pc:spChg>
        <pc:grpChg chg="del">
          <ac:chgData name="Naimish Vadodariya" userId="d2e325c0593a319e" providerId="LiveId" clId="{C5D15607-3D89-4432-AEBA-7EDDE20FB0FE}" dt="2022-07-21T03:09:30.222" v="3706" actId="478"/>
          <ac:grpSpMkLst>
            <pc:docMk/>
            <pc:sldMk cId="1996856082" sldId="684"/>
            <ac:grpSpMk id="6" creationId="{32CFF17C-2F7C-1CB3-F439-E587C6FEAB8F}"/>
          </ac:grpSpMkLst>
        </pc:grpChg>
        <pc:graphicFrameChg chg="mod modGraphic">
          <ac:chgData name="Naimish Vadodariya" userId="d2e325c0593a319e" providerId="LiveId" clId="{C5D15607-3D89-4432-AEBA-7EDDE20FB0FE}" dt="2022-08-02T13:55:20.336" v="5924" actId="123"/>
          <ac:graphicFrameMkLst>
            <pc:docMk/>
            <pc:sldMk cId="1996856082" sldId="684"/>
            <ac:graphicFrameMk id="4" creationId="{9DD5ED74-CCEB-0B3E-B2AC-3DDC63428BBA}"/>
          </ac:graphicFrameMkLst>
        </pc:graphicFrameChg>
        <pc:graphicFrameChg chg="mod modGraphic">
          <ac:chgData name="Naimish Vadodariya" userId="d2e325c0593a319e" providerId="LiveId" clId="{C5D15607-3D89-4432-AEBA-7EDDE20FB0FE}" dt="2022-07-21T03:12:14.809" v="3733" actId="122"/>
          <ac:graphicFrameMkLst>
            <pc:docMk/>
            <pc:sldMk cId="1996856082" sldId="684"/>
            <ac:graphicFrameMk id="5" creationId="{82E8ADC2-DF14-359D-B349-5D0DCAD02B6F}"/>
          </ac:graphicFrameMkLst>
        </pc:graphicFrameChg>
      </pc:sldChg>
      <pc:sldChg chg="modSp add mod addAnim delAnim">
        <pc:chgData name="Naimish Vadodariya" userId="d2e325c0593a319e" providerId="LiveId" clId="{C5D15607-3D89-4432-AEBA-7EDDE20FB0FE}" dt="2022-08-02T13:55:14.671" v="5923" actId="123"/>
        <pc:sldMkLst>
          <pc:docMk/>
          <pc:sldMk cId="110166396" sldId="685"/>
        </pc:sldMkLst>
        <pc:spChg chg="mod">
          <ac:chgData name="Naimish Vadodariya" userId="d2e325c0593a319e" providerId="LiveId" clId="{C5D15607-3D89-4432-AEBA-7EDDE20FB0FE}" dt="2022-07-21T03:15:09.365" v="3776" actId="20577"/>
          <ac:spMkLst>
            <pc:docMk/>
            <pc:sldMk cId="110166396" sldId="685"/>
            <ac:spMk id="2" creationId="{1D522477-C5E6-4247-4C70-D60E0DE0B15B}"/>
          </ac:spMkLst>
        </pc:spChg>
        <pc:graphicFrameChg chg="mod modGraphic">
          <ac:chgData name="Naimish Vadodariya" userId="d2e325c0593a319e" providerId="LiveId" clId="{C5D15607-3D89-4432-AEBA-7EDDE20FB0FE}" dt="2022-08-02T13:55:14.671" v="5923" actId="123"/>
          <ac:graphicFrameMkLst>
            <pc:docMk/>
            <pc:sldMk cId="110166396" sldId="685"/>
            <ac:graphicFrameMk id="4" creationId="{9DD5ED74-CCEB-0B3E-B2AC-3DDC63428BBA}"/>
          </ac:graphicFrameMkLst>
        </pc:graphicFrameChg>
      </pc:sldChg>
      <pc:sldChg chg="modSp add del mod">
        <pc:chgData name="Naimish Vadodariya" userId="d2e325c0593a319e" providerId="LiveId" clId="{C5D15607-3D89-4432-AEBA-7EDDE20FB0FE}" dt="2022-07-21T05:20:58.769" v="4036" actId="2696"/>
        <pc:sldMkLst>
          <pc:docMk/>
          <pc:sldMk cId="1074586154" sldId="686"/>
        </pc:sldMkLst>
        <pc:spChg chg="mod">
          <ac:chgData name="Naimish Vadodariya" userId="d2e325c0593a319e" providerId="LiveId" clId="{C5D15607-3D89-4432-AEBA-7EDDE20FB0FE}" dt="2022-07-21T05:14:59.587" v="3858" actId="20577"/>
          <ac:spMkLst>
            <pc:docMk/>
            <pc:sldMk cId="1074586154" sldId="686"/>
            <ac:spMk id="2" creationId="{00000000-0000-0000-0000-000000000000}"/>
          </ac:spMkLst>
        </pc:spChg>
        <pc:spChg chg="mod">
          <ac:chgData name="Naimish Vadodariya" userId="d2e325c0593a319e" providerId="LiveId" clId="{C5D15607-3D89-4432-AEBA-7EDDE20FB0FE}" dt="2022-07-21T05:15:15.487" v="3892" actId="20577"/>
          <ac:spMkLst>
            <pc:docMk/>
            <pc:sldMk cId="1074586154" sldId="686"/>
            <ac:spMk id="3" creationId="{00000000-0000-0000-0000-000000000000}"/>
          </ac:spMkLst>
        </pc:spChg>
      </pc:sldChg>
      <pc:sldChg chg="addSp modSp add mod modAnim">
        <pc:chgData name="Naimish Vadodariya" userId="d2e325c0593a319e" providerId="LiveId" clId="{C5D15607-3D89-4432-AEBA-7EDDE20FB0FE}" dt="2022-07-21T05:35:44.400" v="4422" actId="2062"/>
        <pc:sldMkLst>
          <pc:docMk/>
          <pc:sldMk cId="2159378148" sldId="687"/>
        </pc:sldMkLst>
        <pc:spChg chg="mod">
          <ac:chgData name="Naimish Vadodariya" userId="d2e325c0593a319e" providerId="LiveId" clId="{C5D15607-3D89-4432-AEBA-7EDDE20FB0FE}" dt="2022-07-21T05:21:31.911" v="4038" actId="207"/>
          <ac:spMkLst>
            <pc:docMk/>
            <pc:sldMk cId="2159378148" sldId="687"/>
            <ac:spMk id="2" creationId="{00000000-0000-0000-0000-000000000000}"/>
          </ac:spMkLst>
        </pc:spChg>
        <pc:spChg chg="mod">
          <ac:chgData name="Naimish Vadodariya" userId="d2e325c0593a319e" providerId="LiveId" clId="{C5D15607-3D89-4432-AEBA-7EDDE20FB0FE}" dt="2022-07-21T05:19:15.450" v="4015" actId="6549"/>
          <ac:spMkLst>
            <pc:docMk/>
            <pc:sldMk cId="2159378148" sldId="687"/>
            <ac:spMk id="3" creationId="{00000000-0000-0000-0000-000000000000}"/>
          </ac:spMkLst>
        </pc:spChg>
        <pc:spChg chg="add mod">
          <ac:chgData name="Naimish Vadodariya" userId="d2e325c0593a319e" providerId="LiveId" clId="{C5D15607-3D89-4432-AEBA-7EDDE20FB0FE}" dt="2022-07-21T05:33:33.261" v="4385" actId="20577"/>
          <ac:spMkLst>
            <pc:docMk/>
            <pc:sldMk cId="2159378148" sldId="687"/>
            <ac:spMk id="8" creationId="{EFF3ABDB-F709-D09B-625E-7D148E8DB815}"/>
          </ac:spMkLst>
        </pc:spChg>
        <pc:spChg chg="add mod">
          <ac:chgData name="Naimish Vadodariya" userId="d2e325c0593a319e" providerId="LiveId" clId="{C5D15607-3D89-4432-AEBA-7EDDE20FB0FE}" dt="2022-07-21T05:22:26.699" v="4085" actId="20577"/>
          <ac:spMkLst>
            <pc:docMk/>
            <pc:sldMk cId="2159378148" sldId="687"/>
            <ac:spMk id="9" creationId="{5FDD3E90-64F7-9BBD-4D64-7DACA45947DE}"/>
          </ac:spMkLst>
        </pc:spChg>
        <pc:spChg chg="add mod">
          <ac:chgData name="Naimish Vadodariya" userId="d2e325c0593a319e" providerId="LiveId" clId="{C5D15607-3D89-4432-AEBA-7EDDE20FB0FE}" dt="2022-07-21T05:19:42.580" v="4023" actId="1076"/>
          <ac:spMkLst>
            <pc:docMk/>
            <pc:sldMk cId="2159378148" sldId="687"/>
            <ac:spMk id="10" creationId="{598F2250-72F3-7A80-03BD-1F1544F6EBF2}"/>
          </ac:spMkLst>
        </pc:spChg>
        <pc:spChg chg="add mod">
          <ac:chgData name="Naimish Vadodariya" userId="d2e325c0593a319e" providerId="LiveId" clId="{C5D15607-3D89-4432-AEBA-7EDDE20FB0FE}" dt="2022-07-21T05:22:11.962" v="4080" actId="1036"/>
          <ac:spMkLst>
            <pc:docMk/>
            <pc:sldMk cId="2159378148" sldId="687"/>
            <ac:spMk id="11" creationId="{317DD91F-2C43-E92E-B141-5DC2386447E6}"/>
          </ac:spMkLst>
        </pc:spChg>
        <pc:spChg chg="add mod">
          <ac:chgData name="Naimish Vadodariya" userId="d2e325c0593a319e" providerId="LiveId" clId="{C5D15607-3D89-4432-AEBA-7EDDE20FB0FE}" dt="2022-07-21T05:22:11.962" v="4080" actId="1036"/>
          <ac:spMkLst>
            <pc:docMk/>
            <pc:sldMk cId="2159378148" sldId="687"/>
            <ac:spMk id="12" creationId="{57F5D530-4C59-BBDF-0BCE-4DC096F679B8}"/>
          </ac:spMkLst>
        </pc:spChg>
        <pc:spChg chg="add mod">
          <ac:chgData name="Naimish Vadodariya" userId="d2e325c0593a319e" providerId="LiveId" clId="{C5D15607-3D89-4432-AEBA-7EDDE20FB0FE}" dt="2022-07-21T05:22:11.962" v="4080" actId="1036"/>
          <ac:spMkLst>
            <pc:docMk/>
            <pc:sldMk cId="2159378148" sldId="687"/>
            <ac:spMk id="13" creationId="{A76470CA-2686-39D3-A6D6-F4D9D003246F}"/>
          </ac:spMkLst>
        </pc:spChg>
        <pc:graphicFrameChg chg="modGraphic">
          <ac:chgData name="Naimish Vadodariya" userId="d2e325c0593a319e" providerId="LiveId" clId="{C5D15607-3D89-4432-AEBA-7EDDE20FB0FE}" dt="2022-07-21T05:35:44.400" v="4422" actId="2062"/>
          <ac:graphicFrameMkLst>
            <pc:docMk/>
            <pc:sldMk cId="2159378148" sldId="687"/>
            <ac:graphicFrameMk id="4" creationId="{2486BC6F-42B7-4A1D-889E-1B1818D1D5FB}"/>
          </ac:graphicFrameMkLst>
        </pc:graphicFrameChg>
        <pc:graphicFrameChg chg="mod">
          <ac:chgData name="Naimish Vadodariya" userId="d2e325c0593a319e" providerId="LiveId" clId="{C5D15607-3D89-4432-AEBA-7EDDE20FB0FE}" dt="2022-07-21T05:20:34.657" v="4035" actId="1076"/>
          <ac:graphicFrameMkLst>
            <pc:docMk/>
            <pc:sldMk cId="2159378148" sldId="687"/>
            <ac:graphicFrameMk id="6" creationId="{2486BC6F-42B7-4A1D-889E-1B1818D1D5FB}"/>
          </ac:graphicFrameMkLst>
        </pc:graphicFrameChg>
        <pc:graphicFrameChg chg="mod modGraphic">
          <ac:chgData name="Naimish Vadodariya" userId="d2e325c0593a319e" providerId="LiveId" clId="{C5D15607-3D89-4432-AEBA-7EDDE20FB0FE}" dt="2022-07-21T05:23:28.833" v="4091" actId="14100"/>
          <ac:graphicFrameMkLst>
            <pc:docMk/>
            <pc:sldMk cId="2159378148" sldId="687"/>
            <ac:graphicFrameMk id="7" creationId="{26B864CA-85CD-4666-B9D1-870ED08B272C}"/>
          </ac:graphicFrameMkLst>
        </pc:graphicFrameChg>
      </pc:sldChg>
      <pc:sldChg chg="add del">
        <pc:chgData name="Naimish Vadodariya" userId="d2e325c0593a319e" providerId="LiveId" clId="{C5D15607-3D89-4432-AEBA-7EDDE20FB0FE}" dt="2022-07-21T05:22:45.450" v="4087" actId="2696"/>
        <pc:sldMkLst>
          <pc:docMk/>
          <pc:sldMk cId="589128531" sldId="688"/>
        </pc:sldMkLst>
      </pc:sldChg>
      <pc:sldChg chg="modSp add del">
        <pc:chgData name="Naimish Vadodariya" userId="d2e325c0593a319e" providerId="LiveId" clId="{C5D15607-3D89-4432-AEBA-7EDDE20FB0FE}" dt="2022-07-21T05:28:15.105" v="4237" actId="2696"/>
        <pc:sldMkLst>
          <pc:docMk/>
          <pc:sldMk cId="2815962784" sldId="688"/>
        </pc:sldMkLst>
        <pc:spChg chg="mod">
          <ac:chgData name="Naimish Vadodariya" userId="d2e325c0593a319e" providerId="LiveId" clId="{C5D15607-3D89-4432-AEBA-7EDDE20FB0FE}" dt="2022-07-21T05:23:56.354" v="4097" actId="20577"/>
          <ac:spMkLst>
            <pc:docMk/>
            <pc:sldMk cId="2815962784" sldId="688"/>
            <ac:spMk id="3" creationId="{00000000-0000-0000-0000-000000000000}"/>
          </ac:spMkLst>
        </pc:spChg>
      </pc:sldChg>
      <pc:sldChg chg="addSp modSp add mod modAnim">
        <pc:chgData name="Naimish Vadodariya" userId="d2e325c0593a319e" providerId="LiveId" clId="{C5D15607-3D89-4432-AEBA-7EDDE20FB0FE}" dt="2022-07-22T07:13:18.019" v="4738" actId="12"/>
        <pc:sldMkLst>
          <pc:docMk/>
          <pc:sldMk cId="2649531586" sldId="689"/>
        </pc:sldMkLst>
        <pc:spChg chg="mod">
          <ac:chgData name="Naimish Vadodariya" userId="d2e325c0593a319e" providerId="LiveId" clId="{C5D15607-3D89-4432-AEBA-7EDDE20FB0FE}" dt="2022-07-21T05:43:59.889" v="4486" actId="20577"/>
          <ac:spMkLst>
            <pc:docMk/>
            <pc:sldMk cId="2649531586" sldId="689"/>
            <ac:spMk id="2" creationId="{00000000-0000-0000-0000-000000000000}"/>
          </ac:spMkLst>
        </pc:spChg>
        <pc:spChg chg="mod">
          <ac:chgData name="Naimish Vadodariya" userId="d2e325c0593a319e" providerId="LiveId" clId="{C5D15607-3D89-4432-AEBA-7EDDE20FB0FE}" dt="2022-07-22T07:13:18.019" v="4738" actId="12"/>
          <ac:spMkLst>
            <pc:docMk/>
            <pc:sldMk cId="2649531586" sldId="689"/>
            <ac:spMk id="3" creationId="{00000000-0000-0000-0000-000000000000}"/>
          </ac:spMkLst>
        </pc:spChg>
        <pc:spChg chg="add mod">
          <ac:chgData name="Naimish Vadodariya" userId="d2e325c0593a319e" providerId="LiveId" clId="{C5D15607-3D89-4432-AEBA-7EDDE20FB0FE}" dt="2022-07-21T05:33:27.129" v="4384" actId="20577"/>
          <ac:spMkLst>
            <pc:docMk/>
            <pc:sldMk cId="2649531586" sldId="689"/>
            <ac:spMk id="7" creationId="{EF46A604-D831-08C9-8A1F-5B773647B7F5}"/>
          </ac:spMkLst>
        </pc:spChg>
        <pc:spChg chg="add mod">
          <ac:chgData name="Naimish Vadodariya" userId="d2e325c0593a319e" providerId="LiveId" clId="{C5D15607-3D89-4432-AEBA-7EDDE20FB0FE}" dt="2022-07-21T05:25:03.091" v="4123" actId="1076"/>
          <ac:spMkLst>
            <pc:docMk/>
            <pc:sldMk cId="2649531586" sldId="689"/>
            <ac:spMk id="8" creationId="{EB211650-5962-6765-C899-42E92A5E821E}"/>
          </ac:spMkLst>
        </pc:spChg>
        <pc:spChg chg="add mod">
          <ac:chgData name="Naimish Vadodariya" userId="d2e325c0593a319e" providerId="LiveId" clId="{C5D15607-3D89-4432-AEBA-7EDDE20FB0FE}" dt="2022-07-21T05:25:03.091" v="4123" actId="1076"/>
          <ac:spMkLst>
            <pc:docMk/>
            <pc:sldMk cId="2649531586" sldId="689"/>
            <ac:spMk id="10" creationId="{0331989E-8179-4BDF-EF61-C99E9BD6DAC0}"/>
          </ac:spMkLst>
        </pc:spChg>
        <pc:spChg chg="add mod">
          <ac:chgData name="Naimish Vadodariya" userId="d2e325c0593a319e" providerId="LiveId" clId="{C5D15607-3D89-4432-AEBA-7EDDE20FB0FE}" dt="2022-07-21T05:27:43.644" v="4234"/>
          <ac:spMkLst>
            <pc:docMk/>
            <pc:sldMk cId="2649531586" sldId="689"/>
            <ac:spMk id="11" creationId="{B48D4D86-CCDA-83F0-5065-DF6BF1444A24}"/>
          </ac:spMkLst>
        </pc:spChg>
        <pc:spChg chg="add mod">
          <ac:chgData name="Naimish Vadodariya" userId="d2e325c0593a319e" providerId="LiveId" clId="{C5D15607-3D89-4432-AEBA-7EDDE20FB0FE}" dt="2022-07-21T05:27:48.893" v="4236" actId="20577"/>
          <ac:spMkLst>
            <pc:docMk/>
            <pc:sldMk cId="2649531586" sldId="689"/>
            <ac:spMk id="12" creationId="{73DD812F-0EC0-C258-4665-E76E26DB51A4}"/>
          </ac:spMkLst>
        </pc:spChg>
        <pc:spChg chg="add mod">
          <ac:chgData name="Naimish Vadodariya" userId="d2e325c0593a319e" providerId="LiveId" clId="{C5D15607-3D89-4432-AEBA-7EDDE20FB0FE}" dt="2022-07-21T05:25:39.785" v="4152" actId="1036"/>
          <ac:spMkLst>
            <pc:docMk/>
            <pc:sldMk cId="2649531586" sldId="689"/>
            <ac:spMk id="13" creationId="{F8515CA1-B5FF-0A60-1C7B-FD0213C3B486}"/>
          </ac:spMkLst>
        </pc:spChg>
        <pc:graphicFrameChg chg="modGraphic">
          <ac:chgData name="Naimish Vadodariya" userId="d2e325c0593a319e" providerId="LiveId" clId="{C5D15607-3D89-4432-AEBA-7EDDE20FB0FE}" dt="2022-07-21T05:35:39.479" v="4421" actId="2062"/>
          <ac:graphicFrameMkLst>
            <pc:docMk/>
            <pc:sldMk cId="2649531586" sldId="689"/>
            <ac:graphicFrameMk id="4" creationId="{2486BC6F-42B7-4A1D-889E-1B1818D1D5FB}"/>
          </ac:graphicFrameMkLst>
        </pc:graphicFrameChg>
      </pc:sldChg>
      <pc:sldChg chg="addSp delSp modSp add mod delAnim modAnim">
        <pc:chgData name="Naimish Vadodariya" userId="d2e325c0593a319e" providerId="LiveId" clId="{C5D15607-3D89-4432-AEBA-7EDDE20FB0FE}" dt="2022-07-21T05:43:56.298" v="4484" actId="20577"/>
        <pc:sldMkLst>
          <pc:docMk/>
          <pc:sldMk cId="961310112" sldId="690"/>
        </pc:sldMkLst>
        <pc:spChg chg="mod">
          <ac:chgData name="Naimish Vadodariya" userId="d2e325c0593a319e" providerId="LiveId" clId="{C5D15607-3D89-4432-AEBA-7EDDE20FB0FE}" dt="2022-07-21T05:43:56.298" v="4484" actId="20577"/>
          <ac:spMkLst>
            <pc:docMk/>
            <pc:sldMk cId="961310112" sldId="690"/>
            <ac:spMk id="2" creationId="{00000000-0000-0000-0000-000000000000}"/>
          </ac:spMkLst>
        </pc:spChg>
        <pc:spChg chg="mod">
          <ac:chgData name="Naimish Vadodariya" userId="d2e325c0593a319e" providerId="LiveId" clId="{C5D15607-3D89-4432-AEBA-7EDDE20FB0FE}" dt="2022-07-21T05:33:46.104" v="4386" actId="14100"/>
          <ac:spMkLst>
            <pc:docMk/>
            <pc:sldMk cId="961310112" sldId="690"/>
            <ac:spMk id="3" creationId="{00000000-0000-0000-0000-000000000000}"/>
          </ac:spMkLst>
        </pc:spChg>
        <pc:spChg chg="mod">
          <ac:chgData name="Naimish Vadodariya" userId="d2e325c0593a319e" providerId="LiveId" clId="{C5D15607-3D89-4432-AEBA-7EDDE20FB0FE}" dt="2022-07-21T05:33:09.537" v="4376" actId="20577"/>
          <ac:spMkLst>
            <pc:docMk/>
            <pc:sldMk cId="961310112" sldId="690"/>
            <ac:spMk id="7" creationId="{EF46A604-D831-08C9-8A1F-5B773647B7F5}"/>
          </ac:spMkLst>
        </pc:spChg>
        <pc:spChg chg="mod">
          <ac:chgData name="Naimish Vadodariya" userId="d2e325c0593a319e" providerId="LiveId" clId="{C5D15607-3D89-4432-AEBA-7EDDE20FB0FE}" dt="2022-07-21T05:32:41.715" v="4355" actId="20577"/>
          <ac:spMkLst>
            <pc:docMk/>
            <pc:sldMk cId="961310112" sldId="690"/>
            <ac:spMk id="8" creationId="{EB211650-5962-6765-C899-42E92A5E821E}"/>
          </ac:spMkLst>
        </pc:spChg>
        <pc:spChg chg="del">
          <ac:chgData name="Naimish Vadodariya" userId="d2e325c0593a319e" providerId="LiveId" clId="{C5D15607-3D89-4432-AEBA-7EDDE20FB0FE}" dt="2022-07-21T05:31:04.043" v="4274" actId="478"/>
          <ac:spMkLst>
            <pc:docMk/>
            <pc:sldMk cId="961310112" sldId="690"/>
            <ac:spMk id="11" creationId="{B48D4D86-CCDA-83F0-5065-DF6BF1444A24}"/>
          </ac:spMkLst>
        </pc:spChg>
        <pc:spChg chg="del">
          <ac:chgData name="Naimish Vadodariya" userId="d2e325c0593a319e" providerId="LiveId" clId="{C5D15607-3D89-4432-AEBA-7EDDE20FB0FE}" dt="2022-07-21T05:31:08.114" v="4276" actId="478"/>
          <ac:spMkLst>
            <pc:docMk/>
            <pc:sldMk cId="961310112" sldId="690"/>
            <ac:spMk id="12" creationId="{73DD812F-0EC0-C258-4665-E76E26DB51A4}"/>
          </ac:spMkLst>
        </pc:spChg>
        <pc:spChg chg="del">
          <ac:chgData name="Naimish Vadodariya" userId="d2e325c0593a319e" providerId="LiveId" clId="{C5D15607-3D89-4432-AEBA-7EDDE20FB0FE}" dt="2022-07-21T05:31:06.177" v="4275" actId="478"/>
          <ac:spMkLst>
            <pc:docMk/>
            <pc:sldMk cId="961310112" sldId="690"/>
            <ac:spMk id="13" creationId="{F8515CA1-B5FF-0A60-1C7B-FD0213C3B486}"/>
          </ac:spMkLst>
        </pc:spChg>
        <pc:spChg chg="add mod">
          <ac:chgData name="Naimish Vadodariya" userId="d2e325c0593a319e" providerId="LiveId" clId="{C5D15607-3D89-4432-AEBA-7EDDE20FB0FE}" dt="2022-07-21T05:43:07.405" v="4479" actId="1036"/>
          <ac:spMkLst>
            <pc:docMk/>
            <pc:sldMk cId="961310112" sldId="690"/>
            <ac:spMk id="15" creationId="{C4499F60-3764-5CC8-5C83-857AC1583F24}"/>
          </ac:spMkLst>
        </pc:spChg>
        <pc:spChg chg="add mod">
          <ac:chgData name="Naimish Vadodariya" userId="d2e325c0593a319e" providerId="LiveId" clId="{C5D15607-3D89-4432-AEBA-7EDDE20FB0FE}" dt="2022-07-21T05:43:07.405" v="4479" actId="1036"/>
          <ac:spMkLst>
            <pc:docMk/>
            <pc:sldMk cId="961310112" sldId="690"/>
            <ac:spMk id="16" creationId="{08A50DC0-ACD1-C821-B8A5-EE4CB8303E37}"/>
          </ac:spMkLst>
        </pc:spChg>
        <pc:spChg chg="add mod">
          <ac:chgData name="Naimish Vadodariya" userId="d2e325c0593a319e" providerId="LiveId" clId="{C5D15607-3D89-4432-AEBA-7EDDE20FB0FE}" dt="2022-07-21T05:43:07.405" v="4479" actId="1036"/>
          <ac:spMkLst>
            <pc:docMk/>
            <pc:sldMk cId="961310112" sldId="690"/>
            <ac:spMk id="17" creationId="{43DE4105-031D-D0DE-E4D9-777C2F947096}"/>
          </ac:spMkLst>
        </pc:spChg>
        <pc:graphicFrameChg chg="modGraphic">
          <ac:chgData name="Naimish Vadodariya" userId="d2e325c0593a319e" providerId="LiveId" clId="{C5D15607-3D89-4432-AEBA-7EDDE20FB0FE}" dt="2022-07-21T05:35:33.873" v="4420" actId="2062"/>
          <ac:graphicFrameMkLst>
            <pc:docMk/>
            <pc:sldMk cId="961310112" sldId="690"/>
            <ac:graphicFrameMk id="4" creationId="{2486BC6F-42B7-4A1D-889E-1B1818D1D5FB}"/>
          </ac:graphicFrameMkLst>
        </pc:graphicFrameChg>
        <pc:graphicFrameChg chg="add mod modGraphic">
          <ac:chgData name="Naimish Vadodariya" userId="d2e325c0593a319e" providerId="LiveId" clId="{C5D15607-3D89-4432-AEBA-7EDDE20FB0FE}" dt="2022-07-21T05:35:29.136" v="4419" actId="2062"/>
          <ac:graphicFrameMkLst>
            <pc:docMk/>
            <pc:sldMk cId="961310112" sldId="690"/>
            <ac:graphicFrameMk id="14" creationId="{CD4CB208-6586-AAD4-1436-DDA0A3C682F0}"/>
          </ac:graphicFrameMkLst>
        </pc:graphicFrameChg>
      </pc:sldChg>
      <pc:sldChg chg="modSp add del mod">
        <pc:chgData name="Naimish Vadodariya" userId="d2e325c0593a319e" providerId="LiveId" clId="{C5D15607-3D89-4432-AEBA-7EDDE20FB0FE}" dt="2022-07-21T05:49:07.217" v="4559" actId="2696"/>
        <pc:sldMkLst>
          <pc:docMk/>
          <pc:sldMk cId="1373516055" sldId="691"/>
        </pc:sldMkLst>
        <pc:spChg chg="mod">
          <ac:chgData name="Naimish Vadodariya" userId="d2e325c0593a319e" providerId="LiveId" clId="{C5D15607-3D89-4432-AEBA-7EDDE20FB0FE}" dt="2022-07-21T05:43:52.616" v="4482" actId="20577"/>
          <ac:spMkLst>
            <pc:docMk/>
            <pc:sldMk cId="1373516055" sldId="691"/>
            <ac:spMk id="2" creationId="{00000000-0000-0000-0000-000000000000}"/>
          </ac:spMkLst>
        </pc:spChg>
      </pc:sldChg>
      <pc:sldChg chg="addSp delSp modSp add mod delAnim modAnim">
        <pc:chgData name="Naimish Vadodariya" userId="d2e325c0593a319e" providerId="LiveId" clId="{C5D15607-3D89-4432-AEBA-7EDDE20FB0FE}" dt="2022-07-22T07:14:55.864" v="4739"/>
        <pc:sldMkLst>
          <pc:docMk/>
          <pc:sldMk cId="1845432079" sldId="692"/>
        </pc:sldMkLst>
        <pc:spChg chg="mod">
          <ac:chgData name="Naimish Vadodariya" userId="d2e325c0593a319e" providerId="LiveId" clId="{C5D15607-3D89-4432-AEBA-7EDDE20FB0FE}" dt="2022-07-21T05:44:53.918" v="4493" actId="20577"/>
          <ac:spMkLst>
            <pc:docMk/>
            <pc:sldMk cId="1845432079" sldId="692"/>
            <ac:spMk id="2" creationId="{00000000-0000-0000-0000-000000000000}"/>
          </ac:spMkLst>
        </pc:spChg>
        <pc:spChg chg="del">
          <ac:chgData name="Naimish Vadodariya" userId="d2e325c0593a319e" providerId="LiveId" clId="{C5D15607-3D89-4432-AEBA-7EDDE20FB0FE}" dt="2022-07-21T05:46:39.565" v="4535" actId="478"/>
          <ac:spMkLst>
            <pc:docMk/>
            <pc:sldMk cId="1845432079" sldId="692"/>
            <ac:spMk id="3" creationId="{00000000-0000-0000-0000-000000000000}"/>
          </ac:spMkLst>
        </pc:spChg>
        <pc:spChg chg="mod">
          <ac:chgData name="Naimish Vadodariya" userId="d2e325c0593a319e" providerId="LiveId" clId="{C5D15607-3D89-4432-AEBA-7EDDE20FB0FE}" dt="2022-07-21T05:45:37.003" v="4524" actId="20577"/>
          <ac:spMkLst>
            <pc:docMk/>
            <pc:sldMk cId="1845432079" sldId="692"/>
            <ac:spMk id="7" creationId="{EF46A604-D831-08C9-8A1F-5B773647B7F5}"/>
          </ac:spMkLst>
        </pc:spChg>
        <pc:spChg chg="mod">
          <ac:chgData name="Naimish Vadodariya" userId="d2e325c0593a319e" providerId="LiveId" clId="{C5D15607-3D89-4432-AEBA-7EDDE20FB0FE}" dt="2022-07-21T05:45:13.701" v="4518" actId="20577"/>
          <ac:spMkLst>
            <pc:docMk/>
            <pc:sldMk cId="1845432079" sldId="692"/>
            <ac:spMk id="8" creationId="{EB211650-5962-6765-C899-42E92A5E821E}"/>
          </ac:spMkLst>
        </pc:spChg>
        <pc:spChg chg="del">
          <ac:chgData name="Naimish Vadodariya" userId="d2e325c0593a319e" providerId="LiveId" clId="{C5D15607-3D89-4432-AEBA-7EDDE20FB0FE}" dt="2022-07-21T05:46:51.949" v="4537" actId="478"/>
          <ac:spMkLst>
            <pc:docMk/>
            <pc:sldMk cId="1845432079" sldId="692"/>
            <ac:spMk id="9" creationId="{00000000-0000-0000-0000-000000000000}"/>
          </ac:spMkLst>
        </pc:spChg>
        <pc:spChg chg="add del mod">
          <ac:chgData name="Naimish Vadodariya" userId="d2e325c0593a319e" providerId="LiveId" clId="{C5D15607-3D89-4432-AEBA-7EDDE20FB0FE}" dt="2022-07-21T05:46:43.731" v="4536" actId="478"/>
          <ac:spMkLst>
            <pc:docMk/>
            <pc:sldMk cId="1845432079" sldId="692"/>
            <ac:spMk id="11" creationId="{DF1781DA-D82F-99E5-413F-05C06CA304F1}"/>
          </ac:spMkLst>
        </pc:spChg>
        <pc:spChg chg="mod">
          <ac:chgData name="Naimish Vadodariya" userId="d2e325c0593a319e" providerId="LiveId" clId="{C5D15607-3D89-4432-AEBA-7EDDE20FB0FE}" dt="2022-07-21T05:46:22.262" v="4533" actId="20577"/>
          <ac:spMkLst>
            <pc:docMk/>
            <pc:sldMk cId="1845432079" sldId="692"/>
            <ac:spMk id="15" creationId="{C4499F60-3764-5CC8-5C83-857AC1583F24}"/>
          </ac:spMkLst>
        </pc:spChg>
        <pc:spChg chg="mod">
          <ac:chgData name="Naimish Vadodariya" userId="d2e325c0593a319e" providerId="LiveId" clId="{C5D15607-3D89-4432-AEBA-7EDDE20FB0FE}" dt="2022-07-21T05:46:12.436" v="4526" actId="14100"/>
          <ac:spMkLst>
            <pc:docMk/>
            <pc:sldMk cId="1845432079" sldId="692"/>
            <ac:spMk id="16" creationId="{08A50DC0-ACD1-C821-B8A5-EE4CB8303E37}"/>
          </ac:spMkLst>
        </pc:spChg>
        <pc:spChg chg="mod">
          <ac:chgData name="Naimish Vadodariya" userId="d2e325c0593a319e" providerId="LiveId" clId="{C5D15607-3D89-4432-AEBA-7EDDE20FB0FE}" dt="2022-07-21T05:46:35.456" v="4534" actId="14100"/>
          <ac:spMkLst>
            <pc:docMk/>
            <pc:sldMk cId="1845432079" sldId="692"/>
            <ac:spMk id="17" creationId="{43DE4105-031D-D0DE-E4D9-777C2F947096}"/>
          </ac:spMkLst>
        </pc:spChg>
        <pc:graphicFrameChg chg="modGraphic">
          <ac:chgData name="Naimish Vadodariya" userId="d2e325c0593a319e" providerId="LiveId" clId="{C5D15607-3D89-4432-AEBA-7EDDE20FB0FE}" dt="2022-07-21T05:46:58.204" v="4538" actId="207"/>
          <ac:graphicFrameMkLst>
            <pc:docMk/>
            <pc:sldMk cId="1845432079" sldId="692"/>
            <ac:graphicFrameMk id="4" creationId="{2486BC6F-42B7-4A1D-889E-1B1818D1D5FB}"/>
          </ac:graphicFrameMkLst>
        </pc:graphicFrameChg>
        <pc:graphicFrameChg chg="modGraphic">
          <ac:chgData name="Naimish Vadodariya" userId="d2e325c0593a319e" providerId="LiveId" clId="{C5D15607-3D89-4432-AEBA-7EDDE20FB0FE}" dt="2022-07-21T05:48:05.438" v="4553" actId="207"/>
          <ac:graphicFrameMkLst>
            <pc:docMk/>
            <pc:sldMk cId="1845432079" sldId="692"/>
            <ac:graphicFrameMk id="14" creationId="{CD4CB208-6586-AAD4-1436-DDA0A3C682F0}"/>
          </ac:graphicFrameMkLst>
        </pc:graphicFrameChg>
        <pc:cxnChg chg="add mod">
          <ac:chgData name="Naimish Vadodariya" userId="d2e325c0593a319e" providerId="LiveId" clId="{C5D15607-3D89-4432-AEBA-7EDDE20FB0FE}" dt="2022-07-21T05:47:50.680" v="4552" actId="1036"/>
          <ac:cxnSpMkLst>
            <pc:docMk/>
            <pc:sldMk cId="1845432079" sldId="692"/>
            <ac:cxnSpMk id="13" creationId="{DD2346FC-414E-CC60-75EE-61A0300100B9}"/>
          </ac:cxnSpMkLst>
        </pc:cxnChg>
        <pc:cxnChg chg="add mod">
          <ac:chgData name="Naimish Vadodariya" userId="d2e325c0593a319e" providerId="LiveId" clId="{C5D15607-3D89-4432-AEBA-7EDDE20FB0FE}" dt="2022-07-21T05:47:50.680" v="4552" actId="1036"/>
          <ac:cxnSpMkLst>
            <pc:docMk/>
            <pc:sldMk cId="1845432079" sldId="692"/>
            <ac:cxnSpMk id="18" creationId="{772E376C-53DA-0001-04C6-ED1A78FF55BD}"/>
          </ac:cxnSpMkLst>
        </pc:cxnChg>
        <pc:cxnChg chg="add mod">
          <ac:chgData name="Naimish Vadodariya" userId="d2e325c0593a319e" providerId="LiveId" clId="{C5D15607-3D89-4432-AEBA-7EDDE20FB0FE}" dt="2022-07-21T05:47:36.243" v="4545" actId="571"/>
          <ac:cxnSpMkLst>
            <pc:docMk/>
            <pc:sldMk cId="1845432079" sldId="692"/>
            <ac:cxnSpMk id="21" creationId="{2DA2DA60-DB6C-327E-FF1E-619A8EBD09B5}"/>
          </ac:cxnSpMkLst>
        </pc:cxnChg>
        <pc:cxnChg chg="add mod">
          <ac:chgData name="Naimish Vadodariya" userId="d2e325c0593a319e" providerId="LiveId" clId="{C5D15607-3D89-4432-AEBA-7EDDE20FB0FE}" dt="2022-07-21T05:47:36.243" v="4545" actId="571"/>
          <ac:cxnSpMkLst>
            <pc:docMk/>
            <pc:sldMk cId="1845432079" sldId="692"/>
            <ac:cxnSpMk id="22" creationId="{B7FD1C1A-0CC7-6EEC-2177-2BBB22249870}"/>
          </ac:cxnSpMkLst>
        </pc:cxnChg>
      </pc:sldChg>
      <pc:sldChg chg="addSp delSp modSp add mod delAnim modAnim">
        <pc:chgData name="Naimish Vadodariya" userId="d2e325c0593a319e" providerId="LiveId" clId="{C5D15607-3D89-4432-AEBA-7EDDE20FB0FE}" dt="2022-08-02T13:59:37.629" v="5928" actId="207"/>
        <pc:sldMkLst>
          <pc:docMk/>
          <pc:sldMk cId="2964722498" sldId="693"/>
        </pc:sldMkLst>
        <pc:spChg chg="mod">
          <ac:chgData name="Naimish Vadodariya" userId="d2e325c0593a319e" providerId="LiveId" clId="{C5D15607-3D89-4432-AEBA-7EDDE20FB0FE}" dt="2022-08-02T13:59:37.629" v="5928" actId="207"/>
          <ac:spMkLst>
            <pc:docMk/>
            <pc:sldMk cId="2964722498" sldId="693"/>
            <ac:spMk id="2" creationId="{00000000-0000-0000-0000-000000000000}"/>
          </ac:spMkLst>
        </pc:spChg>
        <pc:spChg chg="mod">
          <ac:chgData name="Naimish Vadodariya" userId="d2e325c0593a319e" providerId="LiveId" clId="{C5D15607-3D89-4432-AEBA-7EDDE20FB0FE}" dt="2022-08-02T13:38:37.725" v="5843"/>
          <ac:spMkLst>
            <pc:docMk/>
            <pc:sldMk cId="2964722498" sldId="693"/>
            <ac:spMk id="7" creationId="{EF46A604-D831-08C9-8A1F-5B773647B7F5}"/>
          </ac:spMkLst>
        </pc:spChg>
        <pc:spChg chg="mod">
          <ac:chgData name="Naimish Vadodariya" userId="d2e325c0593a319e" providerId="LiveId" clId="{C5D15607-3D89-4432-AEBA-7EDDE20FB0FE}" dt="2022-08-02T13:38:47.373" v="5851" actId="20577"/>
          <ac:spMkLst>
            <pc:docMk/>
            <pc:sldMk cId="2964722498" sldId="693"/>
            <ac:spMk id="8" creationId="{EB211650-5962-6765-C899-42E92A5E821E}"/>
          </ac:spMkLst>
        </pc:spChg>
        <pc:spChg chg="mod">
          <ac:chgData name="Naimish Vadodariya" userId="d2e325c0593a319e" providerId="LiveId" clId="{C5D15607-3D89-4432-AEBA-7EDDE20FB0FE}" dt="2022-08-02T13:29:03.740" v="5655" actId="1036"/>
          <ac:spMkLst>
            <pc:docMk/>
            <pc:sldMk cId="2964722498" sldId="693"/>
            <ac:spMk id="10" creationId="{0331989E-8179-4BDF-EF61-C99E9BD6DAC0}"/>
          </ac:spMkLst>
        </pc:spChg>
        <pc:spChg chg="mod">
          <ac:chgData name="Naimish Vadodariya" userId="d2e325c0593a319e" providerId="LiveId" clId="{C5D15607-3D89-4432-AEBA-7EDDE20FB0FE}" dt="2022-08-02T13:54:53.807" v="5922" actId="1035"/>
          <ac:spMkLst>
            <pc:docMk/>
            <pc:sldMk cId="2964722498" sldId="693"/>
            <ac:spMk id="15" creationId="{C4499F60-3764-5CC8-5C83-857AC1583F24}"/>
          </ac:spMkLst>
        </pc:spChg>
        <pc:spChg chg="mod">
          <ac:chgData name="Naimish Vadodariya" userId="d2e325c0593a319e" providerId="LiveId" clId="{C5D15607-3D89-4432-AEBA-7EDDE20FB0FE}" dt="2022-08-02T13:54:53.807" v="5922" actId="1035"/>
          <ac:spMkLst>
            <pc:docMk/>
            <pc:sldMk cId="2964722498" sldId="693"/>
            <ac:spMk id="16" creationId="{08A50DC0-ACD1-C821-B8A5-EE4CB8303E37}"/>
          </ac:spMkLst>
        </pc:spChg>
        <pc:spChg chg="mod">
          <ac:chgData name="Naimish Vadodariya" userId="d2e325c0593a319e" providerId="LiveId" clId="{C5D15607-3D89-4432-AEBA-7EDDE20FB0FE}" dt="2022-08-02T13:54:53.807" v="5922" actId="1035"/>
          <ac:spMkLst>
            <pc:docMk/>
            <pc:sldMk cId="2964722498" sldId="693"/>
            <ac:spMk id="17" creationId="{43DE4105-031D-D0DE-E4D9-777C2F947096}"/>
          </ac:spMkLst>
        </pc:spChg>
        <pc:spChg chg="add mod">
          <ac:chgData name="Naimish Vadodariya" userId="d2e325c0593a319e" providerId="LiveId" clId="{C5D15607-3D89-4432-AEBA-7EDDE20FB0FE}" dt="2022-08-02T13:44:39.882" v="5913" actId="14100"/>
          <ac:spMkLst>
            <pc:docMk/>
            <pc:sldMk cId="2964722498" sldId="693"/>
            <ac:spMk id="19" creationId="{CC74C14F-C13D-3C02-4C4E-3E96CFB42C4B}"/>
          </ac:spMkLst>
        </pc:spChg>
        <pc:spChg chg="add mod">
          <ac:chgData name="Naimish Vadodariya" userId="d2e325c0593a319e" providerId="LiveId" clId="{C5D15607-3D89-4432-AEBA-7EDDE20FB0FE}" dt="2022-08-02T13:51:51.052" v="5914" actId="1035"/>
          <ac:spMkLst>
            <pc:docMk/>
            <pc:sldMk cId="2964722498" sldId="693"/>
            <ac:spMk id="20" creationId="{AE5EFED1-E0F3-1EAB-3FBB-1AC572C3809D}"/>
          </ac:spMkLst>
        </pc:spChg>
        <pc:spChg chg="add mod">
          <ac:chgData name="Naimish Vadodariya" userId="d2e325c0593a319e" providerId="LiveId" clId="{C5D15607-3D89-4432-AEBA-7EDDE20FB0FE}" dt="2022-08-02T13:43:51.375" v="5909" actId="14100"/>
          <ac:spMkLst>
            <pc:docMk/>
            <pc:sldMk cId="2964722498" sldId="693"/>
            <ac:spMk id="21" creationId="{5384D5CD-1F17-87A6-54E7-ECF2A5F8ED8C}"/>
          </ac:spMkLst>
        </pc:spChg>
        <pc:graphicFrameChg chg="del">
          <ac:chgData name="Naimish Vadodariya" userId="d2e325c0593a319e" providerId="LiveId" clId="{C5D15607-3D89-4432-AEBA-7EDDE20FB0FE}" dt="2022-08-02T12:51:53.541" v="4770" actId="478"/>
          <ac:graphicFrameMkLst>
            <pc:docMk/>
            <pc:sldMk cId="2964722498" sldId="693"/>
            <ac:graphicFrameMk id="14" creationId="{CD4CB208-6586-AAD4-1436-DDA0A3C682F0}"/>
          </ac:graphicFrameMkLst>
        </pc:graphicFrameChg>
        <pc:cxnChg chg="del">
          <ac:chgData name="Naimish Vadodariya" userId="d2e325c0593a319e" providerId="LiveId" clId="{C5D15607-3D89-4432-AEBA-7EDDE20FB0FE}" dt="2022-08-02T12:51:55.525" v="4772" actId="478"/>
          <ac:cxnSpMkLst>
            <pc:docMk/>
            <pc:sldMk cId="2964722498" sldId="693"/>
            <ac:cxnSpMk id="13" creationId="{DD2346FC-414E-CC60-75EE-61A0300100B9}"/>
          </ac:cxnSpMkLst>
        </pc:cxnChg>
        <pc:cxnChg chg="del">
          <ac:chgData name="Naimish Vadodariya" userId="d2e325c0593a319e" providerId="LiveId" clId="{C5D15607-3D89-4432-AEBA-7EDDE20FB0FE}" dt="2022-08-02T12:51:54.728" v="4771" actId="478"/>
          <ac:cxnSpMkLst>
            <pc:docMk/>
            <pc:sldMk cId="2964722498" sldId="693"/>
            <ac:cxnSpMk id="18" creationId="{772E376C-53DA-0001-04C6-ED1A78FF55BD}"/>
          </ac:cxnSpMkLst>
        </pc:cxnChg>
      </pc:sldChg>
      <pc:sldChg chg="modSp add del mod">
        <pc:chgData name="Naimish Vadodariya" userId="d2e325c0593a319e" providerId="LiveId" clId="{C5D15607-3D89-4432-AEBA-7EDDE20FB0FE}" dt="2022-07-26T00:43:57.955" v="4751" actId="2696"/>
        <pc:sldMkLst>
          <pc:docMk/>
          <pc:sldMk cId="3614904855" sldId="693"/>
        </pc:sldMkLst>
        <pc:spChg chg="mod">
          <ac:chgData name="Naimish Vadodariya" userId="d2e325c0593a319e" providerId="LiveId" clId="{C5D15607-3D89-4432-AEBA-7EDDE20FB0FE}" dt="2022-07-26T00:41:13.869" v="4750" actId="20577"/>
          <ac:spMkLst>
            <pc:docMk/>
            <pc:sldMk cId="3614904855" sldId="693"/>
            <ac:spMk id="2" creationId="{00000000-0000-0000-0000-000000000000}"/>
          </ac:spMkLst>
        </pc:spChg>
      </pc:sldChg>
      <pc:sldChg chg="addSp delSp modSp add mod delAnim modAnim">
        <pc:chgData name="Naimish Vadodariya" userId="d2e325c0593a319e" providerId="LiveId" clId="{C5D15607-3D89-4432-AEBA-7EDDE20FB0FE}" dt="2022-08-02T13:59:18.083" v="5925" actId="207"/>
        <pc:sldMkLst>
          <pc:docMk/>
          <pc:sldMk cId="2407907209" sldId="694"/>
        </pc:sldMkLst>
        <pc:spChg chg="mod">
          <ac:chgData name="Naimish Vadodariya" userId="d2e325c0593a319e" providerId="LiveId" clId="{C5D15607-3D89-4432-AEBA-7EDDE20FB0FE}" dt="2022-08-02T13:59:18.083" v="5925" actId="207"/>
          <ac:spMkLst>
            <pc:docMk/>
            <pc:sldMk cId="2407907209" sldId="694"/>
            <ac:spMk id="2" creationId="{00000000-0000-0000-0000-000000000000}"/>
          </ac:spMkLst>
        </pc:spChg>
        <pc:spChg chg="add mod">
          <ac:chgData name="Naimish Vadodariya" userId="d2e325c0593a319e" providerId="LiveId" clId="{C5D15607-3D89-4432-AEBA-7EDDE20FB0FE}" dt="2022-08-02T13:03:50.651" v="5335" actId="123"/>
          <ac:spMkLst>
            <pc:docMk/>
            <pc:sldMk cId="2407907209" sldId="694"/>
            <ac:spMk id="3" creationId="{226A7A56-A308-0C78-209E-6C25E8B150CF}"/>
          </ac:spMkLst>
        </pc:spChg>
        <pc:spChg chg="mod">
          <ac:chgData name="Naimish Vadodariya" userId="d2e325c0593a319e" providerId="LiveId" clId="{C5D15607-3D89-4432-AEBA-7EDDE20FB0FE}" dt="2022-08-02T13:04:52.285" v="5339"/>
          <ac:spMkLst>
            <pc:docMk/>
            <pc:sldMk cId="2407907209" sldId="694"/>
            <ac:spMk id="7" creationId="{EF46A604-D831-08C9-8A1F-5B773647B7F5}"/>
          </ac:spMkLst>
        </pc:spChg>
        <pc:spChg chg="mod">
          <ac:chgData name="Naimish Vadodariya" userId="d2e325c0593a319e" providerId="LiveId" clId="{C5D15607-3D89-4432-AEBA-7EDDE20FB0FE}" dt="2022-08-02T12:58:54.377" v="4906" actId="20577"/>
          <ac:spMkLst>
            <pc:docMk/>
            <pc:sldMk cId="2407907209" sldId="694"/>
            <ac:spMk id="15" creationId="{C4499F60-3764-5CC8-5C83-857AC1583F24}"/>
          </ac:spMkLst>
        </pc:spChg>
        <pc:spChg chg="mod">
          <ac:chgData name="Naimish Vadodariya" userId="d2e325c0593a319e" providerId="LiveId" clId="{C5D15607-3D89-4432-AEBA-7EDDE20FB0FE}" dt="2022-08-02T12:55:43.669" v="4846" actId="20577"/>
          <ac:spMkLst>
            <pc:docMk/>
            <pc:sldMk cId="2407907209" sldId="694"/>
            <ac:spMk id="17" creationId="{43DE4105-031D-D0DE-E4D9-777C2F947096}"/>
          </ac:spMkLst>
        </pc:spChg>
        <pc:spChg chg="add mod">
          <ac:chgData name="Naimish Vadodariya" userId="d2e325c0593a319e" providerId="LiveId" clId="{C5D15607-3D89-4432-AEBA-7EDDE20FB0FE}" dt="2022-08-02T12:59:51.749" v="4970" actId="1036"/>
          <ac:spMkLst>
            <pc:docMk/>
            <pc:sldMk cId="2407907209" sldId="694"/>
            <ac:spMk id="19" creationId="{3B791CFE-578E-D804-38AE-6681F5BF5247}"/>
          </ac:spMkLst>
        </pc:spChg>
        <pc:spChg chg="add mod">
          <ac:chgData name="Naimish Vadodariya" userId="d2e325c0593a319e" providerId="LiveId" clId="{C5D15607-3D89-4432-AEBA-7EDDE20FB0FE}" dt="2022-08-02T12:59:51.749" v="4970" actId="1036"/>
          <ac:spMkLst>
            <pc:docMk/>
            <pc:sldMk cId="2407907209" sldId="694"/>
            <ac:spMk id="20" creationId="{E088FFF4-84CB-9838-F391-8764634A3AE6}"/>
          </ac:spMkLst>
        </pc:spChg>
        <pc:spChg chg="add mod">
          <ac:chgData name="Naimish Vadodariya" userId="d2e325c0593a319e" providerId="LiveId" clId="{C5D15607-3D89-4432-AEBA-7EDDE20FB0FE}" dt="2022-08-02T12:59:51.749" v="4970" actId="1036"/>
          <ac:spMkLst>
            <pc:docMk/>
            <pc:sldMk cId="2407907209" sldId="694"/>
            <ac:spMk id="21" creationId="{84DDB2EF-9A43-6E16-1634-5F77F1F696E8}"/>
          </ac:spMkLst>
        </pc:spChg>
        <pc:spChg chg="add mod">
          <ac:chgData name="Naimish Vadodariya" userId="d2e325c0593a319e" providerId="LiveId" clId="{C5D15607-3D89-4432-AEBA-7EDDE20FB0FE}" dt="2022-08-02T13:03:55.050" v="5336" actId="123"/>
          <ac:spMkLst>
            <pc:docMk/>
            <pc:sldMk cId="2407907209" sldId="694"/>
            <ac:spMk id="22" creationId="{AA9D8139-E15C-C548-DEC3-D0BA78DF706E}"/>
          </ac:spMkLst>
        </pc:spChg>
        <pc:graphicFrameChg chg="modGraphic">
          <ac:chgData name="Naimish Vadodariya" userId="d2e325c0593a319e" providerId="LiveId" clId="{C5D15607-3D89-4432-AEBA-7EDDE20FB0FE}" dt="2022-08-02T12:59:03.490" v="4911" actId="114"/>
          <ac:graphicFrameMkLst>
            <pc:docMk/>
            <pc:sldMk cId="2407907209" sldId="694"/>
            <ac:graphicFrameMk id="4" creationId="{2486BC6F-42B7-4A1D-889E-1B1818D1D5FB}"/>
          </ac:graphicFrameMkLst>
        </pc:graphicFrameChg>
        <pc:graphicFrameChg chg="del">
          <ac:chgData name="Naimish Vadodariya" userId="d2e325c0593a319e" providerId="LiveId" clId="{C5D15607-3D89-4432-AEBA-7EDDE20FB0FE}" dt="2022-08-02T12:55:36.489" v="4841" actId="478"/>
          <ac:graphicFrameMkLst>
            <pc:docMk/>
            <pc:sldMk cId="2407907209" sldId="694"/>
            <ac:graphicFrameMk id="14" creationId="{CD4CB208-6586-AAD4-1436-DDA0A3C682F0}"/>
          </ac:graphicFrameMkLst>
        </pc:graphicFrameChg>
        <pc:cxnChg chg="del">
          <ac:chgData name="Naimish Vadodariya" userId="d2e325c0593a319e" providerId="LiveId" clId="{C5D15607-3D89-4432-AEBA-7EDDE20FB0FE}" dt="2022-08-02T12:55:38.286" v="4843" actId="478"/>
          <ac:cxnSpMkLst>
            <pc:docMk/>
            <pc:sldMk cId="2407907209" sldId="694"/>
            <ac:cxnSpMk id="13" creationId="{DD2346FC-414E-CC60-75EE-61A0300100B9}"/>
          </ac:cxnSpMkLst>
        </pc:cxnChg>
        <pc:cxnChg chg="del">
          <ac:chgData name="Naimish Vadodariya" userId="d2e325c0593a319e" providerId="LiveId" clId="{C5D15607-3D89-4432-AEBA-7EDDE20FB0FE}" dt="2022-08-02T12:55:37.473" v="4842" actId="478"/>
          <ac:cxnSpMkLst>
            <pc:docMk/>
            <pc:sldMk cId="2407907209" sldId="694"/>
            <ac:cxnSpMk id="18" creationId="{772E376C-53DA-0001-04C6-ED1A78FF55BD}"/>
          </ac:cxnSpMkLst>
        </pc:cxnChg>
      </pc:sldChg>
      <pc:sldChg chg="addSp delSp modSp add mod ord delAnim modAnim">
        <pc:chgData name="Naimish Vadodariya" userId="d2e325c0593a319e" providerId="LiveId" clId="{C5D15607-3D89-4432-AEBA-7EDDE20FB0FE}" dt="2022-08-02T13:24:52.157" v="5638"/>
        <pc:sldMkLst>
          <pc:docMk/>
          <pc:sldMk cId="3216824235" sldId="695"/>
        </pc:sldMkLst>
        <pc:spChg chg="mod">
          <ac:chgData name="Naimish Vadodariya" userId="d2e325c0593a319e" providerId="LiveId" clId="{C5D15607-3D89-4432-AEBA-7EDDE20FB0FE}" dt="2022-08-02T13:13:12.331" v="5487" actId="20577"/>
          <ac:spMkLst>
            <pc:docMk/>
            <pc:sldMk cId="3216824235" sldId="695"/>
            <ac:spMk id="2" creationId="{1D522477-C5E6-4247-4C70-D60E0DE0B15B}"/>
          </ac:spMkLst>
        </pc:spChg>
        <pc:spChg chg="del topLvl">
          <ac:chgData name="Naimish Vadodariya" userId="d2e325c0593a319e" providerId="LiveId" clId="{C5D15607-3D89-4432-AEBA-7EDDE20FB0FE}" dt="2022-08-02T13:12:45.628" v="5485" actId="478"/>
          <ac:spMkLst>
            <pc:docMk/>
            <pc:sldMk cId="3216824235" sldId="695"/>
            <ac:spMk id="7" creationId="{C96FEA9C-1534-7353-A8FE-09F22C92D913}"/>
          </ac:spMkLst>
        </pc:spChg>
        <pc:spChg chg="del mod topLvl">
          <ac:chgData name="Naimish Vadodariya" userId="d2e325c0593a319e" providerId="LiveId" clId="{C5D15607-3D89-4432-AEBA-7EDDE20FB0FE}" dt="2022-08-02T13:12:35.544" v="5478" actId="478"/>
          <ac:spMkLst>
            <pc:docMk/>
            <pc:sldMk cId="3216824235" sldId="695"/>
            <ac:spMk id="8" creationId="{A0702EEF-F482-45A6-1F21-AE23F22E1A1D}"/>
          </ac:spMkLst>
        </pc:spChg>
        <pc:spChg chg="add mod">
          <ac:chgData name="Naimish Vadodariya" userId="d2e325c0593a319e" providerId="LiveId" clId="{C5D15607-3D89-4432-AEBA-7EDDE20FB0FE}" dt="2022-08-02T13:23:55.413" v="5634" actId="20577"/>
          <ac:spMkLst>
            <pc:docMk/>
            <pc:sldMk cId="3216824235" sldId="695"/>
            <ac:spMk id="9" creationId="{E7BF5C15-3998-5926-AE2E-58B9F589E718}"/>
          </ac:spMkLst>
        </pc:spChg>
        <pc:spChg chg="add mod">
          <ac:chgData name="Naimish Vadodariya" userId="d2e325c0593a319e" providerId="LiveId" clId="{C5D15607-3D89-4432-AEBA-7EDDE20FB0FE}" dt="2022-08-02T13:22:31.017" v="5629" actId="113"/>
          <ac:spMkLst>
            <pc:docMk/>
            <pc:sldMk cId="3216824235" sldId="695"/>
            <ac:spMk id="10" creationId="{98EB4C7C-634D-29F0-D416-2D5BBCAD3F0B}"/>
          </ac:spMkLst>
        </pc:spChg>
        <pc:spChg chg="add mod">
          <ac:chgData name="Naimish Vadodariya" userId="d2e325c0593a319e" providerId="LiveId" clId="{C5D15607-3D89-4432-AEBA-7EDDE20FB0FE}" dt="2022-08-02T13:22:33.820" v="5630" actId="113"/>
          <ac:spMkLst>
            <pc:docMk/>
            <pc:sldMk cId="3216824235" sldId="695"/>
            <ac:spMk id="11" creationId="{67D68336-E7BD-60E7-85CF-6C01759CCA82}"/>
          </ac:spMkLst>
        </pc:spChg>
        <pc:spChg chg="add mod">
          <ac:chgData name="Naimish Vadodariya" userId="d2e325c0593a319e" providerId="LiveId" clId="{C5D15607-3D89-4432-AEBA-7EDDE20FB0FE}" dt="2022-08-02T13:22:37.200" v="5631" actId="113"/>
          <ac:spMkLst>
            <pc:docMk/>
            <pc:sldMk cId="3216824235" sldId="695"/>
            <ac:spMk id="12" creationId="{C1D672BA-4446-0F02-1505-6E22239EE1E4}"/>
          </ac:spMkLst>
        </pc:spChg>
        <pc:grpChg chg="del mod">
          <ac:chgData name="Naimish Vadodariya" userId="d2e325c0593a319e" providerId="LiveId" clId="{C5D15607-3D89-4432-AEBA-7EDDE20FB0FE}" dt="2022-08-02T13:12:35.544" v="5478" actId="478"/>
          <ac:grpSpMkLst>
            <pc:docMk/>
            <pc:sldMk cId="3216824235" sldId="695"/>
            <ac:grpSpMk id="6" creationId="{32CFF17C-2F7C-1CB3-F439-E587C6FEAB8F}"/>
          </ac:grpSpMkLst>
        </pc:grpChg>
        <pc:graphicFrameChg chg="del">
          <ac:chgData name="Naimish Vadodariya" userId="d2e325c0593a319e" providerId="LiveId" clId="{C5D15607-3D89-4432-AEBA-7EDDE20FB0FE}" dt="2022-08-02T13:11:35.724" v="5472" actId="478"/>
          <ac:graphicFrameMkLst>
            <pc:docMk/>
            <pc:sldMk cId="3216824235" sldId="695"/>
            <ac:graphicFrameMk id="4" creationId="{9DD5ED74-CCEB-0B3E-B2AC-3DDC63428BBA}"/>
          </ac:graphicFrameMkLst>
        </pc:graphicFrameChg>
        <pc:graphicFrameChg chg="del">
          <ac:chgData name="Naimish Vadodariya" userId="d2e325c0593a319e" providerId="LiveId" clId="{C5D15607-3D89-4432-AEBA-7EDDE20FB0FE}" dt="2022-08-02T13:11:37.990" v="5473" actId="478"/>
          <ac:graphicFrameMkLst>
            <pc:docMk/>
            <pc:sldMk cId="3216824235" sldId="695"/>
            <ac:graphicFrameMk id="5" creationId="{82E8ADC2-DF14-359D-B349-5D0DCAD02B6F}"/>
          </ac:graphicFrameMkLst>
        </pc:graphicFrameChg>
      </pc:sldChg>
      <pc:sldChg chg="addSp delSp modSp add mod ord delAnim modAnim">
        <pc:chgData name="Naimish Vadodariya" userId="d2e325c0593a319e" providerId="LiveId" clId="{C5D15607-3D89-4432-AEBA-7EDDE20FB0FE}" dt="2022-08-02T13:59:28.952" v="5927" actId="207"/>
        <pc:sldMkLst>
          <pc:docMk/>
          <pc:sldMk cId="4131958776" sldId="696"/>
        </pc:sldMkLst>
        <pc:spChg chg="mod">
          <ac:chgData name="Naimish Vadodariya" userId="d2e325c0593a319e" providerId="LiveId" clId="{C5D15607-3D89-4432-AEBA-7EDDE20FB0FE}" dt="2022-08-02T13:59:28.952" v="5927" actId="207"/>
          <ac:spMkLst>
            <pc:docMk/>
            <pc:sldMk cId="4131958776" sldId="696"/>
            <ac:spMk id="2" creationId="{E1F2D5F8-87CB-4B5B-8EC7-5F4CE6485746}"/>
          </ac:spMkLst>
        </pc:spChg>
        <pc:spChg chg="mod">
          <ac:chgData name="Naimish Vadodariya" userId="d2e325c0593a319e" providerId="LiveId" clId="{C5D15607-3D89-4432-AEBA-7EDDE20FB0FE}" dt="2022-08-02T13:31:12.105" v="5701" actId="113"/>
          <ac:spMkLst>
            <pc:docMk/>
            <pc:sldMk cId="4131958776" sldId="696"/>
            <ac:spMk id="3" creationId="{139A428D-8F15-4206-B337-FA27C005FA71}"/>
          </ac:spMkLst>
        </pc:spChg>
        <pc:spChg chg="mod">
          <ac:chgData name="Naimish Vadodariya" userId="d2e325c0593a319e" providerId="LiveId" clId="{C5D15607-3D89-4432-AEBA-7EDDE20FB0FE}" dt="2022-08-02T13:37:07.067" v="5771" actId="20577"/>
          <ac:spMkLst>
            <pc:docMk/>
            <pc:sldMk cId="4131958776" sldId="696"/>
            <ac:spMk id="4" creationId="{CCC04B9A-372A-EC90-3C6F-D0D5053FC9E8}"/>
          </ac:spMkLst>
        </pc:spChg>
        <pc:spChg chg="mod">
          <ac:chgData name="Naimish Vadodariya" userId="d2e325c0593a319e" providerId="LiveId" clId="{C5D15607-3D89-4432-AEBA-7EDDE20FB0FE}" dt="2022-08-02T13:36:07.247" v="5760" actId="20577"/>
          <ac:spMkLst>
            <pc:docMk/>
            <pc:sldMk cId="4131958776" sldId="696"/>
            <ac:spMk id="5" creationId="{CE0FA9D8-CF4E-09C5-DF26-91A1787E70BF}"/>
          </ac:spMkLst>
        </pc:spChg>
        <pc:spChg chg="mod">
          <ac:chgData name="Naimish Vadodariya" userId="d2e325c0593a319e" providerId="LiveId" clId="{C5D15607-3D89-4432-AEBA-7EDDE20FB0FE}" dt="2022-08-02T13:32:36.776" v="5742" actId="14100"/>
          <ac:spMkLst>
            <pc:docMk/>
            <pc:sldMk cId="4131958776" sldId="696"/>
            <ac:spMk id="6" creationId="{353A77F3-764F-7414-ADFD-5B1C93E8B16C}"/>
          </ac:spMkLst>
        </pc:spChg>
        <pc:spChg chg="del">
          <ac:chgData name="Naimish Vadodariya" userId="d2e325c0593a319e" providerId="LiveId" clId="{C5D15607-3D89-4432-AEBA-7EDDE20FB0FE}" dt="2022-08-02T13:32:06.532" v="5721" actId="478"/>
          <ac:spMkLst>
            <pc:docMk/>
            <pc:sldMk cId="4131958776" sldId="696"/>
            <ac:spMk id="7" creationId="{2890E29D-2083-62D6-3DB7-6088BB5FA4B3}"/>
          </ac:spMkLst>
        </pc:spChg>
        <pc:spChg chg="del">
          <ac:chgData name="Naimish Vadodariya" userId="d2e325c0593a319e" providerId="LiveId" clId="{C5D15607-3D89-4432-AEBA-7EDDE20FB0FE}" dt="2022-08-02T13:32:08.518" v="5722" actId="478"/>
          <ac:spMkLst>
            <pc:docMk/>
            <pc:sldMk cId="4131958776" sldId="696"/>
            <ac:spMk id="8" creationId="{4FC96081-BE46-4D73-6C6E-20B12FCB9D84}"/>
          </ac:spMkLst>
        </pc:spChg>
        <pc:spChg chg="del mod">
          <ac:chgData name="Naimish Vadodariya" userId="d2e325c0593a319e" providerId="LiveId" clId="{C5D15607-3D89-4432-AEBA-7EDDE20FB0FE}" dt="2022-08-02T13:32:04.530" v="5720" actId="478"/>
          <ac:spMkLst>
            <pc:docMk/>
            <pc:sldMk cId="4131958776" sldId="696"/>
            <ac:spMk id="9" creationId="{9EF3D285-9AF2-E4F2-E778-8A63B9856DB3}"/>
          </ac:spMkLst>
        </pc:spChg>
        <pc:graphicFrameChg chg="add mod">
          <ac:chgData name="Naimish Vadodariya" userId="d2e325c0593a319e" providerId="LiveId" clId="{C5D15607-3D89-4432-AEBA-7EDDE20FB0FE}" dt="2022-08-02T13:33:06.601" v="5751" actId="1076"/>
          <ac:graphicFrameMkLst>
            <pc:docMk/>
            <pc:sldMk cId="4131958776" sldId="696"/>
            <ac:graphicFrameMk id="10" creationId="{D0EAD167-1369-D27E-B305-A431475AF504}"/>
          </ac:graphicFrameMkLst>
        </pc:graphicFrameChg>
        <pc:graphicFrameChg chg="add mod">
          <ac:chgData name="Naimish Vadodariya" userId="d2e325c0593a319e" providerId="LiveId" clId="{C5D15607-3D89-4432-AEBA-7EDDE20FB0FE}" dt="2022-08-02T13:33:06.601" v="5751" actId="1076"/>
          <ac:graphicFrameMkLst>
            <pc:docMk/>
            <pc:sldMk cId="4131958776" sldId="696"/>
            <ac:graphicFrameMk id="11" creationId="{D62668B2-FB14-89BE-7F56-3D6477713325}"/>
          </ac:graphicFrameMkLst>
        </pc:graphicFrameChg>
      </pc:sldChg>
      <pc:sldMasterChg chg="modSldLayout">
        <pc:chgData name="Naimish Vadodariya" userId="d2e325c0593a319e" providerId="LiveId" clId="{C5D15607-3D89-4432-AEBA-7EDDE20FB0FE}" dt="2022-08-02T14:05:33.271" v="5943" actId="208"/>
        <pc:sldMasterMkLst>
          <pc:docMk/>
          <pc:sldMasterMk cId="791954662" sldId="2147483648"/>
        </pc:sldMasterMkLst>
        <pc:sldLayoutChg chg="modSp mod">
          <pc:chgData name="Naimish Vadodariya" userId="d2e325c0593a319e" providerId="LiveId" clId="{C5D15607-3D89-4432-AEBA-7EDDE20FB0FE}" dt="2022-08-02T14:05:33.271" v="5943" actId="208"/>
          <pc:sldLayoutMkLst>
            <pc:docMk/>
            <pc:sldMasterMk cId="791954662" sldId="2147483648"/>
            <pc:sldLayoutMk cId="1475118703" sldId="2147483692"/>
          </pc:sldLayoutMkLst>
          <pc:spChg chg="mod">
            <ac:chgData name="Naimish Vadodariya" userId="d2e325c0593a319e" providerId="LiveId" clId="{C5D15607-3D89-4432-AEBA-7EDDE20FB0FE}" dt="2022-08-02T14:05:15.977" v="5939" actId="207"/>
            <ac:spMkLst>
              <pc:docMk/>
              <pc:sldMasterMk cId="791954662" sldId="2147483648"/>
              <pc:sldLayoutMk cId="1475118703" sldId="2147483692"/>
              <ac:spMk id="22" creationId="{EB889181-F145-4E62-A282-E5B77978D1F3}"/>
            </ac:spMkLst>
          </pc:spChg>
          <pc:spChg chg="mod">
            <ac:chgData name="Naimish Vadodariya" userId="d2e325c0593a319e" providerId="LiveId" clId="{C5D15607-3D89-4432-AEBA-7EDDE20FB0FE}" dt="2022-08-02T14:05:19.414" v="5940" actId="207"/>
            <ac:spMkLst>
              <pc:docMk/>
              <pc:sldMasterMk cId="791954662" sldId="2147483648"/>
              <pc:sldLayoutMk cId="1475118703" sldId="2147483692"/>
              <ac:spMk id="23" creationId="{5E9DA42E-B221-4BBE-B651-F7171591BCD7}"/>
            </ac:spMkLst>
          </pc:spChg>
          <pc:spChg chg="mod">
            <ac:chgData name="Naimish Vadodariya" userId="d2e325c0593a319e" providerId="LiveId" clId="{C5D15607-3D89-4432-AEBA-7EDDE20FB0FE}" dt="2022-08-02T14:05:33.271" v="5943" actId="208"/>
            <ac:spMkLst>
              <pc:docMk/>
              <pc:sldMasterMk cId="791954662" sldId="2147483648"/>
              <pc:sldLayoutMk cId="1475118703" sldId="2147483692"/>
              <ac:spMk id="38" creationId="{00000000-0000-0000-0000-000000000000}"/>
            </ac:spMkLst>
          </pc:spChg>
          <pc:spChg chg="mod">
            <ac:chgData name="Naimish Vadodariya" userId="d2e325c0593a319e" providerId="LiveId" clId="{C5D15607-3D89-4432-AEBA-7EDDE20FB0FE}" dt="2022-08-02T14:05:08.946" v="5938" actId="207"/>
            <ac:spMkLst>
              <pc:docMk/>
              <pc:sldMasterMk cId="791954662" sldId="2147483648"/>
              <pc:sldLayoutMk cId="1475118703" sldId="2147483692"/>
              <ac:spMk id="41" creationId="{00000000-0000-0000-0000-000000000000}"/>
            </ac:spMkLst>
          </pc:spChg>
          <pc:spChg chg="mod">
            <ac:chgData name="Naimish Vadodariya" userId="d2e325c0593a319e" providerId="LiveId" clId="{C5D15607-3D89-4432-AEBA-7EDDE20FB0FE}" dt="2022-08-02T14:05:08.946" v="5938" actId="207"/>
            <ac:spMkLst>
              <pc:docMk/>
              <pc:sldMasterMk cId="791954662" sldId="2147483648"/>
              <pc:sldLayoutMk cId="1475118703" sldId="2147483692"/>
              <ac:spMk id="42" creationId="{00000000-0000-0000-0000-000000000000}"/>
            </ac:spMkLst>
          </pc:spChg>
        </pc:sldLayoutChg>
      </pc:sldMasterChg>
    </pc:docChg>
  </pc:docChgLst>
  <pc:docChgLst>
    <pc:chgData name="Naimish Vadodariya" userId="d2e325c0593a319e" providerId="LiveId" clId="{80D3DD34-0633-4CF3-9F17-1AAA4BF0DB11}"/>
    <pc:docChg chg="modSld">
      <pc:chgData name="Naimish Vadodariya" userId="d2e325c0593a319e" providerId="LiveId" clId="{80D3DD34-0633-4CF3-9F17-1AAA4BF0DB11}" dt="2022-09-15T06:36:12.020" v="10" actId="20577"/>
      <pc:docMkLst>
        <pc:docMk/>
      </pc:docMkLst>
      <pc:sldChg chg="modSp mod">
        <pc:chgData name="Naimish Vadodariya" userId="d2e325c0593a319e" providerId="LiveId" clId="{80D3DD34-0633-4CF3-9F17-1AAA4BF0DB11}" dt="2022-09-15T06:36:12.020" v="10" actId="20577"/>
        <pc:sldMkLst>
          <pc:docMk/>
          <pc:sldMk cId="2721305422" sldId="337"/>
        </pc:sldMkLst>
        <pc:graphicFrameChg chg="modGraphic">
          <ac:chgData name="Naimish Vadodariya" userId="d2e325c0593a319e" providerId="LiveId" clId="{80D3DD34-0633-4CF3-9F17-1AAA4BF0DB11}" dt="2022-09-15T06:36:12.020" v="10" actId="20577"/>
          <ac:graphicFrameMkLst>
            <pc:docMk/>
            <pc:sldMk cId="2721305422" sldId="337"/>
            <ac:graphicFrameMk id="42" creationId="{26B864CA-85CD-4666-B9D1-870ED08B272C}"/>
          </ac:graphicFrameMkLst>
        </pc:graphicFrameChg>
      </pc:sldChg>
    </pc:docChg>
  </pc:docChgLst>
  <pc:docChgLst>
    <pc:chgData name="Naimish Vadodariya" userId="d2e325c0593a319e" providerId="LiveId" clId="{4720A315-5A2E-4271-BFB1-BB9042A829E5}"/>
    <pc:docChg chg="undo redo custSel addSld delSld modSld sldOrd">
      <pc:chgData name="Naimish Vadodariya" userId="d2e325c0593a319e" providerId="LiveId" clId="{4720A315-5A2E-4271-BFB1-BB9042A829E5}" dt="2022-07-10T03:57:09.696" v="677" actId="20577"/>
      <pc:docMkLst>
        <pc:docMk/>
      </pc:docMkLst>
      <pc:sldChg chg="addSp delSp modSp mod addAnim delAnim">
        <pc:chgData name="Naimish Vadodariya" userId="d2e325c0593a319e" providerId="LiveId" clId="{4720A315-5A2E-4271-BFB1-BB9042A829E5}" dt="2022-07-08T16:31:11.035" v="586" actId="14100"/>
        <pc:sldMkLst>
          <pc:docMk/>
          <pc:sldMk cId="1915482141" sldId="289"/>
        </pc:sldMkLst>
        <pc:spChg chg="mod topLvl">
          <ac:chgData name="Naimish Vadodariya" userId="d2e325c0593a319e" providerId="LiveId" clId="{4720A315-5A2E-4271-BFB1-BB9042A829E5}" dt="2022-07-08T16:30:49.836" v="571" actId="478"/>
          <ac:spMkLst>
            <pc:docMk/>
            <pc:sldMk cId="1915482141" sldId="289"/>
            <ac:spMk id="4" creationId="{E9A4A388-3701-E936-5D61-943EDF699402}"/>
          </ac:spMkLst>
        </pc:spChg>
        <pc:spChg chg="add del mod topLvl">
          <ac:chgData name="Naimish Vadodariya" userId="d2e325c0593a319e" providerId="LiveId" clId="{4720A315-5A2E-4271-BFB1-BB9042A829E5}" dt="2022-07-08T16:31:11.035" v="586" actId="14100"/>
          <ac:spMkLst>
            <pc:docMk/>
            <pc:sldMk cId="1915482141" sldId="289"/>
            <ac:spMk id="5" creationId="{1A3C4AD4-AE2C-BB37-D8F4-E2CF8B009D71}"/>
          </ac:spMkLst>
        </pc:spChg>
        <pc:spChg chg="add del mod">
          <ac:chgData name="Naimish Vadodariya" userId="d2e325c0593a319e" providerId="LiveId" clId="{4720A315-5A2E-4271-BFB1-BB9042A829E5}" dt="2022-07-08T16:30:54.179" v="572" actId="478"/>
          <ac:spMkLst>
            <pc:docMk/>
            <pc:sldMk cId="1915482141" sldId="289"/>
            <ac:spMk id="6" creationId="{2E021695-34EC-5D16-AFE9-7C77205942CF}"/>
          </ac:spMkLst>
        </pc:spChg>
        <pc:grpChg chg="add del">
          <ac:chgData name="Naimish Vadodariya" userId="d2e325c0593a319e" providerId="LiveId" clId="{4720A315-5A2E-4271-BFB1-BB9042A829E5}" dt="2022-07-08T16:30:49.836" v="571" actId="478"/>
          <ac:grpSpMkLst>
            <pc:docMk/>
            <pc:sldMk cId="1915482141" sldId="289"/>
            <ac:grpSpMk id="3" creationId="{B814C6DB-F447-EDE6-462B-FA2DE34F8D8C}"/>
          </ac:grpSpMkLst>
        </pc:grpChg>
      </pc:sldChg>
      <pc:sldChg chg="addSp modSp mod modAnim">
        <pc:chgData name="Naimish Vadodariya" userId="d2e325c0593a319e" providerId="LiveId" clId="{4720A315-5A2E-4271-BFB1-BB9042A829E5}" dt="2022-07-10T03:57:09.696" v="677" actId="20577"/>
        <pc:sldMkLst>
          <pc:docMk/>
          <pc:sldMk cId="2554711902" sldId="291"/>
        </pc:sldMkLst>
        <pc:spChg chg="mod">
          <ac:chgData name="Naimish Vadodariya" userId="d2e325c0593a319e" providerId="LiveId" clId="{4720A315-5A2E-4271-BFB1-BB9042A829E5}" dt="2022-07-08T16:15:43.878" v="352" actId="20577"/>
          <ac:spMkLst>
            <pc:docMk/>
            <pc:sldMk cId="2554711902" sldId="291"/>
            <ac:spMk id="2" creationId="{095EF1AA-B384-4B3C-AA64-26D31B983DC1}"/>
          </ac:spMkLst>
        </pc:spChg>
        <pc:spChg chg="add mod">
          <ac:chgData name="Naimish Vadodariya" userId="d2e325c0593a319e" providerId="LiveId" clId="{4720A315-5A2E-4271-BFB1-BB9042A829E5}" dt="2022-07-08T16:36:09.671" v="674" actId="1582"/>
          <ac:spMkLst>
            <pc:docMk/>
            <pc:sldMk cId="2554711902" sldId="291"/>
            <ac:spMk id="3" creationId="{C1A1189A-7AFE-CCC8-8A9C-0C401FF3B55B}"/>
          </ac:spMkLst>
        </pc:spChg>
        <pc:spChg chg="add mod">
          <ac:chgData name="Naimish Vadodariya" userId="d2e325c0593a319e" providerId="LiveId" clId="{4720A315-5A2E-4271-BFB1-BB9042A829E5}" dt="2022-07-08T16:16:26.732" v="356" actId="1582"/>
          <ac:spMkLst>
            <pc:docMk/>
            <pc:sldMk cId="2554711902" sldId="291"/>
            <ac:spMk id="4" creationId="{0A8696B3-C7C3-43DD-0940-820E303B2436}"/>
          </ac:spMkLst>
        </pc:spChg>
        <pc:spChg chg="mod">
          <ac:chgData name="Naimish Vadodariya" userId="d2e325c0593a319e" providerId="LiveId" clId="{4720A315-5A2E-4271-BFB1-BB9042A829E5}" dt="2022-07-10T03:57:09.696" v="677" actId="20577"/>
          <ac:spMkLst>
            <pc:docMk/>
            <pc:sldMk cId="2554711902" sldId="291"/>
            <ac:spMk id="5" creationId="{C4A6F3DF-2EB8-43CF-3795-79063F5A0067}"/>
          </ac:spMkLst>
        </pc:spChg>
        <pc:spChg chg="mod">
          <ac:chgData name="Naimish Vadodariya" userId="d2e325c0593a319e" providerId="LiveId" clId="{4720A315-5A2E-4271-BFB1-BB9042A829E5}" dt="2022-07-08T16:20:35.779" v="375" actId="14100"/>
          <ac:spMkLst>
            <pc:docMk/>
            <pc:sldMk cId="2554711902" sldId="291"/>
            <ac:spMk id="7" creationId="{72A86601-7B9C-F9F6-5604-2455DAE19E61}"/>
          </ac:spMkLst>
        </pc:spChg>
      </pc:sldChg>
      <pc:sldChg chg="modSp">
        <pc:chgData name="Naimish Vadodariya" userId="d2e325c0593a319e" providerId="LiveId" clId="{4720A315-5A2E-4271-BFB1-BB9042A829E5}" dt="2022-07-08T16:31:33.453" v="587" actId="6549"/>
        <pc:sldMkLst>
          <pc:docMk/>
          <pc:sldMk cId="4216305698" sldId="292"/>
        </pc:sldMkLst>
        <pc:spChg chg="mod">
          <ac:chgData name="Naimish Vadodariya" userId="d2e325c0593a319e" providerId="LiveId" clId="{4720A315-5A2E-4271-BFB1-BB9042A829E5}" dt="2022-07-08T16:31:33.453" v="587" actId="6549"/>
          <ac:spMkLst>
            <pc:docMk/>
            <pc:sldMk cId="4216305698" sldId="292"/>
            <ac:spMk id="9" creationId="{BDA2F9A4-6988-4274-8384-12496EC9D59D}"/>
          </ac:spMkLst>
        </pc:spChg>
      </pc:sldChg>
      <pc:sldChg chg="modSp mod">
        <pc:chgData name="Naimish Vadodariya" userId="d2e325c0593a319e" providerId="LiveId" clId="{4720A315-5A2E-4271-BFB1-BB9042A829E5}" dt="2022-07-08T16:35:34.882" v="673" actId="20577"/>
        <pc:sldMkLst>
          <pc:docMk/>
          <pc:sldMk cId="1234560127" sldId="325"/>
        </pc:sldMkLst>
        <pc:spChg chg="mod">
          <ac:chgData name="Naimish Vadodariya" userId="d2e325c0593a319e" providerId="LiveId" clId="{4720A315-5A2E-4271-BFB1-BB9042A829E5}" dt="2022-07-08T16:35:34.882" v="673" actId="20577"/>
          <ac:spMkLst>
            <pc:docMk/>
            <pc:sldMk cId="1234560127" sldId="325"/>
            <ac:spMk id="2" creationId="{E1F2D5F8-87CB-4B5B-8EC7-5F4CE6485746}"/>
          </ac:spMkLst>
        </pc:spChg>
      </pc:sldChg>
      <pc:sldChg chg="modSp mod ord modAnim">
        <pc:chgData name="Naimish Vadodariya" userId="d2e325c0593a319e" providerId="LiveId" clId="{4720A315-5A2E-4271-BFB1-BB9042A829E5}" dt="2022-07-08T16:33:13.373" v="599" actId="113"/>
        <pc:sldMkLst>
          <pc:docMk/>
          <pc:sldMk cId="207174456" sldId="326"/>
        </pc:sldMkLst>
        <pc:spChg chg="mod">
          <ac:chgData name="Naimish Vadodariya" userId="d2e325c0593a319e" providerId="LiveId" clId="{4720A315-5A2E-4271-BFB1-BB9042A829E5}" dt="2022-07-08T16:33:13.373" v="599" actId="113"/>
          <ac:spMkLst>
            <pc:docMk/>
            <pc:sldMk cId="207174456" sldId="326"/>
            <ac:spMk id="3" creationId="{139A428D-8F15-4206-B337-FA27C005FA71}"/>
          </ac:spMkLst>
        </pc:spChg>
      </pc:sldChg>
      <pc:sldChg chg="modSp add mod">
        <pc:chgData name="Naimish Vadodariya" userId="d2e325c0593a319e" providerId="LiveId" clId="{4720A315-5A2E-4271-BFB1-BB9042A829E5}" dt="2022-07-08T02:29:46.351" v="19" actId="20577"/>
        <pc:sldMkLst>
          <pc:docMk/>
          <pc:sldMk cId="200374224" sldId="327"/>
        </pc:sldMkLst>
        <pc:spChg chg="mod">
          <ac:chgData name="Naimish Vadodariya" userId="d2e325c0593a319e" providerId="LiveId" clId="{4720A315-5A2E-4271-BFB1-BB9042A829E5}" dt="2022-07-08T02:29:46.351" v="19" actId="20577"/>
          <ac:spMkLst>
            <pc:docMk/>
            <pc:sldMk cId="200374224" sldId="327"/>
            <ac:spMk id="2" creationId="{54D792E8-8838-4744-A7DD-92B0ED18307B}"/>
          </ac:spMkLst>
        </pc:spChg>
        <pc:spChg chg="mod">
          <ac:chgData name="Naimish Vadodariya" userId="d2e325c0593a319e" providerId="LiveId" clId="{4720A315-5A2E-4271-BFB1-BB9042A829E5}" dt="2022-07-08T02:29:40.730" v="2" actId="20577"/>
          <ac:spMkLst>
            <pc:docMk/>
            <pc:sldMk cId="200374224" sldId="327"/>
            <ac:spMk id="3" creationId="{6C915463-E8EE-4502-8261-E337007EFAAF}"/>
          </ac:spMkLst>
        </pc:spChg>
      </pc:sldChg>
      <pc:sldChg chg="modSp add mod">
        <pc:chgData name="Naimish Vadodariya" userId="d2e325c0593a319e" providerId="LiveId" clId="{4720A315-5A2E-4271-BFB1-BB9042A829E5}" dt="2022-07-08T02:30:01.980" v="45" actId="20577"/>
        <pc:sldMkLst>
          <pc:docMk/>
          <pc:sldMk cId="700880048" sldId="328"/>
        </pc:sldMkLst>
        <pc:spChg chg="mod">
          <ac:chgData name="Naimish Vadodariya" userId="d2e325c0593a319e" providerId="LiveId" clId="{4720A315-5A2E-4271-BFB1-BB9042A829E5}" dt="2022-07-08T02:30:01.980" v="45" actId="20577"/>
          <ac:spMkLst>
            <pc:docMk/>
            <pc:sldMk cId="700880048" sldId="328"/>
            <ac:spMk id="2" creationId="{E1F2D5F8-87CB-4B5B-8EC7-5F4CE6485746}"/>
          </ac:spMkLst>
        </pc:spChg>
      </pc:sldChg>
      <pc:sldChg chg="modSp add mod">
        <pc:chgData name="Naimish Vadodariya" userId="d2e325c0593a319e" providerId="LiveId" clId="{4720A315-5A2E-4271-BFB1-BB9042A829E5}" dt="2022-07-08T02:32:29.970" v="118" actId="20577"/>
        <pc:sldMkLst>
          <pc:docMk/>
          <pc:sldMk cId="2908367801" sldId="329"/>
        </pc:sldMkLst>
        <pc:spChg chg="mod">
          <ac:chgData name="Naimish Vadodariya" userId="d2e325c0593a319e" providerId="LiveId" clId="{4720A315-5A2E-4271-BFB1-BB9042A829E5}" dt="2022-07-08T02:32:29.970" v="118" actId="20577"/>
          <ac:spMkLst>
            <pc:docMk/>
            <pc:sldMk cId="2908367801" sldId="329"/>
            <ac:spMk id="2" creationId="{E1F2D5F8-87CB-4B5B-8EC7-5F4CE6485746}"/>
          </ac:spMkLst>
        </pc:spChg>
      </pc:sldChg>
      <pc:sldChg chg="modSp add mod">
        <pc:chgData name="Naimish Vadodariya" userId="d2e325c0593a319e" providerId="LiveId" clId="{4720A315-5A2E-4271-BFB1-BB9042A829E5}" dt="2022-07-08T02:30:35.970" v="114" actId="20577"/>
        <pc:sldMkLst>
          <pc:docMk/>
          <pc:sldMk cId="2459902967" sldId="330"/>
        </pc:sldMkLst>
        <pc:spChg chg="mod">
          <ac:chgData name="Naimish Vadodariya" userId="d2e325c0593a319e" providerId="LiveId" clId="{4720A315-5A2E-4271-BFB1-BB9042A829E5}" dt="2022-07-08T02:30:35.970" v="114" actId="20577"/>
          <ac:spMkLst>
            <pc:docMk/>
            <pc:sldMk cId="2459902967" sldId="330"/>
            <ac:spMk id="2" creationId="{E1F2D5F8-87CB-4B5B-8EC7-5F4CE6485746}"/>
          </ac:spMkLst>
        </pc:spChg>
      </pc:sldChg>
      <pc:sldChg chg="modSp add mod">
        <pc:chgData name="Naimish Vadodariya" userId="d2e325c0593a319e" providerId="LiveId" clId="{4720A315-5A2E-4271-BFB1-BB9042A829E5}" dt="2022-07-08T02:33:02.331" v="190" actId="20577"/>
        <pc:sldMkLst>
          <pc:docMk/>
          <pc:sldMk cId="3640156525" sldId="331"/>
        </pc:sldMkLst>
        <pc:spChg chg="mod">
          <ac:chgData name="Naimish Vadodariya" userId="d2e325c0593a319e" providerId="LiveId" clId="{4720A315-5A2E-4271-BFB1-BB9042A829E5}" dt="2022-07-08T02:33:02.331" v="190" actId="20577"/>
          <ac:spMkLst>
            <pc:docMk/>
            <pc:sldMk cId="3640156525" sldId="331"/>
            <ac:spMk id="2" creationId="{E1F2D5F8-87CB-4B5B-8EC7-5F4CE6485746}"/>
          </ac:spMkLst>
        </pc:spChg>
      </pc:sldChg>
      <pc:sldChg chg="modSp add mod">
        <pc:chgData name="Naimish Vadodariya" userId="d2e325c0593a319e" providerId="LiveId" clId="{4720A315-5A2E-4271-BFB1-BB9042A829E5}" dt="2022-07-08T02:33:15" v="201" actId="20577"/>
        <pc:sldMkLst>
          <pc:docMk/>
          <pc:sldMk cId="1849273504" sldId="332"/>
        </pc:sldMkLst>
        <pc:spChg chg="mod">
          <ac:chgData name="Naimish Vadodariya" userId="d2e325c0593a319e" providerId="LiveId" clId="{4720A315-5A2E-4271-BFB1-BB9042A829E5}" dt="2022-07-08T02:33:15" v="201" actId="20577"/>
          <ac:spMkLst>
            <pc:docMk/>
            <pc:sldMk cId="1849273504" sldId="332"/>
            <ac:spMk id="2" creationId="{E1F2D5F8-87CB-4B5B-8EC7-5F4CE6485746}"/>
          </ac:spMkLst>
        </pc:spChg>
      </pc:sldChg>
      <pc:sldChg chg="add del">
        <pc:chgData name="Naimish Vadodariya" userId="d2e325c0593a319e" providerId="LiveId" clId="{4720A315-5A2E-4271-BFB1-BB9042A829E5}" dt="2022-07-08T16:35:21.650" v="667" actId="2696"/>
        <pc:sldMkLst>
          <pc:docMk/>
          <pc:sldMk cId="1647061508" sldId="33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2/19/2025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jpeg"/><Relationship Id="rId4" Type="http://schemas.openxmlformats.org/officeDocument/2006/relationships/image" Target="../media/image3.png"/><Relationship Id="rId9"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9.png"/><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2287806" cy="338554"/>
          </a:xfrm>
          <a:prstGeom prst="rect">
            <a:avLst/>
          </a:prstGeom>
          <a:noFill/>
        </p:spPr>
        <p:txBody>
          <a:bodyPr wrap="none" rtlCol="0">
            <a:spAutoFit/>
          </a:bodyPr>
          <a:lstStyle/>
          <a:p>
            <a:r>
              <a:rPr lang="en-US" sz="1600" dirty="0"/>
              <a:t>Darshan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9">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a:extLst>
              <a:ext uri="{FF2B5EF4-FFF2-40B4-BE49-F238E27FC236}">
                <a16:creationId xmlns:a16="http://schemas.microsoft.com/office/drawing/2014/main" id="{E75253BA-841C-4898-BAAF-3A16D7F9433E}"/>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9A329F3-B4EA-403B-BD1C-FDD65D8E9D3F}"/>
              </a:ext>
            </a:extLst>
          </p:cNvPr>
          <p:cNvGrpSpPr/>
          <p:nvPr userDrawn="1"/>
        </p:nvGrpSpPr>
        <p:grpSpPr>
          <a:xfrm>
            <a:off x="10721798" y="852808"/>
            <a:ext cx="1339023" cy="407045"/>
            <a:chOff x="10721798" y="852808"/>
            <a:chExt cx="1339023" cy="407045"/>
          </a:xfrm>
        </p:grpSpPr>
        <p:pic>
          <p:nvPicPr>
            <p:cNvPr id="16" name="Picture 15">
              <a:extLst>
                <a:ext uri="{FF2B5EF4-FFF2-40B4-BE49-F238E27FC236}">
                  <a16:creationId xmlns:a16="http://schemas.microsoft.com/office/drawing/2014/main" id="{F0325C5E-F004-43A9-9277-53A0BD206A7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5" name="Rectangle 14">
              <a:extLst>
                <a:ext uri="{FF2B5EF4-FFF2-40B4-BE49-F238E27FC236}">
                  <a16:creationId xmlns:a16="http://schemas.microsoft.com/office/drawing/2014/main" id="{4B63808E-204C-4894-A747-B51DDC7425C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Dixita B. Kagathara</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userDrawn="1">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2">
            <a:extLst>
              <a:ext uri="{FF2B5EF4-FFF2-40B4-BE49-F238E27FC236}">
                <a16:creationId xmlns:a16="http://schemas.microsoft.com/office/drawing/2014/main" id="{22364D95-B329-9454-0C65-6DD9D28321C5}"/>
              </a:ext>
            </a:extLst>
          </p:cNvPr>
          <p:cNvSpPr txBox="1">
            <a:spLocks/>
          </p:cNvSpPr>
          <p:nvPr userDrawn="1"/>
        </p:nvSpPr>
        <p:spPr>
          <a:xfrm>
            <a:off x="3766657" y="6604000"/>
            <a:ext cx="5771626"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#2301CS401 (DBMS-II)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a:t>
            </a:r>
            <a:r>
              <a:rPr lang="en-IN"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Trigger, Exception Handling &amp; Transaction Management</a:t>
            </a:r>
            <a:endPar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endParaRPr>
          </a:p>
        </p:txBody>
      </p: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619E228D-B2BD-4EFA-9FE9-86D81DDC600E}"/>
              </a:ext>
            </a:extLst>
          </p:cNvPr>
          <p:cNvGrpSpPr/>
          <p:nvPr userDrawn="1"/>
        </p:nvGrpSpPr>
        <p:grpSpPr>
          <a:xfrm>
            <a:off x="10721797" y="6047527"/>
            <a:ext cx="1339023" cy="407045"/>
            <a:chOff x="10721798" y="852808"/>
            <a:chExt cx="1339023" cy="407045"/>
          </a:xfrm>
        </p:grpSpPr>
        <p:pic>
          <p:nvPicPr>
            <p:cNvPr id="25" name="Picture 2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Dixita B. Kagathara</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tx2"/>
              </a:buClr>
              <a:buFont typeface="Wingdings 3" panose="05040102010807070707" pitchFamily="18" charset="2"/>
              <a:buChar char=""/>
              <a:defRPr sz="2400">
                <a:solidFill>
                  <a:schemeClr val="tx1"/>
                </a:solidFill>
              </a:defRPr>
            </a:lvl1pPr>
            <a:lvl2pPr marL="809625" indent="-352425" algn="just">
              <a:buClr>
                <a:schemeClr val="tx2"/>
              </a:buClr>
              <a:buFont typeface="Wingdings 3" panose="05040102010807070707" pitchFamily="18" charset="2"/>
              <a:buChar char=""/>
              <a:defRPr sz="2000">
                <a:solidFill>
                  <a:schemeClr val="tx1"/>
                </a:solidFill>
              </a:defRPr>
            </a:lvl2pPr>
            <a:lvl3pPr marL="1143000" indent="-228600" algn="just">
              <a:buClr>
                <a:schemeClr val="tx2"/>
              </a:buClr>
              <a:buFont typeface="Wingdings" panose="05000000000000000000" pitchFamily="2" charset="2"/>
              <a:buChar char="§"/>
              <a:defRPr sz="1800">
                <a:solidFill>
                  <a:schemeClr val="tx1"/>
                </a:solidFill>
              </a:defRPr>
            </a:lvl3pPr>
            <a:lvl4pPr algn="just">
              <a:buClr>
                <a:schemeClr val="tx2"/>
              </a:buClr>
              <a:defRPr sz="1600">
                <a:solidFill>
                  <a:schemeClr val="tx1"/>
                </a:solidFill>
              </a:defRPr>
            </a:lvl4pPr>
            <a:lvl5pPr algn="just">
              <a:buClr>
                <a:schemeClr val="tx2"/>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2">
            <a:extLst>
              <a:ext uri="{FF2B5EF4-FFF2-40B4-BE49-F238E27FC236}">
                <a16:creationId xmlns:a16="http://schemas.microsoft.com/office/drawing/2014/main" id="{6F3D0C57-A7FF-E69D-35D9-B1280605F8A4}"/>
              </a:ext>
            </a:extLst>
          </p:cNvPr>
          <p:cNvSpPr txBox="1">
            <a:spLocks/>
          </p:cNvSpPr>
          <p:nvPr userDrawn="1"/>
        </p:nvSpPr>
        <p:spPr>
          <a:xfrm>
            <a:off x="3766657" y="6604000"/>
            <a:ext cx="5771626"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#2301CS401 (DBMS-II)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a:t>
            </a:r>
            <a:r>
              <a:rPr lang="en-IN"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Trigger, Exception Handling &amp; Transaction Management</a:t>
            </a:r>
            <a:endPar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endParaRPr>
          </a:p>
        </p:txBody>
      </p: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E04132C-088A-4457-A3C3-1DC6427585FC}"/>
              </a:ext>
            </a:extLst>
          </p:cNvPr>
          <p:cNvGrpSpPr/>
          <p:nvPr userDrawn="1"/>
        </p:nvGrpSpPr>
        <p:grpSpPr>
          <a:xfrm>
            <a:off x="131179" y="6047527"/>
            <a:ext cx="1339023" cy="407045"/>
            <a:chOff x="10721798" y="852808"/>
            <a:chExt cx="1339023" cy="407045"/>
          </a:xfrm>
        </p:grpSpPr>
        <p:pic>
          <p:nvPicPr>
            <p:cNvPr id="25" name="Picture 24">
              <a:extLst>
                <a:ext uri="{FF2B5EF4-FFF2-40B4-BE49-F238E27FC236}">
                  <a16:creationId xmlns:a16="http://schemas.microsoft.com/office/drawing/2014/main" id="{B49C31A0-0173-45C3-B715-F73A797EA6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Dixita B. Kagathara</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2">
            <a:extLst>
              <a:ext uri="{FF2B5EF4-FFF2-40B4-BE49-F238E27FC236}">
                <a16:creationId xmlns:a16="http://schemas.microsoft.com/office/drawing/2014/main" id="{4DDA11D8-E569-819B-DC85-02C2766C1F57}"/>
              </a:ext>
            </a:extLst>
          </p:cNvPr>
          <p:cNvSpPr txBox="1">
            <a:spLocks/>
          </p:cNvSpPr>
          <p:nvPr userDrawn="1"/>
        </p:nvSpPr>
        <p:spPr>
          <a:xfrm>
            <a:off x="3766657" y="6604000"/>
            <a:ext cx="5771626"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#2301CS401 (DBMS-II)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a:t>
            </a:r>
            <a:r>
              <a:rPr lang="en-IN"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Trigger, Exception Handling &amp; Transaction Management</a:t>
            </a:r>
            <a:endPar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endParaRPr>
          </a:p>
        </p:txBody>
      </p:sp>
    </p:spTree>
    <p:extLst>
      <p:ext uri="{BB962C8B-B14F-4D97-AF65-F5344CB8AC3E}">
        <p14:creationId xmlns:p14="http://schemas.microsoft.com/office/powerpoint/2010/main" val="34686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10" name="Group 9">
            <a:extLst>
              <a:ext uri="{FF2B5EF4-FFF2-40B4-BE49-F238E27FC236}">
                <a16:creationId xmlns:a16="http://schemas.microsoft.com/office/drawing/2014/main" id="{AE04132C-088A-4457-A3C3-1DC6427585FC}"/>
              </a:ext>
            </a:extLst>
          </p:cNvPr>
          <p:cNvGrpSpPr/>
          <p:nvPr userDrawn="1"/>
        </p:nvGrpSpPr>
        <p:grpSpPr>
          <a:xfrm>
            <a:off x="10677938" y="6350844"/>
            <a:ext cx="1339023" cy="407045"/>
            <a:chOff x="10721798" y="852808"/>
            <a:chExt cx="1339023" cy="407045"/>
          </a:xfrm>
        </p:grpSpPr>
        <p:pic>
          <p:nvPicPr>
            <p:cNvPr id="15" name="Picture 14">
              <a:extLst>
                <a:ext uri="{FF2B5EF4-FFF2-40B4-BE49-F238E27FC236}">
                  <a16:creationId xmlns:a16="http://schemas.microsoft.com/office/drawing/2014/main" id="{B49C31A0-0173-45C3-B715-F73A797EA64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6" name="Rectangle 1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0169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Dixita B. Kagathara</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1AA5C57A-F840-488A-AACF-E658D398FCEC}"/>
              </a:ext>
            </a:extLst>
          </p:cNvPr>
          <p:cNvGrpSpPr/>
          <p:nvPr userDrawn="1"/>
        </p:nvGrpSpPr>
        <p:grpSpPr>
          <a:xfrm>
            <a:off x="10304203" y="212531"/>
            <a:ext cx="1649043" cy="501287"/>
            <a:chOff x="10721798" y="852808"/>
            <a:chExt cx="1339023" cy="407045"/>
          </a:xfrm>
        </p:grpSpPr>
        <p:pic>
          <p:nvPicPr>
            <p:cNvPr id="15" name="Picture 14">
              <a:extLst>
                <a:ext uri="{FF2B5EF4-FFF2-40B4-BE49-F238E27FC236}">
                  <a16:creationId xmlns:a16="http://schemas.microsoft.com/office/drawing/2014/main" id="{1B8F12B0-F30C-4955-8E3F-625C9D2A74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8508BA0B-FE99-4953-98B0-D2708C070068}"/>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Footer Placeholder 2">
            <a:extLst>
              <a:ext uri="{FF2B5EF4-FFF2-40B4-BE49-F238E27FC236}">
                <a16:creationId xmlns:a16="http://schemas.microsoft.com/office/drawing/2014/main" id="{A4A8709C-9796-95F7-675B-55F1D628076F}"/>
              </a:ext>
            </a:extLst>
          </p:cNvPr>
          <p:cNvSpPr txBox="1">
            <a:spLocks/>
          </p:cNvSpPr>
          <p:nvPr userDrawn="1"/>
        </p:nvSpPr>
        <p:spPr>
          <a:xfrm>
            <a:off x="3766657" y="6604000"/>
            <a:ext cx="5771626"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#2301CS401 (DBMS-II)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a:t>
            </a:r>
            <a:r>
              <a:rPr lang="en-IN"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Trigger, Exception Handling &amp; Transaction Management</a:t>
            </a:r>
            <a:endPar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endParaRPr>
          </a:p>
        </p:txBody>
      </p:sp>
    </p:spTree>
    <p:extLst>
      <p:ext uri="{BB962C8B-B14F-4D97-AF65-F5344CB8AC3E}">
        <p14:creationId xmlns:p14="http://schemas.microsoft.com/office/powerpoint/2010/main" val="2971972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Dixita B. Kagathara</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Footer Placeholder 2">
            <a:extLst>
              <a:ext uri="{FF2B5EF4-FFF2-40B4-BE49-F238E27FC236}">
                <a16:creationId xmlns:a16="http://schemas.microsoft.com/office/drawing/2014/main" id="{F5AF6D8C-880B-49D5-FAC3-E4B236FE216C}"/>
              </a:ext>
            </a:extLst>
          </p:cNvPr>
          <p:cNvSpPr txBox="1">
            <a:spLocks/>
          </p:cNvSpPr>
          <p:nvPr userDrawn="1"/>
        </p:nvSpPr>
        <p:spPr>
          <a:xfrm>
            <a:off x="3766657" y="6604000"/>
            <a:ext cx="5771626"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#2301CS401 (DBMS-II)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a:t>
            </a:r>
            <a:r>
              <a:rPr lang="en-IN"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Trigger, Exception Handling &amp; Transaction Management</a:t>
            </a:r>
            <a:endPar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endParaRPr>
          </a:p>
        </p:txBody>
      </p:sp>
    </p:spTree>
    <p:extLst>
      <p:ext uri="{BB962C8B-B14F-4D97-AF65-F5344CB8AC3E}">
        <p14:creationId xmlns:p14="http://schemas.microsoft.com/office/powerpoint/2010/main" val="320624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2/19/2025</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73" r:id="rId8"/>
    <p:sldLayoutId id="2147483691"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A5353-D4D5-43D7-A039-6CFC6871D64F}"/>
              </a:ext>
            </a:extLst>
          </p:cNvPr>
          <p:cNvSpPr>
            <a:spLocks noGrp="1"/>
          </p:cNvSpPr>
          <p:nvPr>
            <p:ph type="ctrTitle"/>
          </p:nvPr>
        </p:nvSpPr>
        <p:spPr>
          <a:xfrm>
            <a:off x="559489" y="1122364"/>
            <a:ext cx="8220444" cy="2578780"/>
          </a:xfrm>
        </p:spPr>
        <p:txBody>
          <a:bodyPr/>
          <a:lstStyle/>
          <a:p>
            <a:r>
              <a:rPr lang="en-US" sz="4800" b="0" dirty="0">
                <a:latin typeface="Roboto Condensed Light" panose="02000000000000000000" pitchFamily="2" charset="0"/>
                <a:ea typeface="Roboto Condensed Light" panose="02000000000000000000" pitchFamily="2" charset="0"/>
              </a:rPr>
              <a:t>Unit-3</a:t>
            </a:r>
            <a:r>
              <a:rPr lang="en-US" dirty="0"/>
              <a:t> </a:t>
            </a:r>
            <a:br>
              <a:rPr lang="en-US" dirty="0"/>
            </a:br>
            <a:r>
              <a:rPr lang="en-US" sz="6000" dirty="0"/>
              <a:t>Indexes, </a:t>
            </a:r>
            <a:br>
              <a:rPr lang="en-US" sz="6000" dirty="0"/>
            </a:br>
            <a:r>
              <a:rPr lang="en-US" sz="6000" dirty="0"/>
              <a:t>Query Optimization and Performance Tuning</a:t>
            </a:r>
          </a:p>
        </p:txBody>
      </p:sp>
      <p:sp>
        <p:nvSpPr>
          <p:cNvPr id="3" name="Text Placeholder 2">
            <a:extLst>
              <a:ext uri="{FF2B5EF4-FFF2-40B4-BE49-F238E27FC236}">
                <a16:creationId xmlns:a16="http://schemas.microsoft.com/office/drawing/2014/main" id="{E4D4005A-4647-4086-9144-7BCC7DFEFB1B}"/>
              </a:ext>
            </a:extLst>
          </p:cNvPr>
          <p:cNvSpPr>
            <a:spLocks noGrp="1"/>
          </p:cNvSpPr>
          <p:nvPr>
            <p:ph type="body" sz="quarter" idx="11"/>
          </p:nvPr>
        </p:nvSpPr>
        <p:spPr/>
        <p:txBody>
          <a:bodyPr/>
          <a:lstStyle/>
          <a:p>
            <a:r>
              <a:rPr lang="en-US" dirty="0"/>
              <a:t>dixita.kagathara@darshan.ac.in</a:t>
            </a:r>
          </a:p>
        </p:txBody>
      </p:sp>
      <p:sp>
        <p:nvSpPr>
          <p:cNvPr id="4" name="Text Placeholder 3">
            <a:extLst>
              <a:ext uri="{FF2B5EF4-FFF2-40B4-BE49-F238E27FC236}">
                <a16:creationId xmlns:a16="http://schemas.microsoft.com/office/drawing/2014/main" id="{6F817D43-889A-4049-ACFD-9B3B648B6A91}"/>
              </a:ext>
            </a:extLst>
          </p:cNvPr>
          <p:cNvSpPr>
            <a:spLocks noGrp="1"/>
          </p:cNvSpPr>
          <p:nvPr>
            <p:ph type="body" sz="quarter" idx="12"/>
          </p:nvPr>
        </p:nvSpPr>
        <p:spPr/>
        <p:txBody>
          <a:bodyPr/>
          <a:lstStyle/>
          <a:p>
            <a:r>
              <a:rPr lang="en-US" dirty="0"/>
              <a:t>+91 - 97277 47317 (CSE Department)</a:t>
            </a:r>
          </a:p>
        </p:txBody>
      </p:sp>
      <p:sp>
        <p:nvSpPr>
          <p:cNvPr id="5" name="Text Placeholder 4">
            <a:extLst>
              <a:ext uri="{FF2B5EF4-FFF2-40B4-BE49-F238E27FC236}">
                <a16:creationId xmlns:a16="http://schemas.microsoft.com/office/drawing/2014/main" id="{B786D614-6447-4787-8025-9C902A1B7344}"/>
              </a:ext>
            </a:extLst>
          </p:cNvPr>
          <p:cNvSpPr>
            <a:spLocks noGrp="1"/>
          </p:cNvSpPr>
          <p:nvPr>
            <p:ph type="body" sz="quarter" idx="13"/>
          </p:nvPr>
        </p:nvSpPr>
        <p:spPr/>
        <p:txBody>
          <a:bodyPr/>
          <a:lstStyle/>
          <a:p>
            <a:r>
              <a:rPr lang="en-US" dirty="0"/>
              <a:t>Computer Engineering Department</a:t>
            </a:r>
          </a:p>
        </p:txBody>
      </p:sp>
      <p:sp>
        <p:nvSpPr>
          <p:cNvPr id="6" name="Text Placeholder 5">
            <a:extLst>
              <a:ext uri="{FF2B5EF4-FFF2-40B4-BE49-F238E27FC236}">
                <a16:creationId xmlns:a16="http://schemas.microsoft.com/office/drawing/2014/main" id="{1F7AB9BC-FE08-46B2-A19C-803CB5DF0CD1}"/>
              </a:ext>
            </a:extLst>
          </p:cNvPr>
          <p:cNvSpPr>
            <a:spLocks noGrp="1"/>
          </p:cNvSpPr>
          <p:nvPr>
            <p:ph type="body" sz="quarter" idx="14"/>
          </p:nvPr>
        </p:nvSpPr>
        <p:spPr/>
        <p:txBody>
          <a:bodyPr/>
          <a:lstStyle/>
          <a:p>
            <a:r>
              <a:rPr lang="en-US" dirty="0"/>
              <a:t>Prof. Dixita B. Kagathara</a:t>
            </a:r>
          </a:p>
        </p:txBody>
      </p:sp>
      <p:sp>
        <p:nvSpPr>
          <p:cNvPr id="1027" name="Text Placeholder 1026">
            <a:extLst>
              <a:ext uri="{FF2B5EF4-FFF2-40B4-BE49-F238E27FC236}">
                <a16:creationId xmlns:a16="http://schemas.microsoft.com/office/drawing/2014/main" id="{D1F0AA94-EAF3-4868-942A-0125EFC5C764}"/>
              </a:ext>
            </a:extLst>
          </p:cNvPr>
          <p:cNvSpPr>
            <a:spLocks noGrp="1"/>
          </p:cNvSpPr>
          <p:nvPr>
            <p:ph type="body" sz="quarter" idx="16"/>
          </p:nvPr>
        </p:nvSpPr>
        <p:spPr/>
        <p:txBody>
          <a:bodyPr/>
          <a:lstStyle/>
          <a:p>
            <a:r>
              <a:rPr lang="en-US" b="1" dirty="0"/>
              <a:t>Database Management System - II</a:t>
            </a:r>
          </a:p>
          <a:p>
            <a:r>
              <a:rPr lang="en-US" dirty="0">
                <a:latin typeface="Roboto Condensed Light" panose="02000000000000000000" pitchFamily="2" charset="0"/>
                <a:ea typeface="Roboto Condensed Light" panose="02000000000000000000" pitchFamily="2" charset="0"/>
              </a:rPr>
              <a:t>#2301CS401</a:t>
            </a:r>
          </a:p>
        </p:txBody>
      </p:sp>
      <p:sp>
        <p:nvSpPr>
          <p:cNvPr id="11" name="AutoShape 3">
            <a:extLst>
              <a:ext uri="{FF2B5EF4-FFF2-40B4-BE49-F238E27FC236}">
                <a16:creationId xmlns:a16="http://schemas.microsoft.com/office/drawing/2014/main" id="{3D1B70E7-2396-452E-A00A-D1D4AA1E56DF}"/>
              </a:ext>
            </a:extLst>
          </p:cNvPr>
          <p:cNvSpPr>
            <a:spLocks noChangeAspect="1" noChangeArrowheads="1" noTextEdit="1"/>
          </p:cNvSpPr>
          <p:nvPr/>
        </p:nvSpPr>
        <p:spPr bwMode="auto">
          <a:xfrm>
            <a:off x="5573676" y="-3055324"/>
            <a:ext cx="7721600" cy="1457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 name="Picture Placeholder 9">
            <a:extLst>
              <a:ext uri="{FF2B5EF4-FFF2-40B4-BE49-F238E27FC236}">
                <a16:creationId xmlns:a16="http://schemas.microsoft.com/office/drawing/2014/main" id="{B4226727-DEF6-C35E-84BE-51A239BC5F1F}"/>
              </a:ext>
            </a:extLst>
          </p:cNvPr>
          <p:cNvPicPr>
            <a:picLocks noGrp="1" noChangeAspect="1"/>
          </p:cNvPicPr>
          <p:nvPr>
            <p:ph type="pic" sz="quarter" idx="10"/>
          </p:nvPr>
        </p:nvPicPr>
        <p:blipFill>
          <a:blip r:embed="rId2" cstate="hqprint">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661001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3429000"/>
            <a:ext cx="0" cy="34290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24654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3" y="731706"/>
            <a:ext cx="7111293" cy="4796185"/>
          </a:xfrm>
          <a:prstGeom prst="rect">
            <a:avLst/>
          </a:prstGeom>
          <a:noFill/>
        </p:spPr>
        <p:txBody>
          <a:bodyPr wrap="square" rtlCol="0">
            <a:spAutoFit/>
          </a:bodyPr>
          <a:lstStyle/>
          <a:p>
            <a:r>
              <a:rPr lang="en-US" sz="2400" b="1" dirty="0"/>
              <a:t>Outline</a:t>
            </a:r>
          </a:p>
          <a:p>
            <a:pPr marL="800100" lvl="1" indent="-342900">
              <a:spcBef>
                <a:spcPts val="500"/>
              </a:spcBef>
              <a:buFont typeface="Arial" panose="020B0604020202020204" pitchFamily="34" charset="0"/>
              <a:buChar char="•"/>
            </a:pPr>
            <a:r>
              <a:rPr lang="en-US" sz="2400" dirty="0"/>
              <a:t>Overview of Indexes</a:t>
            </a:r>
          </a:p>
          <a:p>
            <a:pPr marL="800100" lvl="1" indent="-342900">
              <a:spcBef>
                <a:spcPts val="500"/>
              </a:spcBef>
              <a:buFont typeface="Arial" panose="020B0604020202020204" pitchFamily="34" charset="0"/>
              <a:buChar char="•"/>
            </a:pPr>
            <a:r>
              <a:rPr lang="en-US" sz="2400" dirty="0"/>
              <a:t>Types of Indexes</a:t>
            </a:r>
          </a:p>
          <a:p>
            <a:pPr marL="800100" lvl="1" indent="-342900">
              <a:spcBef>
                <a:spcPts val="500"/>
              </a:spcBef>
              <a:buFont typeface="Arial" panose="020B0604020202020204" pitchFamily="34" charset="0"/>
              <a:buChar char="•"/>
            </a:pPr>
            <a:r>
              <a:rPr lang="en-US" sz="2400" dirty="0"/>
              <a:t>Clustered v/s Non-Clustered Index</a:t>
            </a:r>
          </a:p>
          <a:p>
            <a:pPr marL="800100" lvl="1" indent="-342900">
              <a:spcBef>
                <a:spcPts val="500"/>
              </a:spcBef>
              <a:buFont typeface="Arial" panose="020B0604020202020204" pitchFamily="34" charset="0"/>
              <a:buChar char="•"/>
            </a:pPr>
            <a:r>
              <a:rPr lang="en-US" sz="2400" dirty="0"/>
              <a:t>Execution Plans</a:t>
            </a:r>
          </a:p>
          <a:p>
            <a:pPr marL="800100" lvl="1" indent="-342900">
              <a:spcBef>
                <a:spcPts val="500"/>
              </a:spcBef>
              <a:buFont typeface="Arial" panose="020B0604020202020204" pitchFamily="34" charset="0"/>
              <a:buChar char="•"/>
            </a:pPr>
            <a:r>
              <a:rPr lang="en-US" sz="2400" dirty="0"/>
              <a:t>Missing Index</a:t>
            </a:r>
          </a:p>
          <a:p>
            <a:pPr marL="800100" lvl="1" indent="-342900">
              <a:spcBef>
                <a:spcPts val="500"/>
              </a:spcBef>
              <a:buFont typeface="Arial" panose="020B0604020202020204" pitchFamily="34" charset="0"/>
              <a:buChar char="•"/>
            </a:pPr>
            <a:r>
              <a:rPr lang="en-US" sz="2400" dirty="0"/>
              <a:t>Warning Understanding</a:t>
            </a:r>
          </a:p>
          <a:p>
            <a:pPr marL="800100" lvl="1" indent="-342900">
              <a:spcBef>
                <a:spcPts val="500"/>
              </a:spcBef>
              <a:buFont typeface="Arial" panose="020B0604020202020204" pitchFamily="34" charset="0"/>
              <a:buChar char="•"/>
            </a:pPr>
            <a:r>
              <a:rPr lang="en-US" sz="2400" dirty="0"/>
              <a:t>Do's &amp; Don'ts While Writing a Query</a:t>
            </a:r>
          </a:p>
          <a:p>
            <a:pPr marL="800100" lvl="1" indent="-342900">
              <a:spcBef>
                <a:spcPts val="500"/>
              </a:spcBef>
              <a:buFont typeface="Arial" panose="020B0604020202020204" pitchFamily="34" charset="0"/>
              <a:buChar char="•"/>
            </a:pPr>
            <a:r>
              <a:rPr lang="en-US" sz="2400" dirty="0"/>
              <a:t>Table Variable</a:t>
            </a:r>
          </a:p>
          <a:p>
            <a:pPr marL="800100" lvl="1" indent="-342900">
              <a:spcBef>
                <a:spcPts val="500"/>
              </a:spcBef>
              <a:buFont typeface="Arial" panose="020B0604020202020204" pitchFamily="34" charset="0"/>
              <a:buChar char="•"/>
            </a:pPr>
            <a:r>
              <a:rPr lang="en-US" sz="2400" dirty="0"/>
              <a:t>Temporary Table</a:t>
            </a:r>
          </a:p>
          <a:p>
            <a:pPr marL="800100" lvl="1" indent="-342900">
              <a:spcBef>
                <a:spcPts val="500"/>
              </a:spcBef>
              <a:buFont typeface="Arial" panose="020B0604020202020204" pitchFamily="34" charset="0"/>
              <a:buChar char="•"/>
            </a:pPr>
            <a:r>
              <a:rPr lang="en-US" sz="2400" dirty="0"/>
              <a:t>Global Table</a:t>
            </a:r>
            <a:endParaRPr lang="en-US" sz="2400" b="1" dirty="0"/>
          </a:p>
        </p:txBody>
      </p:sp>
    </p:spTree>
    <p:extLst>
      <p:ext uri="{BB962C8B-B14F-4D97-AF65-F5344CB8AC3E}">
        <p14:creationId xmlns:p14="http://schemas.microsoft.com/office/powerpoint/2010/main" val="4216305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par>
                          <p:cTn id="24" fill="hold">
                            <p:stCondLst>
                              <p:cond delay="1500"/>
                            </p:stCondLst>
                            <p:childTnLst>
                              <p:par>
                                <p:cTn id="25" presetID="22" presetClass="entr" presetSubtype="1"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par>
                          <p:cTn id="28" fill="hold">
                            <p:stCondLst>
                              <p:cond delay="2000"/>
                            </p:stCondLst>
                            <p:childTnLst>
                              <p:par>
                                <p:cTn id="29" presetID="1" presetClass="entr" presetSubtype="0" fill="hold" nodeType="afterEffect">
                                  <p:stCondLst>
                                    <p:cond delay="500"/>
                                  </p:stCondLst>
                                  <p:childTnLst>
                                    <p:set>
                                      <p:cBhvr>
                                        <p:cTn id="30" dur="1" fill="hold">
                                          <p:stCondLst>
                                            <p:cond delay="0"/>
                                          </p:stCondLst>
                                        </p:cTn>
                                        <p:tgtEl>
                                          <p:spTgt spid="9">
                                            <p:txEl>
                                              <p:pRg st="1" end="1"/>
                                            </p:txEl>
                                          </p:spTgt>
                                        </p:tgtEl>
                                        <p:attrNameLst>
                                          <p:attrName>style.visibility</p:attrName>
                                        </p:attrNameLst>
                                      </p:cBhvr>
                                      <p:to>
                                        <p:strVal val="visible"/>
                                      </p:to>
                                    </p:set>
                                  </p:childTnLst>
                                </p:cTn>
                              </p:par>
                            </p:childTnLst>
                          </p:cTn>
                        </p:par>
                        <p:par>
                          <p:cTn id="31" fill="hold">
                            <p:stCondLst>
                              <p:cond delay="2500"/>
                            </p:stCondLst>
                            <p:childTnLst>
                              <p:par>
                                <p:cTn id="32" presetID="1" presetClass="entr" presetSubtype="0" fill="hold" nodeType="afterEffect">
                                  <p:stCondLst>
                                    <p:cond delay="500"/>
                                  </p:stCondLst>
                                  <p:childTnLst>
                                    <p:set>
                                      <p:cBhvr>
                                        <p:cTn id="33" dur="1" fill="hold">
                                          <p:stCondLst>
                                            <p:cond delay="0"/>
                                          </p:stCondLst>
                                        </p:cTn>
                                        <p:tgtEl>
                                          <p:spTgt spid="9">
                                            <p:txEl>
                                              <p:pRg st="2" end="2"/>
                                            </p:txEl>
                                          </p:spTgt>
                                        </p:tgtEl>
                                        <p:attrNameLst>
                                          <p:attrName>style.visibility</p:attrName>
                                        </p:attrNameLst>
                                      </p:cBhvr>
                                      <p:to>
                                        <p:strVal val="visible"/>
                                      </p:to>
                                    </p:set>
                                  </p:childTnLst>
                                </p:cTn>
                              </p:par>
                            </p:childTnLst>
                          </p:cTn>
                        </p:par>
                        <p:par>
                          <p:cTn id="34" fill="hold">
                            <p:stCondLst>
                              <p:cond delay="3000"/>
                            </p:stCondLst>
                            <p:childTnLst>
                              <p:par>
                                <p:cTn id="35" presetID="1" presetClass="entr" presetSubtype="0" fill="hold" nodeType="afterEffect">
                                  <p:stCondLst>
                                    <p:cond delay="500"/>
                                  </p:stCondLst>
                                  <p:childTnLst>
                                    <p:set>
                                      <p:cBhvr>
                                        <p:cTn id="36" dur="1" fill="hold">
                                          <p:stCondLst>
                                            <p:cond delay="0"/>
                                          </p:stCondLst>
                                        </p:cTn>
                                        <p:tgtEl>
                                          <p:spTgt spid="9">
                                            <p:txEl>
                                              <p:pRg st="3" end="3"/>
                                            </p:txEl>
                                          </p:spTgt>
                                        </p:tgtEl>
                                        <p:attrNameLst>
                                          <p:attrName>style.visibility</p:attrName>
                                        </p:attrNameLst>
                                      </p:cBhvr>
                                      <p:to>
                                        <p:strVal val="visible"/>
                                      </p:to>
                                    </p:set>
                                  </p:childTnLst>
                                </p:cTn>
                              </p:par>
                            </p:childTnLst>
                          </p:cTn>
                        </p:par>
                        <p:par>
                          <p:cTn id="37" fill="hold">
                            <p:stCondLst>
                              <p:cond delay="3500"/>
                            </p:stCondLst>
                            <p:childTnLst>
                              <p:par>
                                <p:cTn id="38" presetID="1" presetClass="entr" presetSubtype="0" fill="hold" nodeType="afterEffect">
                                  <p:stCondLst>
                                    <p:cond delay="500"/>
                                  </p:stCondLst>
                                  <p:childTnLst>
                                    <p:set>
                                      <p:cBhvr>
                                        <p:cTn id="39" dur="1" fill="hold">
                                          <p:stCondLst>
                                            <p:cond delay="0"/>
                                          </p:stCondLst>
                                        </p:cTn>
                                        <p:tgtEl>
                                          <p:spTgt spid="9">
                                            <p:txEl>
                                              <p:pRg st="4" end="4"/>
                                            </p:txEl>
                                          </p:spTgt>
                                        </p:tgtEl>
                                        <p:attrNameLst>
                                          <p:attrName>style.visibility</p:attrName>
                                        </p:attrNameLst>
                                      </p:cBhvr>
                                      <p:to>
                                        <p:strVal val="visible"/>
                                      </p:to>
                                    </p:set>
                                  </p:childTnLst>
                                </p:cTn>
                              </p:par>
                            </p:childTnLst>
                          </p:cTn>
                        </p:par>
                        <p:par>
                          <p:cTn id="40" fill="hold">
                            <p:stCondLst>
                              <p:cond delay="4000"/>
                            </p:stCondLst>
                            <p:childTnLst>
                              <p:par>
                                <p:cTn id="41" presetID="1" presetClass="entr" presetSubtype="0" fill="hold" nodeType="afterEffect">
                                  <p:stCondLst>
                                    <p:cond delay="500"/>
                                  </p:stCondLst>
                                  <p:childTnLst>
                                    <p:set>
                                      <p:cBhvr>
                                        <p:cTn id="42" dur="1" fill="hold">
                                          <p:stCondLst>
                                            <p:cond delay="0"/>
                                          </p:stCondLst>
                                        </p:cTn>
                                        <p:tgtEl>
                                          <p:spTgt spid="9">
                                            <p:txEl>
                                              <p:pRg st="5" end="5"/>
                                            </p:txEl>
                                          </p:spTgt>
                                        </p:tgtEl>
                                        <p:attrNameLst>
                                          <p:attrName>style.visibility</p:attrName>
                                        </p:attrNameLst>
                                      </p:cBhvr>
                                      <p:to>
                                        <p:strVal val="visible"/>
                                      </p:to>
                                    </p:set>
                                  </p:childTnLst>
                                </p:cTn>
                              </p:par>
                            </p:childTnLst>
                          </p:cTn>
                        </p:par>
                        <p:par>
                          <p:cTn id="43" fill="hold">
                            <p:stCondLst>
                              <p:cond delay="4500"/>
                            </p:stCondLst>
                            <p:childTnLst>
                              <p:par>
                                <p:cTn id="44" presetID="1" presetClass="entr" presetSubtype="0" fill="hold" nodeType="afterEffect">
                                  <p:stCondLst>
                                    <p:cond delay="500"/>
                                  </p:stCondLst>
                                  <p:childTnLst>
                                    <p:set>
                                      <p:cBhvr>
                                        <p:cTn id="45" dur="1" fill="hold">
                                          <p:stCondLst>
                                            <p:cond delay="0"/>
                                          </p:stCondLst>
                                        </p:cTn>
                                        <p:tgtEl>
                                          <p:spTgt spid="9">
                                            <p:txEl>
                                              <p:pRg st="6" end="6"/>
                                            </p:txEl>
                                          </p:spTgt>
                                        </p:tgtEl>
                                        <p:attrNameLst>
                                          <p:attrName>style.visibility</p:attrName>
                                        </p:attrNameLst>
                                      </p:cBhvr>
                                      <p:to>
                                        <p:strVal val="visible"/>
                                      </p:to>
                                    </p:set>
                                  </p:childTnLst>
                                </p:cTn>
                              </p:par>
                            </p:childTnLst>
                          </p:cTn>
                        </p:par>
                        <p:par>
                          <p:cTn id="46" fill="hold">
                            <p:stCondLst>
                              <p:cond delay="5000"/>
                            </p:stCondLst>
                            <p:childTnLst>
                              <p:par>
                                <p:cTn id="47" presetID="1" presetClass="entr" presetSubtype="0" fill="hold" nodeType="afterEffect">
                                  <p:stCondLst>
                                    <p:cond delay="500"/>
                                  </p:stCondLst>
                                  <p:childTnLst>
                                    <p:set>
                                      <p:cBhvr>
                                        <p:cTn id="48" dur="1" fill="hold">
                                          <p:stCondLst>
                                            <p:cond delay="0"/>
                                          </p:stCondLst>
                                        </p:cTn>
                                        <p:tgtEl>
                                          <p:spTgt spid="9">
                                            <p:txEl>
                                              <p:pRg st="7" end="7"/>
                                            </p:txEl>
                                          </p:spTgt>
                                        </p:tgtEl>
                                        <p:attrNameLst>
                                          <p:attrName>style.visibility</p:attrName>
                                        </p:attrNameLst>
                                      </p:cBhvr>
                                      <p:to>
                                        <p:strVal val="visible"/>
                                      </p:to>
                                    </p:set>
                                  </p:childTnLst>
                                </p:cTn>
                              </p:par>
                            </p:childTnLst>
                          </p:cTn>
                        </p:par>
                        <p:par>
                          <p:cTn id="49" fill="hold">
                            <p:stCondLst>
                              <p:cond delay="5500"/>
                            </p:stCondLst>
                            <p:childTnLst>
                              <p:par>
                                <p:cTn id="50" presetID="1" presetClass="entr" presetSubtype="0" fill="hold" nodeType="afterEffect">
                                  <p:stCondLst>
                                    <p:cond delay="500"/>
                                  </p:stCondLst>
                                  <p:childTnLst>
                                    <p:set>
                                      <p:cBhvr>
                                        <p:cTn id="51" dur="1" fill="hold">
                                          <p:stCondLst>
                                            <p:cond delay="0"/>
                                          </p:stCondLst>
                                        </p:cTn>
                                        <p:tgtEl>
                                          <p:spTgt spid="9">
                                            <p:txEl>
                                              <p:pRg st="8" end="8"/>
                                            </p:txEl>
                                          </p:spTgt>
                                        </p:tgtEl>
                                        <p:attrNameLst>
                                          <p:attrName>style.visibility</p:attrName>
                                        </p:attrNameLst>
                                      </p:cBhvr>
                                      <p:to>
                                        <p:strVal val="visible"/>
                                      </p:to>
                                    </p:set>
                                  </p:childTnLst>
                                </p:cTn>
                              </p:par>
                            </p:childTnLst>
                          </p:cTn>
                        </p:par>
                        <p:par>
                          <p:cTn id="52" fill="hold">
                            <p:stCondLst>
                              <p:cond delay="6000"/>
                            </p:stCondLst>
                            <p:childTnLst>
                              <p:par>
                                <p:cTn id="53" presetID="1" presetClass="entr" presetSubtype="0" fill="hold" nodeType="afterEffect">
                                  <p:stCondLst>
                                    <p:cond delay="500"/>
                                  </p:stCondLst>
                                  <p:childTnLst>
                                    <p:set>
                                      <p:cBhvr>
                                        <p:cTn id="54" dur="1" fill="hold">
                                          <p:stCondLst>
                                            <p:cond delay="0"/>
                                          </p:stCondLst>
                                        </p:cTn>
                                        <p:tgtEl>
                                          <p:spTgt spid="9">
                                            <p:txEl>
                                              <p:pRg st="9" end="9"/>
                                            </p:txEl>
                                          </p:spTgt>
                                        </p:tgtEl>
                                        <p:attrNameLst>
                                          <p:attrName>style.visibility</p:attrName>
                                        </p:attrNameLst>
                                      </p:cBhvr>
                                      <p:to>
                                        <p:strVal val="visible"/>
                                      </p:to>
                                    </p:set>
                                  </p:childTnLst>
                                </p:cTn>
                              </p:par>
                            </p:childTnLst>
                          </p:cTn>
                        </p:par>
                        <p:par>
                          <p:cTn id="55" fill="hold">
                            <p:stCondLst>
                              <p:cond delay="6500"/>
                            </p:stCondLst>
                            <p:childTnLst>
                              <p:par>
                                <p:cTn id="56" presetID="1" presetClass="entr" presetSubtype="0" fill="hold" nodeType="afterEffect">
                                  <p:stCondLst>
                                    <p:cond delay="500"/>
                                  </p:stCondLst>
                                  <p:childTnLst>
                                    <p:set>
                                      <p:cBhvr>
                                        <p:cTn id="57"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CC0B5-B934-F447-DD61-8E4FEE2112FD}"/>
              </a:ext>
            </a:extLst>
          </p:cNvPr>
          <p:cNvSpPr>
            <a:spLocks noGrp="1"/>
          </p:cNvSpPr>
          <p:nvPr>
            <p:ph type="title"/>
          </p:nvPr>
        </p:nvSpPr>
        <p:spPr/>
        <p:txBody>
          <a:bodyPr>
            <a:normAutofit fontScale="90000"/>
          </a:bodyPr>
          <a:lstStyle/>
          <a:p>
            <a:pPr fontAlgn="base"/>
            <a:r>
              <a:rPr lang="en-US" dirty="0"/>
              <a:t>How will the database engine retrieve the data from a table in SQL Server?</a:t>
            </a:r>
          </a:p>
        </p:txBody>
      </p:sp>
      <p:sp>
        <p:nvSpPr>
          <p:cNvPr id="3" name="Content Placeholder 2">
            <a:extLst>
              <a:ext uri="{FF2B5EF4-FFF2-40B4-BE49-F238E27FC236}">
                <a16:creationId xmlns:a16="http://schemas.microsoft.com/office/drawing/2014/main" id="{720D7694-BB66-01B9-837D-3260EE6F21D9}"/>
              </a:ext>
            </a:extLst>
          </p:cNvPr>
          <p:cNvSpPr>
            <a:spLocks noGrp="1"/>
          </p:cNvSpPr>
          <p:nvPr>
            <p:ph idx="1"/>
          </p:nvPr>
        </p:nvSpPr>
        <p:spPr/>
        <p:txBody>
          <a:bodyPr/>
          <a:lstStyle/>
          <a:p>
            <a:r>
              <a:rPr lang="en-US" dirty="0"/>
              <a:t>Whenever the database engine wants to retrieve the data from a database table it will adopt two different mechanisms for searching the data</a:t>
            </a:r>
          </a:p>
          <a:p>
            <a:pPr lvl="1" fontAlgn="base"/>
            <a:r>
              <a:rPr lang="en-US" b="1" dirty="0"/>
              <a:t>Table scan</a:t>
            </a:r>
          </a:p>
          <a:p>
            <a:pPr lvl="1" fontAlgn="base"/>
            <a:endParaRPr lang="en-US" b="1" dirty="0"/>
          </a:p>
          <a:p>
            <a:pPr lvl="1" fontAlgn="base"/>
            <a:endParaRPr lang="en-US" b="1" dirty="0"/>
          </a:p>
          <a:p>
            <a:pPr lvl="1" fontAlgn="base"/>
            <a:endParaRPr lang="en-US" dirty="0"/>
          </a:p>
          <a:p>
            <a:pPr lvl="1" fontAlgn="base"/>
            <a:endParaRPr lang="en-US" b="1" dirty="0"/>
          </a:p>
          <a:p>
            <a:pPr lvl="1" fontAlgn="base"/>
            <a:endParaRPr lang="en-US" b="1" dirty="0"/>
          </a:p>
          <a:p>
            <a:pPr lvl="1" fontAlgn="base"/>
            <a:endParaRPr lang="en-US" b="1" dirty="0"/>
          </a:p>
          <a:p>
            <a:pPr lvl="1" fontAlgn="base"/>
            <a:r>
              <a:rPr lang="en-US" b="1" dirty="0"/>
              <a:t>Index Scan/Seek</a:t>
            </a:r>
            <a:endParaRPr lang="en-US" dirty="0"/>
          </a:p>
          <a:p>
            <a:endParaRPr lang="en-US" dirty="0"/>
          </a:p>
        </p:txBody>
      </p:sp>
      <p:pic>
        <p:nvPicPr>
          <p:cNvPr id="4" name="Picture 3"/>
          <p:cNvPicPr>
            <a:picLocks noChangeAspect="1"/>
          </p:cNvPicPr>
          <p:nvPr/>
        </p:nvPicPr>
        <p:blipFill>
          <a:blip r:embed="rId2"/>
          <a:stretch>
            <a:fillRect/>
          </a:stretch>
        </p:blipFill>
        <p:spPr>
          <a:xfrm>
            <a:off x="2851841" y="1663689"/>
            <a:ext cx="5225359" cy="1878586"/>
          </a:xfrm>
          <a:prstGeom prst="rect">
            <a:avLst/>
          </a:prstGeom>
          <a:ln>
            <a:solidFill>
              <a:schemeClr val="tx1"/>
            </a:solidFill>
          </a:ln>
        </p:spPr>
      </p:pic>
      <p:pic>
        <p:nvPicPr>
          <p:cNvPr id="5" name="Picture 4"/>
          <p:cNvPicPr>
            <a:picLocks noChangeAspect="1"/>
          </p:cNvPicPr>
          <p:nvPr/>
        </p:nvPicPr>
        <p:blipFill>
          <a:blip r:embed="rId3"/>
          <a:stretch>
            <a:fillRect/>
          </a:stretch>
        </p:blipFill>
        <p:spPr>
          <a:xfrm>
            <a:off x="2832021" y="4028794"/>
            <a:ext cx="5254704" cy="2114937"/>
          </a:xfrm>
          <a:prstGeom prst="rect">
            <a:avLst/>
          </a:prstGeom>
          <a:ln>
            <a:solidFill>
              <a:schemeClr val="tx1"/>
            </a:solidFill>
          </a:ln>
        </p:spPr>
      </p:pic>
    </p:spTree>
    <p:extLst>
      <p:ext uri="{BB962C8B-B14F-4D97-AF65-F5344CB8AC3E}">
        <p14:creationId xmlns:p14="http://schemas.microsoft.com/office/powerpoint/2010/main" val="3700538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is Table Scan in SQL Server?</a:t>
            </a:r>
          </a:p>
        </p:txBody>
      </p:sp>
      <p:sp>
        <p:nvSpPr>
          <p:cNvPr id="3" name="Content Placeholder 2"/>
          <p:cNvSpPr>
            <a:spLocks noGrp="1"/>
          </p:cNvSpPr>
          <p:nvPr>
            <p:ph idx="1"/>
          </p:nvPr>
        </p:nvSpPr>
        <p:spPr>
          <a:xfrm>
            <a:off x="131180" y="757114"/>
            <a:ext cx="5744687" cy="5590565"/>
          </a:xfrm>
        </p:spPr>
        <p:txBody>
          <a:bodyPr/>
          <a:lstStyle/>
          <a:p>
            <a:pPr fontAlgn="base"/>
            <a:r>
              <a:rPr lang="en-US" dirty="0"/>
              <a:t>In Table Scan, the SQL Server Search Engine will </a:t>
            </a:r>
            <a:r>
              <a:rPr lang="en-US" dirty="0">
                <a:solidFill>
                  <a:srgbClr val="C00000"/>
                </a:solidFill>
              </a:rPr>
              <a:t>search</a:t>
            </a:r>
            <a:r>
              <a:rPr lang="en-US" dirty="0"/>
              <a:t> for the required information </a:t>
            </a:r>
            <a:r>
              <a:rPr lang="en-US" dirty="0">
                <a:solidFill>
                  <a:srgbClr val="C00000"/>
                </a:solidFill>
              </a:rPr>
              <a:t>sequentially one by one from the start to the last record</a:t>
            </a:r>
            <a:r>
              <a:rPr lang="en-US" dirty="0"/>
              <a:t> of the table. </a:t>
            </a:r>
          </a:p>
          <a:p>
            <a:pPr fontAlgn="base"/>
            <a:r>
              <a:rPr lang="en-US" dirty="0"/>
              <a:t>Suppose, you want to search the value 50, then the search engine will scan the record sequentially one by one from the beginning i.e. from 1, and until it reaches the value 50. </a:t>
            </a:r>
          </a:p>
          <a:p>
            <a:pPr fontAlgn="base"/>
            <a:r>
              <a:rPr lang="en-US" dirty="0"/>
              <a:t>If the table has more rows, then </a:t>
            </a:r>
            <a:r>
              <a:rPr lang="en-US" dirty="0">
                <a:solidFill>
                  <a:srgbClr val="C00000"/>
                </a:solidFill>
              </a:rPr>
              <a:t>it will take more time for searching the required data</a:t>
            </a:r>
            <a:r>
              <a:rPr lang="en-US" dirty="0"/>
              <a:t>, so it is a time-consuming process.</a:t>
            </a:r>
          </a:p>
          <a:p>
            <a:pPr fontAlgn="base"/>
            <a:r>
              <a:rPr lang="en-US" dirty="0"/>
              <a:t>When there is no index in the table, SQL Server searches the data sequentially. </a:t>
            </a:r>
          </a:p>
          <a:p>
            <a:pPr fontAlgn="base"/>
            <a:r>
              <a:rPr lang="en-US" dirty="0"/>
              <a:t>To minimize the scans, </a:t>
            </a:r>
            <a:r>
              <a:rPr lang="en-US" b="1" dirty="0">
                <a:solidFill>
                  <a:srgbClr val="C00000"/>
                </a:solidFill>
              </a:rPr>
              <a:t>B-Tree</a:t>
            </a:r>
            <a:r>
              <a:rPr lang="en-US" dirty="0"/>
              <a:t> (Balanced Tree) is used.</a:t>
            </a:r>
          </a:p>
          <a:p>
            <a:pPr fontAlgn="base"/>
            <a:endParaRPr lang="en-US" dirty="0"/>
          </a:p>
          <a:p>
            <a:endParaRPr lang="en-US" dirty="0"/>
          </a:p>
        </p:txBody>
      </p:sp>
      <p:pic>
        <p:nvPicPr>
          <p:cNvPr id="5" name="Picture 4">
            <a:extLst>
              <a:ext uri="{FF2B5EF4-FFF2-40B4-BE49-F238E27FC236}">
                <a16:creationId xmlns:a16="http://schemas.microsoft.com/office/drawing/2014/main" id="{24456EB0-3C8E-BFB8-FE4C-B7C1C415F9C7}"/>
              </a:ext>
            </a:extLst>
          </p:cNvPr>
          <p:cNvPicPr>
            <a:picLocks noChangeAspect="1"/>
          </p:cNvPicPr>
          <p:nvPr/>
        </p:nvPicPr>
        <p:blipFill>
          <a:blip r:embed="rId2"/>
          <a:stretch>
            <a:fillRect/>
          </a:stretch>
        </p:blipFill>
        <p:spPr>
          <a:xfrm>
            <a:off x="6527800" y="3110954"/>
            <a:ext cx="5533020" cy="2800749"/>
          </a:xfrm>
          <a:prstGeom prst="rect">
            <a:avLst/>
          </a:prstGeom>
        </p:spPr>
      </p:pic>
      <p:cxnSp>
        <p:nvCxnSpPr>
          <p:cNvPr id="7" name="Straight Connector 6">
            <a:extLst>
              <a:ext uri="{FF2B5EF4-FFF2-40B4-BE49-F238E27FC236}">
                <a16:creationId xmlns:a16="http://schemas.microsoft.com/office/drawing/2014/main" id="{2A745707-FC2E-BEEA-ECF6-B737109BD66E}"/>
              </a:ext>
            </a:extLst>
          </p:cNvPr>
          <p:cNvCxnSpPr>
            <a:cxnSpLocks/>
          </p:cNvCxnSpPr>
          <p:nvPr/>
        </p:nvCxnSpPr>
        <p:spPr>
          <a:xfrm>
            <a:off x="6096000" y="778935"/>
            <a:ext cx="0" cy="5742808"/>
          </a:xfrm>
          <a:prstGeom prst="line">
            <a:avLst/>
          </a:prstGeom>
          <a:ln>
            <a:prstDash val="dash"/>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5CFE5727-CCD0-64A4-BF05-C0A1ADE652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62307" y="1116419"/>
            <a:ext cx="4494228" cy="1842408"/>
          </a:xfrm>
          <a:prstGeom prst="rect">
            <a:avLst/>
          </a:prstGeom>
        </p:spPr>
      </p:pic>
    </p:spTree>
    <p:extLst>
      <p:ext uri="{BB962C8B-B14F-4D97-AF65-F5344CB8AC3E}">
        <p14:creationId xmlns:p14="http://schemas.microsoft.com/office/powerpoint/2010/main" val="3828091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is Index Scan/Seek in SQL Server?</a:t>
            </a:r>
          </a:p>
        </p:txBody>
      </p:sp>
      <p:sp>
        <p:nvSpPr>
          <p:cNvPr id="3" name="Content Placeholder 2"/>
          <p:cNvSpPr>
            <a:spLocks noGrp="1"/>
          </p:cNvSpPr>
          <p:nvPr>
            <p:ph idx="1"/>
          </p:nvPr>
        </p:nvSpPr>
        <p:spPr/>
        <p:txBody>
          <a:bodyPr/>
          <a:lstStyle/>
          <a:p>
            <a:r>
              <a:rPr lang="en-US" b="1" dirty="0"/>
              <a:t>Index Scan</a:t>
            </a:r>
            <a:r>
              <a:rPr lang="en-US" dirty="0"/>
              <a:t> uses a </a:t>
            </a:r>
            <a:r>
              <a:rPr lang="en-US" b="1" dirty="0"/>
              <a:t>B-Tree structure</a:t>
            </a:r>
            <a:r>
              <a:rPr lang="en-US" dirty="0"/>
              <a:t> to efficiently search for required data.</a:t>
            </a:r>
          </a:p>
          <a:p>
            <a:r>
              <a:rPr lang="en-US" b="1" dirty="0"/>
              <a:t>B-Tree structure</a:t>
            </a:r>
            <a:r>
              <a:rPr lang="en-US" dirty="0"/>
              <a:t> drastically improves the performance of your search query by reducing the number of scans.</a:t>
            </a:r>
          </a:p>
          <a:p>
            <a:r>
              <a:rPr lang="en-US" dirty="0"/>
              <a:t>So, let us first understand what B-Tree structure is and how it reduces the number scan which ultimately improves the performance of your search query.</a:t>
            </a:r>
          </a:p>
        </p:txBody>
      </p:sp>
    </p:spTree>
    <p:extLst>
      <p:ext uri="{BB962C8B-B14F-4D97-AF65-F5344CB8AC3E}">
        <p14:creationId xmlns:p14="http://schemas.microsoft.com/office/powerpoint/2010/main" val="1293578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Understanding the Balanced Tree (B-Tree) in SQL Server:</a:t>
            </a:r>
          </a:p>
        </p:txBody>
      </p:sp>
      <p:sp>
        <p:nvSpPr>
          <p:cNvPr id="3" name="Content Placeholder 2"/>
          <p:cNvSpPr>
            <a:spLocks noGrp="1"/>
          </p:cNvSpPr>
          <p:nvPr>
            <p:ph idx="1"/>
          </p:nvPr>
        </p:nvSpPr>
        <p:spPr>
          <a:xfrm>
            <a:off x="131180" y="863444"/>
            <a:ext cx="6482271" cy="5590565"/>
          </a:xfrm>
        </p:spPr>
        <p:txBody>
          <a:bodyPr/>
          <a:lstStyle/>
          <a:p>
            <a:r>
              <a:rPr lang="en-US" dirty="0"/>
              <a:t>Whenever you create an index on some column(s), SQL Server internally </a:t>
            </a:r>
            <a:r>
              <a:rPr lang="en-US" b="1" dirty="0"/>
              <a:t>creates a B-Tree structure. </a:t>
            </a:r>
          </a:p>
          <a:p>
            <a:r>
              <a:rPr lang="en-US" b="1" dirty="0">
                <a:solidFill>
                  <a:schemeClr val="tx2"/>
                </a:solidFill>
              </a:rPr>
              <a:t>B-Tree Structure</a:t>
            </a:r>
            <a:r>
              <a:rPr lang="en-US" dirty="0"/>
              <a:t>: Divides data into three levels – </a:t>
            </a:r>
            <a:r>
              <a:rPr lang="en-US" dirty="0">
                <a:solidFill>
                  <a:srgbClr val="C00000"/>
                </a:solidFill>
              </a:rPr>
              <a:t>Root Node</a:t>
            </a:r>
            <a:r>
              <a:rPr lang="en-US" dirty="0"/>
              <a:t>, </a:t>
            </a:r>
            <a:r>
              <a:rPr lang="en-US" dirty="0">
                <a:solidFill>
                  <a:srgbClr val="C00000"/>
                </a:solidFill>
              </a:rPr>
              <a:t>Non-Leaf Nodes</a:t>
            </a:r>
            <a:r>
              <a:rPr lang="en-US" dirty="0"/>
              <a:t>, and </a:t>
            </a:r>
            <a:r>
              <a:rPr lang="en-US" dirty="0">
                <a:solidFill>
                  <a:srgbClr val="C00000"/>
                </a:solidFill>
              </a:rPr>
              <a:t>Leaf Nodes</a:t>
            </a:r>
            <a:r>
              <a:rPr lang="en-US" dirty="0"/>
              <a:t>.</a:t>
            </a:r>
          </a:p>
          <a:p>
            <a:r>
              <a:rPr lang="en-US" b="1" dirty="0">
                <a:solidFill>
                  <a:schemeClr val="tx2"/>
                </a:solidFill>
              </a:rPr>
              <a:t>Root Node</a:t>
            </a:r>
            <a:r>
              <a:rPr lang="en-US" dirty="0"/>
              <a:t>: </a:t>
            </a:r>
            <a:r>
              <a:rPr lang="en-US" dirty="0">
                <a:solidFill>
                  <a:srgbClr val="C00000"/>
                </a:solidFill>
              </a:rPr>
              <a:t>Contains key values </a:t>
            </a:r>
            <a:r>
              <a:rPr lang="en-US" dirty="0"/>
              <a:t>(e.g., 30, 50) that direct the search.</a:t>
            </a:r>
          </a:p>
          <a:p>
            <a:r>
              <a:rPr lang="en-US" b="1" dirty="0">
                <a:solidFill>
                  <a:schemeClr val="tx2"/>
                </a:solidFill>
              </a:rPr>
              <a:t>Non-Leaf Nodes</a:t>
            </a:r>
            <a:r>
              <a:rPr lang="en-US" dirty="0"/>
              <a:t>: </a:t>
            </a:r>
            <a:r>
              <a:rPr lang="en-US" dirty="0">
                <a:solidFill>
                  <a:srgbClr val="C00000"/>
                </a:solidFill>
              </a:rPr>
              <a:t>Further divide the data </a:t>
            </a:r>
            <a:r>
              <a:rPr lang="en-US" dirty="0"/>
              <a:t>for efficient navigation (e.g., 10, 30, 40, 50).</a:t>
            </a:r>
          </a:p>
          <a:p>
            <a:r>
              <a:rPr lang="en-US" b="1" dirty="0">
                <a:solidFill>
                  <a:schemeClr val="tx2"/>
                </a:solidFill>
              </a:rPr>
              <a:t>Leaf Nodes</a:t>
            </a:r>
            <a:r>
              <a:rPr lang="en-US" dirty="0"/>
              <a:t>: Store </a:t>
            </a:r>
            <a:r>
              <a:rPr lang="en-US" dirty="0">
                <a:solidFill>
                  <a:srgbClr val="C00000"/>
                </a:solidFill>
              </a:rPr>
              <a:t>actual data</a:t>
            </a:r>
            <a:r>
              <a:rPr lang="en-US" dirty="0"/>
              <a:t> and serve as pointers to table rows.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0893" y="823913"/>
            <a:ext cx="4609656" cy="5176838"/>
          </a:xfrm>
          <a:prstGeom prst="rect">
            <a:avLst/>
          </a:prstGeom>
        </p:spPr>
      </p:pic>
      <p:cxnSp>
        <p:nvCxnSpPr>
          <p:cNvPr id="6" name="Straight Connector 5">
            <a:extLst>
              <a:ext uri="{FF2B5EF4-FFF2-40B4-BE49-F238E27FC236}">
                <a16:creationId xmlns:a16="http://schemas.microsoft.com/office/drawing/2014/main" id="{0091A5EE-9E2F-910C-3E7C-7E69DD1E50B6}"/>
              </a:ext>
            </a:extLst>
          </p:cNvPr>
          <p:cNvCxnSpPr>
            <a:cxnSpLocks/>
          </p:cNvCxnSpPr>
          <p:nvPr/>
        </p:nvCxnSpPr>
        <p:spPr>
          <a:xfrm>
            <a:off x="6882809" y="823913"/>
            <a:ext cx="0" cy="5742808"/>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4244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4D329-0520-AD42-CD58-D23B5D2F0A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2C031F-F462-7466-9A51-4BF0A13E5392}"/>
              </a:ext>
            </a:extLst>
          </p:cNvPr>
          <p:cNvSpPr>
            <a:spLocks noGrp="1"/>
          </p:cNvSpPr>
          <p:nvPr>
            <p:ph type="title"/>
          </p:nvPr>
        </p:nvSpPr>
        <p:spPr/>
        <p:txBody>
          <a:bodyPr>
            <a:normAutofit/>
          </a:bodyPr>
          <a:lstStyle/>
          <a:p>
            <a:r>
              <a:rPr lang="en-US" dirty="0"/>
              <a:t>Understanding the Balanced Tree (B-Tree) in SQL Server:</a:t>
            </a:r>
          </a:p>
        </p:txBody>
      </p:sp>
      <p:sp>
        <p:nvSpPr>
          <p:cNvPr id="3" name="Content Placeholder 2">
            <a:extLst>
              <a:ext uri="{FF2B5EF4-FFF2-40B4-BE49-F238E27FC236}">
                <a16:creationId xmlns:a16="http://schemas.microsoft.com/office/drawing/2014/main" id="{2D068E02-4767-A08F-BC55-09548878032E}"/>
              </a:ext>
            </a:extLst>
          </p:cNvPr>
          <p:cNvSpPr>
            <a:spLocks noGrp="1"/>
          </p:cNvSpPr>
          <p:nvPr>
            <p:ph idx="1"/>
          </p:nvPr>
        </p:nvSpPr>
        <p:spPr>
          <a:xfrm>
            <a:off x="131180" y="863444"/>
            <a:ext cx="6482270" cy="5590565"/>
          </a:xfrm>
        </p:spPr>
        <p:txBody>
          <a:bodyPr/>
          <a:lstStyle/>
          <a:p>
            <a:r>
              <a:rPr lang="en-US" sz="2800" dirty="0">
                <a:solidFill>
                  <a:srgbClr val="C00000"/>
                </a:solidFill>
              </a:rPr>
              <a:t>Search Process for 50:</a:t>
            </a:r>
          </a:p>
          <a:p>
            <a:r>
              <a:rPr lang="en-US" sz="2800" dirty="0"/>
              <a:t>Starts at Root Node </a:t>
            </a:r>
          </a:p>
          <a:p>
            <a:pPr lvl="1"/>
            <a:r>
              <a:rPr lang="en-US" sz="2200" dirty="0"/>
              <a:t>Checks if 50 ≤ 30 (Fails) </a:t>
            </a:r>
          </a:p>
          <a:p>
            <a:pPr lvl="1"/>
            <a:r>
              <a:rPr lang="en-US" sz="2200" dirty="0"/>
              <a:t>Moves to Node 50 (Matches)</a:t>
            </a:r>
          </a:p>
          <a:p>
            <a:r>
              <a:rPr lang="en-US" sz="2800" dirty="0"/>
              <a:t>Goes to Non-Leaf Nodes (40, 50) </a:t>
            </a:r>
          </a:p>
          <a:p>
            <a:pPr lvl="1"/>
            <a:r>
              <a:rPr lang="en-US" sz="2200" dirty="0"/>
              <a:t>Bypasses 40 since 40 &lt; 50.</a:t>
            </a:r>
          </a:p>
          <a:p>
            <a:pPr lvl="1"/>
            <a:r>
              <a:rPr lang="en-US" sz="2200" dirty="0"/>
              <a:t>Reaches Leaf Node 50</a:t>
            </a:r>
          </a:p>
          <a:p>
            <a:r>
              <a:rPr lang="en-US" dirty="0"/>
              <a:t>Now, scans sequentially, and retrieves the record efficiently.</a:t>
            </a:r>
          </a:p>
          <a:p>
            <a:r>
              <a:rPr lang="en-US" b="1" dirty="0">
                <a:solidFill>
                  <a:schemeClr val="tx2"/>
                </a:solidFill>
              </a:rPr>
              <a:t>Efficiency: </a:t>
            </a:r>
            <a:r>
              <a:rPr lang="en-US" dirty="0">
                <a:solidFill>
                  <a:srgbClr val="C00000"/>
                </a:solidFill>
              </a:rPr>
              <a:t>Only 10 records are scanned</a:t>
            </a:r>
            <a:r>
              <a:rPr lang="en-US" dirty="0"/>
              <a:t>, skipping unnecessary records for faster lookups.</a:t>
            </a:r>
          </a:p>
          <a:p>
            <a:r>
              <a:rPr lang="en-US" dirty="0"/>
              <a:t>This indexing approach </a:t>
            </a:r>
            <a:r>
              <a:rPr lang="en-US" dirty="0">
                <a:solidFill>
                  <a:srgbClr val="C00000"/>
                </a:solidFill>
              </a:rPr>
              <a:t>enhances query performance</a:t>
            </a:r>
            <a:r>
              <a:rPr lang="en-US" dirty="0"/>
              <a:t> </a:t>
            </a:r>
            <a:r>
              <a:rPr lang="en-US" dirty="0">
                <a:solidFill>
                  <a:srgbClr val="C00000"/>
                </a:solidFill>
              </a:rPr>
              <a:t>by reducing the number of records scanned</a:t>
            </a:r>
            <a:r>
              <a:rPr lang="en-US" dirty="0"/>
              <a:t>.</a:t>
            </a:r>
          </a:p>
        </p:txBody>
      </p:sp>
      <p:pic>
        <p:nvPicPr>
          <p:cNvPr id="4" name="Picture 3">
            <a:extLst>
              <a:ext uri="{FF2B5EF4-FFF2-40B4-BE49-F238E27FC236}">
                <a16:creationId xmlns:a16="http://schemas.microsoft.com/office/drawing/2014/main" id="{FEA25358-8CF9-4998-DD35-84DCCC9B96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0893" y="823913"/>
            <a:ext cx="4609656" cy="5176838"/>
          </a:xfrm>
          <a:prstGeom prst="rect">
            <a:avLst/>
          </a:prstGeom>
        </p:spPr>
      </p:pic>
      <p:cxnSp>
        <p:nvCxnSpPr>
          <p:cNvPr id="5" name="Straight Connector 4">
            <a:extLst>
              <a:ext uri="{FF2B5EF4-FFF2-40B4-BE49-F238E27FC236}">
                <a16:creationId xmlns:a16="http://schemas.microsoft.com/office/drawing/2014/main" id="{6F813572-B562-A240-9A09-2CB3BFCFF3EB}"/>
              </a:ext>
            </a:extLst>
          </p:cNvPr>
          <p:cNvCxnSpPr>
            <a:cxnSpLocks/>
          </p:cNvCxnSpPr>
          <p:nvPr/>
        </p:nvCxnSpPr>
        <p:spPr>
          <a:xfrm>
            <a:off x="6882809" y="823913"/>
            <a:ext cx="0" cy="574280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3B191E1-EC9D-8131-8541-A599E88FBF87}"/>
              </a:ext>
            </a:extLst>
          </p:cNvPr>
          <p:cNvCxnSpPr/>
          <p:nvPr/>
        </p:nvCxnSpPr>
        <p:spPr>
          <a:xfrm flipH="1">
            <a:off x="9973340" y="1509823"/>
            <a:ext cx="956930" cy="0"/>
          </a:xfrm>
          <a:prstGeom prst="straightConnector1">
            <a:avLst/>
          </a:prstGeom>
          <a:ln w="349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B4DABEB-511F-6B0A-CF0D-83AA819538D6}"/>
              </a:ext>
            </a:extLst>
          </p:cNvPr>
          <p:cNvCxnSpPr/>
          <p:nvPr/>
        </p:nvCxnSpPr>
        <p:spPr>
          <a:xfrm flipH="1">
            <a:off x="10529778" y="2353339"/>
            <a:ext cx="956930" cy="0"/>
          </a:xfrm>
          <a:prstGeom prst="straightConnector1">
            <a:avLst/>
          </a:prstGeom>
          <a:ln w="349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3C6FF976-72A5-A430-68CD-0AC96AE06BE8}"/>
              </a:ext>
            </a:extLst>
          </p:cNvPr>
          <p:cNvCxnSpPr/>
          <p:nvPr/>
        </p:nvCxnSpPr>
        <p:spPr>
          <a:xfrm flipH="1">
            <a:off x="10451805" y="2909776"/>
            <a:ext cx="956930" cy="0"/>
          </a:xfrm>
          <a:prstGeom prst="straightConnector1">
            <a:avLst/>
          </a:prstGeom>
          <a:ln w="349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DD73850A-48F5-4F61-EC86-84488F3F0933}"/>
              </a:ext>
            </a:extLst>
          </p:cNvPr>
          <p:cNvSpPr/>
          <p:nvPr/>
        </p:nvSpPr>
        <p:spPr>
          <a:xfrm>
            <a:off x="9439499" y="1329070"/>
            <a:ext cx="331822" cy="34024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9F7C2F79-00A1-4279-0F3A-C8981DB69150}"/>
              </a:ext>
            </a:extLst>
          </p:cNvPr>
          <p:cNvSpPr/>
          <p:nvPr/>
        </p:nvSpPr>
        <p:spPr>
          <a:xfrm>
            <a:off x="10119983" y="2178134"/>
            <a:ext cx="331822" cy="340241"/>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46501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right)">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2" fill="hold"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wipe(right)">
                                      <p:cBhvr>
                                        <p:cTn id="34" dur="500"/>
                                        <p:tgtEl>
                                          <p:spTgt spid="9"/>
                                        </p:tgtEl>
                                      </p:cBhvr>
                                    </p:animEffect>
                                  </p:childTnLst>
                                </p:cTn>
                              </p:par>
                              <p:par>
                                <p:cTn id="35" presetID="1" presetClass="exit" presetSubtype="0" fill="hold" nodeType="withEffect">
                                  <p:stCondLst>
                                    <p:cond delay="0"/>
                                  </p:stCondLst>
                                  <p:childTnLst>
                                    <p:set>
                                      <p:cBhvr>
                                        <p:cTn id="36" dur="1" fill="hold">
                                          <p:stCondLst>
                                            <p:cond delay="0"/>
                                          </p:stCondLst>
                                        </p:cTn>
                                        <p:tgtEl>
                                          <p:spTgt spid="8"/>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7" end="7"/>
                                            </p:txEl>
                                          </p:spTgt>
                                        </p:tgtEl>
                                        <p:attrNameLst>
                                          <p:attrName>style.visibility</p:attrName>
                                        </p:attrNameLst>
                                      </p:cBhvr>
                                      <p:to>
                                        <p:strVal val="visible"/>
                                      </p:to>
                                    </p:set>
                                  </p:childTnLst>
                                </p:cTn>
                              </p:par>
                              <p:par>
                                <p:cTn id="51" presetID="1" presetClass="exit" presetSubtype="0" fill="hold" nodeType="withEffect">
                                  <p:stCondLst>
                                    <p:cond delay="0"/>
                                  </p:stCondLst>
                                  <p:childTnLst>
                                    <p:set>
                                      <p:cBhvr>
                                        <p:cTn id="52" dur="1" fill="hold">
                                          <p:stCondLst>
                                            <p:cond delay="0"/>
                                          </p:stCondLst>
                                        </p:cTn>
                                        <p:tgtEl>
                                          <p:spTgt spid="9"/>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42" presetClass="path" presetSubtype="0" accel="50000" decel="50000" fill="hold" nodeType="clickEffect">
                                  <p:stCondLst>
                                    <p:cond delay="0"/>
                                  </p:stCondLst>
                                  <p:childTnLst>
                                    <p:animMotion origin="layout" path="M -0.00091 0.00486 L -0.00091 0.2581 " pathEditMode="relative" rAng="0" ptsTypes="AA">
                                      <p:cBhvr>
                                        <p:cTn id="60" dur="2000" fill="hold"/>
                                        <p:tgtEl>
                                          <p:spTgt spid="10"/>
                                        </p:tgtEl>
                                        <p:attrNameLst>
                                          <p:attrName>ppt_x</p:attrName>
                                          <p:attrName>ppt_y</p:attrName>
                                        </p:attrNameLst>
                                      </p:cBhvr>
                                      <p:rCtr x="0" y="12662"/>
                                    </p:animMotion>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07426-5987-A251-283B-71E949B9F493}"/>
              </a:ext>
            </a:extLst>
          </p:cNvPr>
          <p:cNvSpPr>
            <a:spLocks noGrp="1"/>
          </p:cNvSpPr>
          <p:nvPr>
            <p:ph type="title"/>
          </p:nvPr>
        </p:nvSpPr>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1B397E85-A990-AF73-568E-048BDDF67999}"/>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B1DE3C48-B209-62DD-FCD2-AEBC6D6E17FB}"/>
              </a:ext>
            </a:extLst>
          </p:cNvPr>
          <p:cNvPicPr>
            <a:picLocks noChangeAspect="1"/>
          </p:cNvPicPr>
          <p:nvPr/>
        </p:nvPicPr>
        <p:blipFill>
          <a:blip r:embed="rId2"/>
          <a:stretch>
            <a:fillRect/>
          </a:stretch>
        </p:blipFill>
        <p:spPr>
          <a:xfrm>
            <a:off x="2623653" y="1152207"/>
            <a:ext cx="6944694" cy="4553585"/>
          </a:xfrm>
          <a:prstGeom prst="rect">
            <a:avLst/>
          </a:prstGeom>
        </p:spPr>
      </p:pic>
    </p:spTree>
    <p:extLst>
      <p:ext uri="{BB962C8B-B14F-4D97-AF65-F5344CB8AC3E}">
        <p14:creationId xmlns:p14="http://schemas.microsoft.com/office/powerpoint/2010/main" val="895347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lstStyle/>
          <a:p>
            <a:r>
              <a:rPr lang="en-US" dirty="0"/>
              <a:t>Indexes</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63423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C6A03-18D3-E727-71F5-6B3490E46355}"/>
              </a:ext>
            </a:extLst>
          </p:cNvPr>
          <p:cNvSpPr>
            <a:spLocks noGrp="1"/>
          </p:cNvSpPr>
          <p:nvPr>
            <p:ph type="title"/>
          </p:nvPr>
        </p:nvSpPr>
        <p:spPr/>
        <p:txBody>
          <a:bodyPr/>
          <a:lstStyle/>
          <a:p>
            <a:r>
              <a:rPr lang="en-US" dirty="0"/>
              <a:t>Indexes : Introduction</a:t>
            </a:r>
            <a:endParaRPr lang="en-GB" dirty="0"/>
          </a:p>
        </p:txBody>
      </p:sp>
      <p:sp>
        <p:nvSpPr>
          <p:cNvPr id="3" name="Content Placeholder 2">
            <a:extLst>
              <a:ext uri="{FF2B5EF4-FFF2-40B4-BE49-F238E27FC236}">
                <a16:creationId xmlns:a16="http://schemas.microsoft.com/office/drawing/2014/main" id="{C2AF1BBC-1480-AAB0-9FBC-4F7F012FFC30}"/>
              </a:ext>
            </a:extLst>
          </p:cNvPr>
          <p:cNvSpPr>
            <a:spLocks noGrp="1"/>
          </p:cNvSpPr>
          <p:nvPr>
            <p:ph idx="1"/>
          </p:nvPr>
        </p:nvSpPr>
        <p:spPr/>
        <p:txBody>
          <a:bodyPr/>
          <a:lstStyle/>
          <a:p>
            <a:r>
              <a:rPr lang="en-US" dirty="0"/>
              <a:t>SQL Indexes are used in relational databases </a:t>
            </a:r>
            <a:r>
              <a:rPr lang="en-US" b="1" dirty="0">
                <a:solidFill>
                  <a:srgbClr val="C00000"/>
                </a:solidFill>
              </a:rPr>
              <a:t>to quickly retrieve data</a:t>
            </a:r>
            <a:r>
              <a:rPr lang="en-US" dirty="0"/>
              <a:t>. </a:t>
            </a:r>
          </a:p>
          <a:p>
            <a:r>
              <a:rPr lang="en-US" dirty="0"/>
              <a:t>They are </a:t>
            </a:r>
            <a:r>
              <a:rPr lang="en-US" dirty="0">
                <a:solidFill>
                  <a:srgbClr val="C00000"/>
                </a:solidFill>
              </a:rPr>
              <a:t>similar to indexes at the end of the books </a:t>
            </a:r>
            <a:r>
              <a:rPr lang="en-US" dirty="0"/>
              <a:t>whose purpose is to find a topic quickly.</a:t>
            </a:r>
          </a:p>
          <a:p>
            <a:r>
              <a:rPr lang="en-US" dirty="0">
                <a:solidFill>
                  <a:srgbClr val="C00000"/>
                </a:solidFill>
              </a:rPr>
              <a:t>Data</a:t>
            </a:r>
            <a:r>
              <a:rPr lang="en-US" dirty="0"/>
              <a:t> in a table is </a:t>
            </a:r>
            <a:r>
              <a:rPr lang="en-US" dirty="0">
                <a:solidFill>
                  <a:srgbClr val="C00000"/>
                </a:solidFill>
              </a:rPr>
              <a:t>stored in rows in an unordered structure called Heap</a:t>
            </a:r>
            <a:r>
              <a:rPr lang="en-US" dirty="0"/>
              <a:t>. </a:t>
            </a:r>
          </a:p>
          <a:p>
            <a:r>
              <a:rPr lang="en-US" dirty="0"/>
              <a:t>If you have to </a:t>
            </a:r>
            <a:r>
              <a:rPr lang="en-US" dirty="0">
                <a:solidFill>
                  <a:srgbClr val="C00000"/>
                </a:solidFill>
              </a:rPr>
              <a:t>fetch data</a:t>
            </a:r>
            <a:r>
              <a:rPr lang="en-US" dirty="0"/>
              <a:t> from a table, the query optimizer </a:t>
            </a:r>
            <a:r>
              <a:rPr lang="en-US" dirty="0">
                <a:solidFill>
                  <a:srgbClr val="C00000"/>
                </a:solidFill>
              </a:rPr>
              <a:t>has to scan the entire table </a:t>
            </a:r>
            <a:r>
              <a:rPr lang="en-US" dirty="0"/>
              <a:t>to retrieve the required row(s). </a:t>
            </a:r>
          </a:p>
          <a:p>
            <a:r>
              <a:rPr lang="en-US" dirty="0"/>
              <a:t>If a table has a </a:t>
            </a:r>
            <a:r>
              <a:rPr lang="en-US" dirty="0">
                <a:solidFill>
                  <a:srgbClr val="C00000"/>
                </a:solidFill>
              </a:rPr>
              <a:t>large number of rows</a:t>
            </a:r>
            <a:r>
              <a:rPr lang="en-US" dirty="0"/>
              <a:t>, then SQL Server will take a </a:t>
            </a:r>
            <a:r>
              <a:rPr lang="en-US" dirty="0">
                <a:solidFill>
                  <a:srgbClr val="C00000"/>
                </a:solidFill>
              </a:rPr>
              <a:t>long time to retrieve </a:t>
            </a:r>
            <a:r>
              <a:rPr lang="en-US" dirty="0"/>
              <a:t>the required rows. </a:t>
            </a:r>
          </a:p>
          <a:p>
            <a:r>
              <a:rPr lang="en-US" dirty="0"/>
              <a:t>So, </a:t>
            </a:r>
            <a:r>
              <a:rPr lang="en-US" dirty="0">
                <a:solidFill>
                  <a:srgbClr val="C00000"/>
                </a:solidFill>
              </a:rPr>
              <a:t>to speed up </a:t>
            </a:r>
            <a:r>
              <a:rPr lang="en-US" dirty="0"/>
              <a:t>data retrieval, SQL Server has a </a:t>
            </a:r>
            <a:r>
              <a:rPr lang="en-US" dirty="0">
                <a:solidFill>
                  <a:srgbClr val="C00000"/>
                </a:solidFill>
              </a:rPr>
              <a:t>special data structure called indexes</a:t>
            </a:r>
            <a:r>
              <a:rPr lang="en-US" dirty="0"/>
              <a:t>.</a:t>
            </a:r>
          </a:p>
          <a:p>
            <a:r>
              <a:rPr lang="en-US" dirty="0"/>
              <a:t>An </a:t>
            </a:r>
            <a:r>
              <a:rPr lang="en-US" dirty="0">
                <a:solidFill>
                  <a:srgbClr val="C00000"/>
                </a:solidFill>
              </a:rPr>
              <a:t>index is mostly created </a:t>
            </a:r>
            <a:r>
              <a:rPr lang="en-US" dirty="0"/>
              <a:t>on </a:t>
            </a:r>
            <a:r>
              <a:rPr lang="en-US" dirty="0">
                <a:solidFill>
                  <a:srgbClr val="C00000"/>
                </a:solidFill>
              </a:rPr>
              <a:t>one or more columns </a:t>
            </a:r>
            <a:r>
              <a:rPr lang="en-US" dirty="0"/>
              <a:t>which are </a:t>
            </a:r>
            <a:r>
              <a:rPr lang="en-US" dirty="0">
                <a:solidFill>
                  <a:srgbClr val="C00000"/>
                </a:solidFill>
              </a:rPr>
              <a:t>commonly used in the SELECT clause or WHERE clause.</a:t>
            </a:r>
            <a:endParaRPr lang="en-GB" dirty="0">
              <a:solidFill>
                <a:srgbClr val="C00000"/>
              </a:solidFill>
            </a:endParaRPr>
          </a:p>
          <a:p>
            <a:endParaRPr lang="en-GB" dirty="0"/>
          </a:p>
        </p:txBody>
      </p:sp>
    </p:spTree>
    <p:extLst>
      <p:ext uri="{BB962C8B-B14F-4D97-AF65-F5344CB8AC3E}">
        <p14:creationId xmlns:p14="http://schemas.microsoft.com/office/powerpoint/2010/main" val="4112776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F3DB7-7341-3CF0-B85C-9D71453D97AD}"/>
              </a:ext>
            </a:extLst>
          </p:cNvPr>
          <p:cNvSpPr>
            <a:spLocks noGrp="1"/>
          </p:cNvSpPr>
          <p:nvPr>
            <p:ph type="title"/>
          </p:nvPr>
        </p:nvSpPr>
        <p:spPr/>
        <p:txBody>
          <a:bodyPr/>
          <a:lstStyle/>
          <a:p>
            <a:r>
              <a:rPr lang="en-US" dirty="0"/>
              <a:t>Types of Indexes</a:t>
            </a:r>
            <a:endParaRPr lang="en-GB" dirty="0"/>
          </a:p>
        </p:txBody>
      </p:sp>
      <p:sp>
        <p:nvSpPr>
          <p:cNvPr id="3" name="Content Placeholder 2">
            <a:extLst>
              <a:ext uri="{FF2B5EF4-FFF2-40B4-BE49-F238E27FC236}">
                <a16:creationId xmlns:a16="http://schemas.microsoft.com/office/drawing/2014/main" id="{69B29C58-3E4A-16E7-0BEE-C2D48778895E}"/>
              </a:ext>
            </a:extLst>
          </p:cNvPr>
          <p:cNvSpPr>
            <a:spLocks noGrp="1"/>
          </p:cNvSpPr>
          <p:nvPr>
            <p:ph idx="1"/>
          </p:nvPr>
        </p:nvSpPr>
        <p:spPr/>
        <p:txBody>
          <a:bodyPr/>
          <a:lstStyle/>
          <a:p>
            <a:r>
              <a:rPr lang="en-US" dirty="0"/>
              <a:t>SQL Server supports </a:t>
            </a:r>
            <a:r>
              <a:rPr lang="en-US" b="1" dirty="0"/>
              <a:t>two types </a:t>
            </a:r>
            <a:r>
              <a:rPr lang="en-US" dirty="0"/>
              <a:t>of indexes:</a:t>
            </a:r>
          </a:p>
          <a:p>
            <a:pPr lvl="1"/>
            <a:r>
              <a:rPr lang="en-US" dirty="0"/>
              <a:t>Clustered Index</a:t>
            </a:r>
          </a:p>
          <a:p>
            <a:pPr lvl="1"/>
            <a:r>
              <a:rPr lang="en-US" dirty="0"/>
              <a:t>Non-Clustered Index</a:t>
            </a:r>
          </a:p>
        </p:txBody>
      </p:sp>
    </p:spTree>
    <p:extLst>
      <p:ext uri="{BB962C8B-B14F-4D97-AF65-F5344CB8AC3E}">
        <p14:creationId xmlns:p14="http://schemas.microsoft.com/office/powerpoint/2010/main" val="888900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Clustered Index</a:t>
            </a:r>
          </a:p>
        </p:txBody>
      </p:sp>
      <p:sp>
        <p:nvSpPr>
          <p:cNvPr id="3" name="Content Placeholder 2"/>
          <p:cNvSpPr>
            <a:spLocks noGrp="1"/>
          </p:cNvSpPr>
          <p:nvPr>
            <p:ph idx="1"/>
          </p:nvPr>
        </p:nvSpPr>
        <p:spPr/>
        <p:txBody>
          <a:bodyPr/>
          <a:lstStyle/>
          <a:p>
            <a:r>
              <a:rPr lang="en-US" dirty="0"/>
              <a:t>Clustered indexes define the way </a:t>
            </a:r>
            <a:r>
              <a:rPr lang="en-US" dirty="0">
                <a:solidFill>
                  <a:srgbClr val="C00000"/>
                </a:solidFill>
              </a:rPr>
              <a:t>records are physically sorted in a database table</a:t>
            </a:r>
            <a:r>
              <a:rPr lang="en-US" dirty="0"/>
              <a:t>. </a:t>
            </a:r>
          </a:p>
          <a:p>
            <a:r>
              <a:rPr lang="en-US" dirty="0"/>
              <a:t>A clustered index is </a:t>
            </a:r>
            <a:r>
              <a:rPr lang="en-US" dirty="0">
                <a:solidFill>
                  <a:srgbClr val="C00000"/>
                </a:solidFill>
              </a:rPr>
              <a:t>very similar to the </a:t>
            </a:r>
            <a:r>
              <a:rPr lang="en-US" b="1" dirty="0">
                <a:solidFill>
                  <a:srgbClr val="C00000"/>
                </a:solidFill>
              </a:rPr>
              <a:t>Dictionary</a:t>
            </a:r>
            <a:r>
              <a:rPr lang="en-US" dirty="0"/>
              <a:t>. </a:t>
            </a:r>
          </a:p>
          <a:p>
            <a:endParaRPr lang="en-US" dirty="0"/>
          </a:p>
          <a:p>
            <a:endParaRPr lang="en-US" dirty="0"/>
          </a:p>
          <a:p>
            <a:endParaRPr lang="en-US" dirty="0"/>
          </a:p>
          <a:p>
            <a:endParaRPr lang="en-US" dirty="0"/>
          </a:p>
          <a:p>
            <a:r>
              <a:rPr lang="en-US" dirty="0">
                <a:solidFill>
                  <a:srgbClr val="C00000"/>
                </a:solidFill>
              </a:rPr>
              <a:t>Records can either be sorted by their ids </a:t>
            </a:r>
            <a:r>
              <a:rPr lang="en-US" dirty="0"/>
              <a:t>(in table) </a:t>
            </a:r>
            <a:r>
              <a:rPr lang="en-US" dirty="0">
                <a:solidFill>
                  <a:srgbClr val="C00000"/>
                </a:solidFill>
              </a:rPr>
              <a:t>or they can be sorted by the alphabetical order of some string column </a:t>
            </a:r>
            <a:r>
              <a:rPr lang="en-US" dirty="0"/>
              <a:t>or any other criteria.</a:t>
            </a:r>
          </a:p>
          <a:p>
            <a:r>
              <a:rPr lang="en-US" dirty="0"/>
              <a:t>However, you </a:t>
            </a:r>
            <a:r>
              <a:rPr lang="en-US" dirty="0">
                <a:solidFill>
                  <a:srgbClr val="C00000"/>
                </a:solidFill>
              </a:rPr>
              <a:t>cannot have records physically sorted by ids as well as names </a:t>
            </a:r>
            <a:r>
              <a:rPr lang="en-US" dirty="0"/>
              <a:t>(in real world scenario).</a:t>
            </a:r>
          </a:p>
          <a:p>
            <a:r>
              <a:rPr lang="en-US" dirty="0">
                <a:solidFill>
                  <a:srgbClr val="C00000"/>
                </a:solidFill>
              </a:rPr>
              <a:t>Hence</a:t>
            </a:r>
            <a:r>
              <a:rPr lang="en-US" dirty="0"/>
              <a:t>, there can be </a:t>
            </a:r>
            <a:r>
              <a:rPr lang="en-US" b="1" dirty="0">
                <a:solidFill>
                  <a:srgbClr val="C00000"/>
                </a:solidFill>
              </a:rPr>
              <a:t>only one clustered index for a database table and it is called as clustered index</a:t>
            </a:r>
            <a:r>
              <a:rPr lang="en-US" dirty="0">
                <a:solidFill>
                  <a:srgbClr val="C00000"/>
                </a:solidFill>
              </a:rPr>
              <a:t>.</a:t>
            </a:r>
          </a:p>
          <a:p>
            <a:r>
              <a:rPr lang="en-US" dirty="0"/>
              <a:t>If a table </a:t>
            </a:r>
            <a:r>
              <a:rPr lang="en-US" b="1" dirty="0">
                <a:solidFill>
                  <a:srgbClr val="C00000"/>
                </a:solidFill>
              </a:rPr>
              <a:t>already has a clustered index</a:t>
            </a:r>
            <a:r>
              <a:rPr lang="en-US" dirty="0">
                <a:solidFill>
                  <a:srgbClr val="C00000"/>
                </a:solidFill>
              </a:rPr>
              <a:t>, </a:t>
            </a:r>
            <a:r>
              <a:rPr lang="en-US" dirty="0"/>
              <a:t>trying to create another one will result in an error.</a:t>
            </a:r>
            <a:endParaRPr lang="en-US" dirty="0">
              <a:solidFill>
                <a:srgbClr val="C00000"/>
              </a:solidFill>
            </a:endParaRPr>
          </a:p>
          <a:p>
            <a:endParaRPr lang="en-US" dirty="0"/>
          </a:p>
          <a:p>
            <a:endParaRPr lang="en-US" dirty="0"/>
          </a:p>
        </p:txBody>
      </p:sp>
      <p:pic>
        <p:nvPicPr>
          <p:cNvPr id="4" name="Content Placeholder 3">
            <a:extLst>
              <a:ext uri="{FF2B5EF4-FFF2-40B4-BE49-F238E27FC236}">
                <a16:creationId xmlns:a16="http://schemas.microsoft.com/office/drawing/2014/main" id="{6106BFA2-E5AF-B94B-9106-AC97D6F8F5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1953" y="1802423"/>
            <a:ext cx="1477109" cy="1714500"/>
          </a:xfrm>
          <a:prstGeom prst="rect">
            <a:avLst/>
          </a:prstGeom>
        </p:spPr>
      </p:pic>
    </p:spTree>
    <p:extLst>
      <p:ext uri="{BB962C8B-B14F-4D97-AF65-F5344CB8AC3E}">
        <p14:creationId xmlns:p14="http://schemas.microsoft.com/office/powerpoint/2010/main" val="2260631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Syntax: Clustered Index</a:t>
            </a:r>
          </a:p>
        </p:txBody>
      </p:sp>
      <p:sp>
        <p:nvSpPr>
          <p:cNvPr id="3" name="Content Placeholder 2"/>
          <p:cNvSpPr>
            <a:spLocks noGrp="1"/>
          </p:cNvSpPr>
          <p:nvPr>
            <p:ph idx="1"/>
          </p:nvPr>
        </p:nvSpPr>
        <p:spPr/>
        <p:txBody>
          <a:bodyPr/>
          <a:lstStyle/>
          <a:p>
            <a:r>
              <a:rPr lang="en-US" dirty="0"/>
              <a:t>Syntax to create a clustered index in SQL Server :</a:t>
            </a:r>
          </a:p>
          <a:p>
            <a:pPr marL="544512" lvl="1" indent="0">
              <a:buNone/>
            </a:pPr>
            <a:r>
              <a:rPr lang="en-US" dirty="0">
                <a:solidFill>
                  <a:srgbClr val="0000FF"/>
                </a:solidFill>
                <a:latin typeface="Consolas" panose="020B0609020204030204" pitchFamily="49" charset="0"/>
              </a:rPr>
              <a:t>CREATE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CLUSTERED</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INDEX</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&lt;</a:t>
            </a:r>
            <a:r>
              <a:rPr lang="en-US" dirty="0" err="1">
                <a:solidFill>
                  <a:srgbClr val="000000"/>
                </a:solidFill>
                <a:latin typeface="Consolas" panose="020B0609020204030204" pitchFamily="49" charset="0"/>
              </a:rPr>
              <a:t>index_name</a:t>
            </a:r>
            <a:r>
              <a:rPr lang="en-US" dirty="0">
                <a:solidFill>
                  <a:srgbClr val="808080"/>
                </a:solidFill>
                <a:latin typeface="Consolas" panose="020B0609020204030204" pitchFamily="49" charset="0"/>
              </a:rPr>
              <a:t>&gt;</a:t>
            </a:r>
            <a:endParaRPr lang="en-US" dirty="0">
              <a:solidFill>
                <a:srgbClr val="000000"/>
              </a:solidFill>
              <a:latin typeface="Consolas" panose="020B0609020204030204" pitchFamily="49" charset="0"/>
            </a:endParaRPr>
          </a:p>
          <a:p>
            <a:pPr marL="544512" lvl="1" indent="0">
              <a:buNone/>
            </a:pPr>
            <a:r>
              <a:rPr lang="en-US" dirty="0">
                <a:solidFill>
                  <a:srgbClr val="0000FF"/>
                </a:solidFill>
                <a:latin typeface="Consolas" panose="020B0609020204030204" pitchFamily="49" charset="0"/>
              </a:rPr>
              <a:t>ON</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&lt;</a:t>
            </a:r>
            <a:r>
              <a:rPr lang="en-US" dirty="0" err="1">
                <a:solidFill>
                  <a:srgbClr val="000000"/>
                </a:solidFill>
                <a:latin typeface="Consolas" panose="020B0609020204030204" pitchFamily="49" charset="0"/>
              </a:rPr>
              <a:t>table_name</a:t>
            </a:r>
            <a:r>
              <a:rPr lang="en-US" dirty="0">
                <a:solidFill>
                  <a:srgbClr val="808080"/>
                </a:solidFill>
                <a:latin typeface="Consolas" panose="020B0609020204030204" pitchFamily="49" charset="0"/>
              </a:rPr>
              <a:t>&gt;(&lt;</a:t>
            </a:r>
            <a:r>
              <a:rPr lang="en-US" dirty="0" err="1">
                <a:solidFill>
                  <a:srgbClr val="000000"/>
                </a:solidFill>
                <a:latin typeface="Consolas" panose="020B0609020204030204" pitchFamily="49" charset="0"/>
              </a:rPr>
              <a:t>column_name</a:t>
            </a:r>
            <a:r>
              <a:rPr lang="en-US" dirty="0">
                <a:solidFill>
                  <a:srgbClr val="808080"/>
                </a:solidFill>
                <a:latin typeface="Consolas" panose="020B0609020204030204" pitchFamily="49" charset="0"/>
              </a:rPr>
              <a:t>&gt;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ASC</a:t>
            </a:r>
            <a:r>
              <a:rPr lang="en-US" dirty="0">
                <a:solidFill>
                  <a:srgbClr val="808080"/>
                </a:solidFill>
                <a:latin typeface="Consolas" panose="020B0609020204030204" pitchFamily="49" charset="0"/>
              </a:rPr>
              <a:t>/</a:t>
            </a:r>
            <a:r>
              <a:rPr lang="en-US" dirty="0">
                <a:solidFill>
                  <a:srgbClr val="0000FF"/>
                </a:solidFill>
                <a:latin typeface="Consolas" panose="020B0609020204030204" pitchFamily="49" charset="0"/>
              </a:rPr>
              <a:t>DESC</a:t>
            </a:r>
            <a:r>
              <a:rPr lang="en-US" dirty="0">
                <a:solidFill>
                  <a:srgbClr val="808080"/>
                </a:solidFill>
                <a:latin typeface="Consolas" panose="020B0609020204030204" pitchFamily="49" charset="0"/>
              </a:rPr>
              <a:t>)</a:t>
            </a:r>
          </a:p>
          <a:p>
            <a:pPr marL="544512" lvl="1" indent="0">
              <a:buNone/>
            </a:pPr>
            <a:endParaRPr lang="en-US" dirty="0">
              <a:solidFill>
                <a:srgbClr val="808080"/>
              </a:solidFill>
              <a:latin typeface="Consolas" panose="020B0609020204030204" pitchFamily="49" charset="0"/>
            </a:endParaRPr>
          </a:p>
          <a:p>
            <a:r>
              <a:rPr lang="en-US" dirty="0"/>
              <a:t>Syntax to drop a clustered index in SQL Server:</a:t>
            </a:r>
          </a:p>
          <a:p>
            <a:pPr marL="544512" lvl="1" indent="0">
              <a:buNone/>
            </a:pPr>
            <a:r>
              <a:rPr lang="en-US" dirty="0">
                <a:solidFill>
                  <a:srgbClr val="0000FF"/>
                </a:solidFill>
                <a:latin typeface="Consolas" panose="020B0609020204030204" pitchFamily="49" charset="0"/>
              </a:rPr>
              <a:t>DROP INDEX </a:t>
            </a:r>
            <a:r>
              <a:rPr lang="en-US" dirty="0">
                <a:solidFill>
                  <a:srgbClr val="808080"/>
                </a:solidFill>
                <a:latin typeface="Consolas" panose="020B0609020204030204" pitchFamily="49" charset="0"/>
              </a:rPr>
              <a:t>&lt;</a:t>
            </a:r>
            <a:r>
              <a:rPr lang="en-US" dirty="0" err="1">
                <a:solidFill>
                  <a:srgbClr val="000000"/>
                </a:solidFill>
                <a:latin typeface="Consolas" panose="020B0609020204030204" pitchFamily="49" charset="0"/>
              </a:rPr>
              <a:t>index_name</a:t>
            </a:r>
            <a:r>
              <a:rPr lang="en-US" dirty="0">
                <a:solidFill>
                  <a:srgbClr val="808080"/>
                </a:solidFill>
                <a:latin typeface="Consolas" panose="020B0609020204030204" pitchFamily="49" charset="0"/>
              </a:rPr>
              <a:t>&gt; </a:t>
            </a:r>
            <a:r>
              <a:rPr lang="en-US" dirty="0">
                <a:solidFill>
                  <a:srgbClr val="0000FF"/>
                </a:solidFill>
                <a:latin typeface="Consolas" panose="020B0609020204030204" pitchFamily="49" charset="0"/>
              </a:rPr>
              <a:t>ON</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&lt;</a:t>
            </a:r>
            <a:r>
              <a:rPr lang="en-US" dirty="0" err="1">
                <a:solidFill>
                  <a:srgbClr val="000000"/>
                </a:solidFill>
                <a:latin typeface="Consolas" panose="020B0609020204030204" pitchFamily="49" charset="0"/>
              </a:rPr>
              <a:t>table_name</a:t>
            </a:r>
            <a:r>
              <a:rPr lang="en-US" dirty="0">
                <a:solidFill>
                  <a:srgbClr val="808080"/>
                </a:solidFill>
                <a:latin typeface="Consolas" panose="020B0609020204030204" pitchFamily="49" charset="0"/>
              </a:rPr>
              <a:t>&gt;</a:t>
            </a:r>
            <a:endParaRPr lang="en-US" dirty="0">
              <a:solidFill>
                <a:srgbClr val="000000"/>
              </a:solidFill>
              <a:latin typeface="Consolas" panose="020B0609020204030204" pitchFamily="49" charset="0"/>
            </a:endParaRPr>
          </a:p>
          <a:p>
            <a:pPr marL="544512" lvl="1" indent="0">
              <a:buNone/>
            </a:pPr>
            <a:endParaRPr lang="en-US" dirty="0"/>
          </a:p>
        </p:txBody>
      </p:sp>
    </p:spTree>
    <p:extLst>
      <p:ext uri="{BB962C8B-B14F-4D97-AF65-F5344CB8AC3E}">
        <p14:creationId xmlns:p14="http://schemas.microsoft.com/office/powerpoint/2010/main" val="1561175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Clustered Index  </a:t>
            </a:r>
          </a:p>
        </p:txBody>
      </p:sp>
      <p:sp>
        <p:nvSpPr>
          <p:cNvPr id="3" name="Content Placeholder 2"/>
          <p:cNvSpPr>
            <a:spLocks noGrp="1"/>
          </p:cNvSpPr>
          <p:nvPr>
            <p:ph idx="1"/>
          </p:nvPr>
        </p:nvSpPr>
        <p:spPr>
          <a:xfrm>
            <a:off x="131181" y="863444"/>
            <a:ext cx="5650494" cy="5590565"/>
          </a:xfrm>
        </p:spPr>
        <p:txBody>
          <a:bodyPr/>
          <a:lstStyle/>
          <a:p>
            <a:r>
              <a:rPr lang="en-US" dirty="0"/>
              <a:t>Let’s create clustered index on </a:t>
            </a:r>
            <a:r>
              <a:rPr lang="en-US" dirty="0">
                <a:solidFill>
                  <a:srgbClr val="C00000"/>
                </a:solidFill>
              </a:rPr>
              <a:t>price column of the Book table.</a:t>
            </a:r>
          </a:p>
          <a:p>
            <a:pPr marL="544512" lvl="1" indent="0" algn="l">
              <a:buNone/>
            </a:pPr>
            <a:endParaRPr lang="en-US" dirty="0">
              <a:solidFill>
                <a:srgbClr val="0000FF"/>
              </a:solidFill>
              <a:latin typeface="Consolas" panose="020B0609020204030204" pitchFamily="49" charset="0"/>
            </a:endParaRPr>
          </a:p>
          <a:p>
            <a:pPr marL="544512" lvl="1" indent="0" algn="l">
              <a:buNone/>
            </a:pPr>
            <a:r>
              <a:rPr lang="en-US" dirty="0">
                <a:solidFill>
                  <a:srgbClr val="0000FF"/>
                </a:solidFill>
                <a:latin typeface="Consolas" panose="020B0609020204030204" pitchFamily="49" charset="0"/>
              </a:rPr>
              <a:t>CREATE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CLUSTERED</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INDEX</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IX_BUK_Book_Price</a:t>
            </a:r>
            <a:endParaRPr lang="en-US" dirty="0">
              <a:solidFill>
                <a:srgbClr val="000000"/>
              </a:solidFill>
              <a:latin typeface="Consolas" panose="020B0609020204030204" pitchFamily="49" charset="0"/>
            </a:endParaRPr>
          </a:p>
          <a:p>
            <a:pPr marL="544512" lvl="1" indent="0" algn="l">
              <a:buNone/>
            </a:pPr>
            <a:r>
              <a:rPr lang="en-US" dirty="0">
                <a:solidFill>
                  <a:srgbClr val="0000FF"/>
                </a:solidFill>
                <a:latin typeface="Consolas" panose="020B0609020204030204" pitchFamily="49" charset="0"/>
              </a:rPr>
              <a:t>ON</a:t>
            </a:r>
            <a:r>
              <a:rPr lang="en-US" dirty="0">
                <a:solidFill>
                  <a:srgbClr val="000000"/>
                </a:solidFill>
                <a:latin typeface="Consolas" panose="020B0609020204030204" pitchFamily="49" charset="0"/>
              </a:rPr>
              <a:t> Books</a:t>
            </a:r>
            <a:r>
              <a:rPr lang="en-US" dirty="0">
                <a:solidFill>
                  <a:srgbClr val="0000FF"/>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Price </a:t>
            </a:r>
            <a:r>
              <a:rPr lang="en-US" dirty="0">
                <a:solidFill>
                  <a:srgbClr val="0000FF"/>
                </a:solidFill>
                <a:latin typeface="Consolas" panose="020B0609020204030204" pitchFamily="49" charset="0"/>
              </a:rPr>
              <a:t>ASC</a:t>
            </a:r>
            <a:r>
              <a:rPr lang="en-US" dirty="0">
                <a:solidFill>
                  <a:srgbClr val="808080"/>
                </a:solidFill>
                <a:latin typeface="Consolas" panose="020B0609020204030204" pitchFamily="49" charset="0"/>
              </a:rPr>
              <a:t>)</a:t>
            </a:r>
          </a:p>
          <a:p>
            <a:pPr marL="544512" lvl="1" indent="0" algn="l">
              <a:buNone/>
            </a:pPr>
            <a:endParaRPr lang="en-US" dirty="0">
              <a:solidFill>
                <a:srgbClr val="808080"/>
              </a:solidFill>
              <a:latin typeface="Consolas" panose="020B0609020204030204" pitchFamily="49" charset="0"/>
            </a:endParaRPr>
          </a:p>
          <a:p>
            <a:pPr marL="265113" lvl="1" indent="-265113">
              <a:spcBef>
                <a:spcPts val="1000"/>
              </a:spcBef>
              <a:buFont typeface="Wingdings 3" panose="05040102010807070707" pitchFamily="18" charset="2"/>
              <a:buChar char=""/>
            </a:pPr>
            <a:r>
              <a:rPr lang="en-US" sz="2400" dirty="0">
                <a:latin typeface="+mj-lt"/>
              </a:rPr>
              <a:t>This clustered index physically sorts all the records in the Books table by the ascending order of the price.</a:t>
            </a:r>
          </a:p>
        </p:txBody>
      </p:sp>
      <p:sp>
        <p:nvSpPr>
          <p:cNvPr id="4" name="Rectangle 3"/>
          <p:cNvSpPr/>
          <p:nvPr/>
        </p:nvSpPr>
        <p:spPr>
          <a:xfrm>
            <a:off x="6572263" y="920234"/>
            <a:ext cx="5000612" cy="461665"/>
          </a:xfrm>
          <a:prstGeom prst="rect">
            <a:avLst/>
          </a:prstGeom>
        </p:spPr>
        <p:txBody>
          <a:bodyPr wrap="square">
            <a:spAutoFit/>
          </a:bodyPr>
          <a:lstStyle/>
          <a:p>
            <a:r>
              <a:rPr lang="en-US" sz="2400" dirty="0">
                <a:solidFill>
                  <a:srgbClr val="0000FF"/>
                </a:solidFill>
                <a:latin typeface="Consolas" panose="020B0609020204030204" pitchFamily="49" charset="0"/>
              </a:rPr>
              <a:t>Select</a:t>
            </a:r>
            <a:r>
              <a:rPr lang="en-US" sz="2400" dirty="0">
                <a:solidFill>
                  <a:srgbClr val="000000"/>
                </a:solidFill>
                <a:latin typeface="Consolas" panose="020B0609020204030204" pitchFamily="49" charset="0"/>
              </a:rPr>
              <a:t> </a:t>
            </a:r>
            <a:r>
              <a:rPr lang="en-US" sz="2400" dirty="0">
                <a:solidFill>
                  <a:srgbClr val="808080"/>
                </a:solidFill>
                <a:latin typeface="Consolas" panose="020B0609020204030204" pitchFamily="49" charset="0"/>
              </a:rPr>
              <a:t>*</a:t>
            </a:r>
            <a:r>
              <a:rPr lang="en-US" sz="2400" dirty="0">
                <a:solidFill>
                  <a:srgbClr val="000000"/>
                </a:solidFill>
                <a:latin typeface="Consolas" panose="020B0609020204030204" pitchFamily="49" charset="0"/>
              </a:rPr>
              <a:t> </a:t>
            </a:r>
            <a:r>
              <a:rPr lang="en-US" sz="2400" dirty="0">
                <a:solidFill>
                  <a:srgbClr val="0000FF"/>
                </a:solidFill>
                <a:latin typeface="Consolas" panose="020B0609020204030204" pitchFamily="49" charset="0"/>
              </a:rPr>
              <a:t>From</a:t>
            </a:r>
            <a:r>
              <a:rPr lang="en-US" sz="2400" dirty="0">
                <a:solidFill>
                  <a:srgbClr val="000000"/>
                </a:solidFill>
                <a:latin typeface="Consolas" panose="020B0609020204030204" pitchFamily="49" charset="0"/>
              </a:rPr>
              <a:t> Books</a:t>
            </a:r>
            <a:endParaRPr lang="en-US" sz="24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6075" y="1490662"/>
            <a:ext cx="4371976" cy="4424862"/>
          </a:xfrm>
          <a:prstGeom prst="rect">
            <a:avLst/>
          </a:prstGeom>
          <a:ln>
            <a:solidFill>
              <a:schemeClr val="tx1"/>
            </a:solidFill>
          </a:ln>
        </p:spPr>
      </p:pic>
      <p:sp>
        <p:nvSpPr>
          <p:cNvPr id="6" name="Rectangle 5"/>
          <p:cNvSpPr/>
          <p:nvPr/>
        </p:nvSpPr>
        <p:spPr>
          <a:xfrm>
            <a:off x="10125075" y="1895475"/>
            <a:ext cx="828675" cy="3857625"/>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BF248A4-8F0C-20FA-6B3F-9CC692037E4D}"/>
              </a:ext>
            </a:extLst>
          </p:cNvPr>
          <p:cNvCxnSpPr>
            <a:cxnSpLocks/>
          </p:cNvCxnSpPr>
          <p:nvPr/>
        </p:nvCxnSpPr>
        <p:spPr>
          <a:xfrm>
            <a:off x="6096000" y="778935"/>
            <a:ext cx="0" cy="5742808"/>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8B52C066-AABA-70BD-7534-927EBB93A925}"/>
              </a:ext>
            </a:extLst>
          </p:cNvPr>
          <p:cNvSpPr/>
          <p:nvPr/>
        </p:nvSpPr>
        <p:spPr>
          <a:xfrm>
            <a:off x="313353" y="4530537"/>
            <a:ext cx="5000612" cy="830997"/>
          </a:xfrm>
          <a:prstGeom prst="rect">
            <a:avLst/>
          </a:prstGeom>
        </p:spPr>
        <p:txBody>
          <a:bodyPr wrap="square">
            <a:spAutoFit/>
          </a:bodyPr>
          <a:lstStyle/>
          <a:p>
            <a:r>
              <a:rPr lang="en-US" sz="2400" dirty="0">
                <a:solidFill>
                  <a:srgbClr val="0000FF"/>
                </a:solidFill>
                <a:latin typeface="Consolas" panose="020B0609020204030204" pitchFamily="49" charset="0"/>
              </a:rPr>
              <a:t>Select</a:t>
            </a:r>
            <a:r>
              <a:rPr lang="en-US" sz="2400" dirty="0">
                <a:solidFill>
                  <a:srgbClr val="000000"/>
                </a:solidFill>
                <a:latin typeface="Consolas" panose="020B0609020204030204" pitchFamily="49" charset="0"/>
              </a:rPr>
              <a:t> </a:t>
            </a:r>
            <a:r>
              <a:rPr lang="en-US" sz="2400" dirty="0">
                <a:solidFill>
                  <a:srgbClr val="808080"/>
                </a:solidFill>
                <a:latin typeface="Consolas" panose="020B0609020204030204" pitchFamily="49" charset="0"/>
              </a:rPr>
              <a:t>*</a:t>
            </a:r>
            <a:r>
              <a:rPr lang="en-US" sz="2400" dirty="0">
                <a:solidFill>
                  <a:srgbClr val="000000"/>
                </a:solidFill>
                <a:latin typeface="Consolas" panose="020B0609020204030204" pitchFamily="49" charset="0"/>
              </a:rPr>
              <a:t> </a:t>
            </a:r>
            <a:r>
              <a:rPr lang="en-US" sz="2400" dirty="0">
                <a:solidFill>
                  <a:srgbClr val="0000FF"/>
                </a:solidFill>
                <a:latin typeface="Consolas" panose="020B0609020204030204" pitchFamily="49" charset="0"/>
              </a:rPr>
              <a:t>From</a:t>
            </a:r>
            <a:r>
              <a:rPr lang="en-US" sz="2400" dirty="0">
                <a:solidFill>
                  <a:srgbClr val="000000"/>
                </a:solidFill>
                <a:latin typeface="Consolas" panose="020B0609020204030204" pitchFamily="49" charset="0"/>
              </a:rPr>
              <a:t> Books </a:t>
            </a:r>
          </a:p>
          <a:p>
            <a:r>
              <a:rPr lang="en-US" sz="2400" dirty="0">
                <a:solidFill>
                  <a:srgbClr val="0000FF"/>
                </a:solidFill>
                <a:latin typeface="Consolas" panose="020B0609020204030204" pitchFamily="49" charset="0"/>
              </a:rPr>
              <a:t>Where </a:t>
            </a:r>
            <a:r>
              <a:rPr lang="en-US" sz="2400" dirty="0">
                <a:solidFill>
                  <a:srgbClr val="000000"/>
                </a:solidFill>
                <a:latin typeface="Consolas" panose="020B0609020204030204" pitchFamily="49" charset="0"/>
              </a:rPr>
              <a:t>price &gt;=5000</a:t>
            </a:r>
          </a:p>
        </p:txBody>
      </p:sp>
      <p:sp>
        <p:nvSpPr>
          <p:cNvPr id="9" name="Rectangle 8">
            <a:extLst>
              <a:ext uri="{FF2B5EF4-FFF2-40B4-BE49-F238E27FC236}">
                <a16:creationId xmlns:a16="http://schemas.microsoft.com/office/drawing/2014/main" id="{BB8BAF53-83D1-A63B-94D5-B462D9A82219}"/>
              </a:ext>
            </a:extLst>
          </p:cNvPr>
          <p:cNvSpPr/>
          <p:nvPr/>
        </p:nvSpPr>
        <p:spPr>
          <a:xfrm>
            <a:off x="10125075" y="4340772"/>
            <a:ext cx="828675" cy="1412328"/>
          </a:xfrm>
          <a:prstGeom prst="rect">
            <a:avLst/>
          </a:prstGeom>
          <a:noFill/>
          <a:ln w="539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43446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
                                            <p:txEl>
                                              <p:pRg st="0" end="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wipe(up)">
                                      <p:cBhvr>
                                        <p:cTn id="4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Default Clustered Index</a:t>
            </a:r>
          </a:p>
        </p:txBody>
      </p:sp>
      <p:sp>
        <p:nvSpPr>
          <p:cNvPr id="3" name="Content Placeholder 2"/>
          <p:cNvSpPr>
            <a:spLocks noGrp="1"/>
          </p:cNvSpPr>
          <p:nvPr>
            <p:ph idx="1"/>
          </p:nvPr>
        </p:nvSpPr>
        <p:spPr/>
        <p:txBody>
          <a:bodyPr/>
          <a:lstStyle/>
          <a:p>
            <a:r>
              <a:rPr lang="en-US" dirty="0"/>
              <a:t>A database table has </a:t>
            </a:r>
            <a:r>
              <a:rPr lang="en-US" dirty="0">
                <a:solidFill>
                  <a:srgbClr val="C00000"/>
                </a:solidFill>
              </a:rPr>
              <a:t>one clustered index by default on the primary key column</a:t>
            </a:r>
            <a:r>
              <a:rPr lang="en-US" dirty="0"/>
              <a:t>.</a:t>
            </a:r>
            <a:endParaRPr lang="en-US" dirty="0">
              <a:solidFill>
                <a:srgbClr val="C00000"/>
              </a:solidFill>
            </a:endParaRPr>
          </a:p>
          <a:p>
            <a:r>
              <a:rPr lang="en-US" dirty="0">
                <a:solidFill>
                  <a:srgbClr val="C00000"/>
                </a:solidFill>
              </a:rPr>
              <a:t>To see the default index</a:t>
            </a:r>
            <a:r>
              <a:rPr lang="en-US" dirty="0"/>
              <a:t>, you can </a:t>
            </a:r>
            <a:r>
              <a:rPr lang="en-US" dirty="0">
                <a:solidFill>
                  <a:srgbClr val="C00000"/>
                </a:solidFill>
              </a:rPr>
              <a:t>use the </a:t>
            </a:r>
            <a:r>
              <a:rPr lang="en-US" b="1" dirty="0" err="1">
                <a:solidFill>
                  <a:srgbClr val="C00000"/>
                </a:solidFill>
              </a:rPr>
              <a:t>sp_helpindex</a:t>
            </a:r>
            <a:r>
              <a:rPr lang="en-US" dirty="0">
                <a:solidFill>
                  <a:srgbClr val="C00000"/>
                </a:solidFill>
              </a:rPr>
              <a:t> stored procedure </a:t>
            </a:r>
            <a:r>
              <a:rPr lang="en-US" dirty="0"/>
              <a:t>as shown below:</a:t>
            </a:r>
          </a:p>
          <a:p>
            <a:endParaRPr lang="en-US" dirty="0"/>
          </a:p>
          <a:p>
            <a:endParaRPr lang="en-US" dirty="0"/>
          </a:p>
          <a:p>
            <a:endParaRPr lang="en-US" dirty="0"/>
          </a:p>
          <a:p>
            <a:endParaRPr lang="en-US" dirty="0"/>
          </a:p>
          <a:p>
            <a:endParaRPr lang="en-US" dirty="0"/>
          </a:p>
        </p:txBody>
      </p:sp>
      <p:pic>
        <p:nvPicPr>
          <p:cNvPr id="4" name="Picture 3"/>
          <p:cNvPicPr>
            <a:picLocks noChangeAspect="1"/>
          </p:cNvPicPr>
          <p:nvPr/>
        </p:nvPicPr>
        <p:blipFill>
          <a:blip r:embed="rId2"/>
          <a:stretch>
            <a:fillRect/>
          </a:stretch>
        </p:blipFill>
        <p:spPr>
          <a:xfrm>
            <a:off x="492761" y="1926371"/>
            <a:ext cx="7173326" cy="1800476"/>
          </a:xfrm>
          <a:prstGeom prst="rect">
            <a:avLst/>
          </a:prstGeom>
          <a:ln>
            <a:solidFill>
              <a:schemeClr val="tx1"/>
            </a:solidFill>
          </a:ln>
        </p:spPr>
      </p:pic>
    </p:spTree>
    <p:extLst>
      <p:ext uri="{BB962C8B-B14F-4D97-AF65-F5344CB8AC3E}">
        <p14:creationId xmlns:p14="http://schemas.microsoft.com/office/powerpoint/2010/main" val="169570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F3DB7-7341-3CF0-B85C-9D71453D97AD}"/>
              </a:ext>
            </a:extLst>
          </p:cNvPr>
          <p:cNvSpPr>
            <a:spLocks noGrp="1"/>
          </p:cNvSpPr>
          <p:nvPr>
            <p:ph type="title"/>
          </p:nvPr>
        </p:nvSpPr>
        <p:spPr/>
        <p:txBody>
          <a:bodyPr/>
          <a:lstStyle/>
          <a:p>
            <a:r>
              <a:rPr lang="en-US" dirty="0"/>
              <a:t>Clustered Indexes of Database</a:t>
            </a:r>
            <a:endParaRPr lang="en-GB" dirty="0"/>
          </a:p>
        </p:txBody>
      </p:sp>
      <p:sp>
        <p:nvSpPr>
          <p:cNvPr id="3" name="Content Placeholder 2">
            <a:extLst>
              <a:ext uri="{FF2B5EF4-FFF2-40B4-BE49-F238E27FC236}">
                <a16:creationId xmlns:a16="http://schemas.microsoft.com/office/drawing/2014/main" id="{69B29C58-3E4A-16E7-0BEE-C2D48778895E}"/>
              </a:ext>
            </a:extLst>
          </p:cNvPr>
          <p:cNvSpPr>
            <a:spLocks noGrp="1"/>
          </p:cNvSpPr>
          <p:nvPr>
            <p:ph idx="1"/>
          </p:nvPr>
        </p:nvSpPr>
        <p:spPr/>
        <p:txBody>
          <a:bodyPr/>
          <a:lstStyle/>
          <a:p>
            <a:r>
              <a:rPr lang="en-US" dirty="0"/>
              <a:t>In SQL Server, there is a system table with the name </a:t>
            </a:r>
            <a:r>
              <a:rPr lang="en-US" b="1" u="sng" dirty="0" err="1">
                <a:solidFill>
                  <a:srgbClr val="C00000"/>
                </a:solidFill>
              </a:rPr>
              <a:t>sys.indexes</a:t>
            </a:r>
            <a:r>
              <a:rPr lang="en-US" dirty="0">
                <a:solidFill>
                  <a:srgbClr val="C00000"/>
                </a:solidFill>
              </a:rPr>
              <a:t> </a:t>
            </a:r>
            <a:r>
              <a:rPr lang="en-US" dirty="0"/>
              <a:t>that contains information about indexes are available on tables into the database. </a:t>
            </a:r>
          </a:p>
          <a:p>
            <a:endParaRPr lang="en-US" dirty="0"/>
          </a:p>
          <a:p>
            <a:pPr marL="544512" lvl="1" indent="0">
              <a:buNone/>
            </a:pPr>
            <a:r>
              <a:rPr lang="en-GB" dirty="0">
                <a:solidFill>
                  <a:srgbClr val="0000FF"/>
                </a:solidFill>
                <a:latin typeface="Consolas" panose="020B0609020204030204" pitchFamily="49" charset="0"/>
              </a:rPr>
              <a:t>Select</a:t>
            </a:r>
            <a:r>
              <a:rPr lang="en-GB" dirty="0">
                <a:solidFill>
                  <a:srgbClr val="000000"/>
                </a:solidFill>
                <a:latin typeface="Consolas" panose="020B0609020204030204" pitchFamily="49" charset="0"/>
              </a:rPr>
              <a:t> </a:t>
            </a:r>
            <a:r>
              <a:rPr lang="en-GB" dirty="0">
                <a:solidFill>
                  <a:srgbClr val="808080"/>
                </a:solidFill>
                <a:latin typeface="Consolas" panose="020B0609020204030204" pitchFamily="49" charset="0"/>
              </a:rPr>
              <a:t>*</a:t>
            </a:r>
            <a:r>
              <a:rPr lang="en-GB"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From</a:t>
            </a:r>
            <a:r>
              <a:rPr lang="en-GB" dirty="0">
                <a:solidFill>
                  <a:srgbClr val="000000"/>
                </a:solidFill>
                <a:latin typeface="Consolas" panose="020B0609020204030204" pitchFamily="49" charset="0"/>
              </a:rPr>
              <a:t> </a:t>
            </a:r>
            <a:r>
              <a:rPr lang="en-GB" dirty="0" err="1">
                <a:solidFill>
                  <a:schemeClr val="accent6"/>
                </a:solidFill>
                <a:latin typeface="Consolas" panose="020B0609020204030204" pitchFamily="49" charset="0"/>
              </a:rPr>
              <a:t>Sys.indexes</a:t>
            </a:r>
            <a:endParaRPr lang="en-GB" dirty="0">
              <a:solidFill>
                <a:schemeClr val="accent6"/>
              </a:solidFill>
              <a:latin typeface="Consolas" panose="020B0609020204030204" pitchFamily="49" charset="0"/>
            </a:endParaRPr>
          </a:p>
          <a:p>
            <a:pPr marL="544512" lvl="1" indent="0">
              <a:buNone/>
            </a:pPr>
            <a:r>
              <a:rPr lang="en-GB" dirty="0">
                <a:solidFill>
                  <a:srgbClr val="0000FF"/>
                </a:solidFill>
                <a:latin typeface="Consolas" panose="020B0609020204030204" pitchFamily="49" charset="0"/>
              </a:rPr>
              <a:t>Where</a:t>
            </a:r>
            <a:r>
              <a:rPr lang="en-GB" dirty="0">
                <a:solidFill>
                  <a:srgbClr val="000000"/>
                </a:solidFill>
                <a:latin typeface="Consolas" panose="020B0609020204030204" pitchFamily="49" charset="0"/>
              </a:rPr>
              <a:t> </a:t>
            </a:r>
            <a:r>
              <a:rPr lang="en-GB" dirty="0">
                <a:solidFill>
                  <a:srgbClr val="0000FF"/>
                </a:solidFill>
                <a:latin typeface="Consolas" panose="020B0609020204030204" pitchFamily="49" charset="0"/>
              </a:rPr>
              <a:t>Name</a:t>
            </a:r>
            <a:r>
              <a:rPr lang="en-GB" dirty="0">
                <a:solidFill>
                  <a:srgbClr val="000000"/>
                </a:solidFill>
                <a:latin typeface="Consolas" panose="020B0609020204030204" pitchFamily="49" charset="0"/>
              </a:rPr>
              <a:t> </a:t>
            </a:r>
            <a:r>
              <a:rPr lang="en-GB" dirty="0">
                <a:solidFill>
                  <a:srgbClr val="808080"/>
                </a:solidFill>
                <a:latin typeface="Consolas" panose="020B0609020204030204" pitchFamily="49" charset="0"/>
              </a:rPr>
              <a:t>like</a:t>
            </a:r>
            <a:r>
              <a:rPr lang="en-GB" dirty="0">
                <a:solidFill>
                  <a:srgbClr val="000000"/>
                </a:solidFill>
                <a:latin typeface="Consolas" panose="020B0609020204030204" pitchFamily="49" charset="0"/>
              </a:rPr>
              <a:t> </a:t>
            </a:r>
            <a:r>
              <a:rPr lang="en-GB" dirty="0">
                <a:solidFill>
                  <a:srgbClr val="FF0000"/>
                </a:solidFill>
                <a:latin typeface="Consolas" panose="020B0609020204030204" pitchFamily="49" charset="0"/>
              </a:rPr>
              <a:t>'PK%’</a:t>
            </a:r>
          </a:p>
          <a:p>
            <a:pPr marL="544512" lvl="1" indent="0">
              <a:buNone/>
            </a:pPr>
            <a:endParaRPr lang="en-GB" dirty="0">
              <a:solidFill>
                <a:srgbClr val="FF0000"/>
              </a:solidFill>
              <a:latin typeface="Consolas" panose="020B0609020204030204" pitchFamily="49" charset="0"/>
            </a:endParaRPr>
          </a:p>
          <a:p>
            <a:pPr marL="544512" lvl="1" indent="0">
              <a:buNone/>
            </a:pPr>
            <a:endParaRPr lang="en-GB" dirty="0">
              <a:solidFill>
                <a:srgbClr val="FF0000"/>
              </a:solidFill>
              <a:latin typeface="Consolas" panose="020B0609020204030204" pitchFamily="49" charset="0"/>
            </a:endParaRPr>
          </a:p>
          <a:p>
            <a:pPr marL="544512" lvl="1" indent="0">
              <a:buNone/>
            </a:pPr>
            <a:endParaRPr lang="en-GB" dirty="0">
              <a:solidFill>
                <a:srgbClr val="FF0000"/>
              </a:solidFill>
              <a:latin typeface="Consolas" panose="020B0609020204030204" pitchFamily="49" charset="0"/>
            </a:endParaRPr>
          </a:p>
          <a:p>
            <a:pPr marL="544512" lvl="1" indent="0">
              <a:buNone/>
            </a:pPr>
            <a:endParaRPr lang="en-GB" dirty="0">
              <a:solidFill>
                <a:srgbClr val="FF0000"/>
              </a:solidFill>
              <a:latin typeface="Consolas" panose="020B0609020204030204" pitchFamily="49" charset="0"/>
            </a:endParaRPr>
          </a:p>
          <a:p>
            <a:r>
              <a:rPr lang="en-US" dirty="0"/>
              <a:t>Columns of the </a:t>
            </a:r>
            <a:r>
              <a:rPr lang="en-US" b="1" dirty="0"/>
              <a:t>sys.indexes</a:t>
            </a:r>
            <a:r>
              <a:rPr lang="en-US" dirty="0"/>
              <a:t> table determine whether or not the column on which you write the conditions has an index. </a:t>
            </a:r>
          </a:p>
          <a:p>
            <a:endParaRPr lang="en-US" b="1" dirty="0"/>
          </a:p>
          <a:p>
            <a:pPr marL="544512" lvl="1" indent="0">
              <a:buNone/>
            </a:pPr>
            <a:endParaRPr lang="en-GB" dirty="0">
              <a:solidFill>
                <a:srgbClr val="FF0000"/>
              </a:solidFill>
              <a:latin typeface="Consolas" panose="020B0609020204030204" pitchFamily="49" charset="0"/>
            </a:endParaRPr>
          </a:p>
          <a:p>
            <a:pPr marL="544512" lvl="1" indent="0">
              <a:buNone/>
            </a:pPr>
            <a:endParaRPr lang="en-GB" dirty="0">
              <a:solidFill>
                <a:srgbClr val="FF0000"/>
              </a:solidFill>
              <a:latin typeface="Consolas" panose="020B0609020204030204" pitchFamily="49" charset="0"/>
            </a:endParaRPr>
          </a:p>
          <a:p>
            <a:pPr marL="544512" lvl="1" indent="0">
              <a:buNone/>
            </a:pPr>
            <a:endParaRPr lang="en-US" dirty="0"/>
          </a:p>
        </p:txBody>
      </p:sp>
      <p:pic>
        <p:nvPicPr>
          <p:cNvPr id="5" name="Picture 4">
            <a:extLst>
              <a:ext uri="{FF2B5EF4-FFF2-40B4-BE49-F238E27FC236}">
                <a16:creationId xmlns:a16="http://schemas.microsoft.com/office/drawing/2014/main" id="{04EB6B77-D610-3374-FB61-F5136C7CD5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790" y="2801437"/>
            <a:ext cx="11253665" cy="1077765"/>
          </a:xfrm>
          <a:prstGeom prst="rect">
            <a:avLst/>
          </a:prstGeom>
          <a:ln>
            <a:solidFill>
              <a:schemeClr val="tx1"/>
            </a:solidFill>
          </a:ln>
        </p:spPr>
      </p:pic>
    </p:spTree>
    <p:extLst>
      <p:ext uri="{BB962C8B-B14F-4D97-AF65-F5344CB8AC3E}">
        <p14:creationId xmlns:p14="http://schemas.microsoft.com/office/powerpoint/2010/main" val="3358932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7487C-3592-DCEE-94A9-0D9E7F4EB8D0}"/>
              </a:ext>
            </a:extLst>
          </p:cNvPr>
          <p:cNvSpPr>
            <a:spLocks noGrp="1"/>
          </p:cNvSpPr>
          <p:nvPr>
            <p:ph type="title"/>
          </p:nvPr>
        </p:nvSpPr>
        <p:spPr/>
        <p:txBody>
          <a:bodyPr/>
          <a:lstStyle/>
          <a:p>
            <a:r>
              <a:rPr lang="en-US" dirty="0"/>
              <a:t>When NOT to Use a Clustered Index?</a:t>
            </a:r>
            <a:endParaRPr lang="en-IN" dirty="0"/>
          </a:p>
        </p:txBody>
      </p:sp>
      <p:sp>
        <p:nvSpPr>
          <p:cNvPr id="3" name="Content Placeholder 2">
            <a:extLst>
              <a:ext uri="{FF2B5EF4-FFF2-40B4-BE49-F238E27FC236}">
                <a16:creationId xmlns:a16="http://schemas.microsoft.com/office/drawing/2014/main" id="{CE7D5ECC-4F56-4C72-3291-5B410CAFB1E9}"/>
              </a:ext>
            </a:extLst>
          </p:cNvPr>
          <p:cNvSpPr>
            <a:spLocks noGrp="1"/>
          </p:cNvSpPr>
          <p:nvPr>
            <p:ph idx="1"/>
          </p:nvPr>
        </p:nvSpPr>
        <p:spPr/>
        <p:txBody>
          <a:bodyPr/>
          <a:lstStyle/>
          <a:p>
            <a:r>
              <a:rPr lang="en-US" dirty="0">
                <a:solidFill>
                  <a:schemeClr val="tx2"/>
                </a:solidFill>
              </a:rPr>
              <a:t>On Frequently Updated Columns </a:t>
            </a:r>
            <a:endParaRPr lang="en-US" dirty="0"/>
          </a:p>
          <a:p>
            <a:pPr lvl="1"/>
            <a:r>
              <a:rPr lang="en-US" dirty="0"/>
              <a:t>Columns such as Salary, </a:t>
            </a:r>
            <a:r>
              <a:rPr lang="en-US" dirty="0" err="1"/>
              <a:t>LastLoginTime</a:t>
            </a:r>
            <a:r>
              <a:rPr lang="en-US" dirty="0"/>
              <a:t> are frequently updatable columns.</a:t>
            </a:r>
          </a:p>
          <a:p>
            <a:pPr lvl="1"/>
            <a:r>
              <a:rPr lang="en-US" dirty="0"/>
              <a:t>Updating indexed columns causes data page reorganizations.</a:t>
            </a:r>
          </a:p>
          <a:p>
            <a:r>
              <a:rPr lang="en-US" dirty="0">
                <a:solidFill>
                  <a:schemeClr val="tx2"/>
                </a:solidFill>
              </a:rPr>
              <a:t>When Table has Frequent Insertions at Random Positions. </a:t>
            </a:r>
          </a:p>
          <a:p>
            <a:pPr lvl="1"/>
            <a:r>
              <a:rPr lang="en-US" dirty="0"/>
              <a:t>A log table with </a:t>
            </a:r>
            <a:r>
              <a:rPr lang="en-US" dirty="0" err="1"/>
              <a:t>LogID</a:t>
            </a:r>
            <a:r>
              <a:rPr lang="en-US" dirty="0"/>
              <a:t> as a non-sequential value.</a:t>
            </a:r>
            <a:endParaRPr lang="en-IN" dirty="0"/>
          </a:p>
        </p:txBody>
      </p:sp>
    </p:spTree>
    <p:extLst>
      <p:ext uri="{BB962C8B-B14F-4D97-AF65-F5344CB8AC3E}">
        <p14:creationId xmlns:p14="http://schemas.microsoft.com/office/powerpoint/2010/main" val="1335048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Remember!!</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2938" y="1535111"/>
            <a:ext cx="3709987" cy="4645941"/>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7275" y="1557338"/>
            <a:ext cx="3903396" cy="4617582"/>
          </a:xfrm>
          <a:prstGeom prst="rect">
            <a:avLst/>
          </a:prstGeom>
          <a:ln>
            <a:solidFill>
              <a:schemeClr val="tx1"/>
            </a:solidFill>
          </a:ln>
        </p:spPr>
      </p:pic>
      <p:sp>
        <p:nvSpPr>
          <p:cNvPr id="6" name="TextBox 5"/>
          <p:cNvSpPr txBox="1"/>
          <p:nvPr/>
        </p:nvSpPr>
        <p:spPr>
          <a:xfrm>
            <a:off x="704850" y="1047750"/>
            <a:ext cx="3619500" cy="369332"/>
          </a:xfrm>
          <a:prstGeom prst="rect">
            <a:avLst/>
          </a:prstGeom>
          <a:noFill/>
        </p:spPr>
        <p:txBody>
          <a:bodyPr wrap="square" rtlCol="0">
            <a:spAutoFit/>
          </a:bodyPr>
          <a:lstStyle/>
          <a:p>
            <a:pPr algn="ctr"/>
            <a:r>
              <a:rPr lang="en-US" b="1" dirty="0"/>
              <a:t>Clustered Index</a:t>
            </a:r>
          </a:p>
        </p:txBody>
      </p:sp>
      <p:sp>
        <p:nvSpPr>
          <p:cNvPr id="7" name="TextBox 6"/>
          <p:cNvSpPr txBox="1"/>
          <p:nvPr/>
        </p:nvSpPr>
        <p:spPr>
          <a:xfrm>
            <a:off x="4838699" y="1066800"/>
            <a:ext cx="3876675" cy="369332"/>
          </a:xfrm>
          <a:prstGeom prst="rect">
            <a:avLst/>
          </a:prstGeom>
          <a:noFill/>
        </p:spPr>
        <p:txBody>
          <a:bodyPr wrap="square" rtlCol="0">
            <a:spAutoFit/>
          </a:bodyPr>
          <a:lstStyle/>
          <a:p>
            <a:pPr algn="ctr"/>
            <a:r>
              <a:rPr lang="en-US" b="1" dirty="0"/>
              <a:t>Non-Clustered Index</a:t>
            </a:r>
          </a:p>
        </p:txBody>
      </p:sp>
    </p:spTree>
    <p:extLst>
      <p:ext uri="{BB962C8B-B14F-4D97-AF65-F5344CB8AC3E}">
        <p14:creationId xmlns:p14="http://schemas.microsoft.com/office/powerpoint/2010/main" val="830596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Non-clustered Index</a:t>
            </a:r>
          </a:p>
        </p:txBody>
      </p:sp>
      <p:sp>
        <p:nvSpPr>
          <p:cNvPr id="3" name="Content Placeholder 2"/>
          <p:cNvSpPr>
            <a:spLocks noGrp="1"/>
          </p:cNvSpPr>
          <p:nvPr>
            <p:ph idx="1"/>
          </p:nvPr>
        </p:nvSpPr>
        <p:spPr/>
        <p:txBody>
          <a:bodyPr/>
          <a:lstStyle/>
          <a:p>
            <a:r>
              <a:rPr lang="en-US" dirty="0"/>
              <a:t>A non-clustered index is an index that </a:t>
            </a:r>
            <a:r>
              <a:rPr lang="en-US" b="1" dirty="0">
                <a:solidFill>
                  <a:srgbClr val="C00000"/>
                </a:solidFill>
              </a:rPr>
              <a:t>doesn’t physically sort the database records</a:t>
            </a:r>
            <a:r>
              <a:rPr lang="en-US" dirty="0"/>
              <a:t>.</a:t>
            </a:r>
          </a:p>
          <a:p>
            <a:r>
              <a:rPr lang="en-US" dirty="0"/>
              <a:t>Non-clustered index is actually similar to an </a:t>
            </a:r>
            <a:r>
              <a:rPr lang="en-US" b="1" dirty="0">
                <a:solidFill>
                  <a:srgbClr val="C00000"/>
                </a:solidFill>
              </a:rPr>
              <a:t>index of a book</a:t>
            </a:r>
            <a:r>
              <a:rPr lang="en-US" dirty="0"/>
              <a:t>.</a:t>
            </a:r>
          </a:p>
          <a:p>
            <a:r>
              <a:rPr lang="en-US" dirty="0"/>
              <a:t>A book's </a:t>
            </a:r>
            <a:r>
              <a:rPr lang="en-US" dirty="0">
                <a:solidFill>
                  <a:srgbClr val="C00000"/>
                </a:solidFill>
              </a:rPr>
              <a:t>index is kept at separate location</a:t>
            </a:r>
            <a:r>
              <a:rPr lang="en-US" dirty="0"/>
              <a:t>, and the book's </a:t>
            </a:r>
            <a:r>
              <a:rPr lang="en-US" dirty="0">
                <a:solidFill>
                  <a:srgbClr val="C00000"/>
                </a:solidFill>
              </a:rPr>
              <a:t>actual text is kept at other location</a:t>
            </a:r>
            <a:r>
              <a:rPr lang="en-US" dirty="0"/>
              <a:t>.</a:t>
            </a:r>
          </a:p>
          <a:p>
            <a:endParaRPr lang="en-US" dirty="0"/>
          </a:p>
          <a:p>
            <a:endParaRPr lang="en-US" dirty="0"/>
          </a:p>
          <a:p>
            <a:endParaRPr lang="en-US" dirty="0"/>
          </a:p>
          <a:p>
            <a:endParaRPr lang="en-US" dirty="0"/>
          </a:p>
          <a:p>
            <a:endParaRPr lang="en-US" dirty="0"/>
          </a:p>
          <a:p>
            <a:r>
              <a:rPr lang="en-US" dirty="0"/>
              <a:t>The </a:t>
            </a:r>
            <a:r>
              <a:rPr lang="en-US" dirty="0">
                <a:solidFill>
                  <a:srgbClr val="C00000"/>
                </a:solidFill>
              </a:rPr>
              <a:t>index creates a separate lookup table </a:t>
            </a:r>
            <a:r>
              <a:rPr lang="en-US" dirty="0"/>
              <a:t>that contains the </a:t>
            </a:r>
            <a:r>
              <a:rPr lang="en-US" dirty="0">
                <a:solidFill>
                  <a:srgbClr val="C00000"/>
                </a:solidFill>
              </a:rPr>
              <a:t>indexed column and a pointer </a:t>
            </a:r>
            <a:r>
              <a:rPr lang="en-US" dirty="0"/>
              <a:t>(Row Locator) </a:t>
            </a:r>
            <a:r>
              <a:rPr lang="en-US" dirty="0">
                <a:solidFill>
                  <a:srgbClr val="C00000"/>
                </a:solidFill>
              </a:rPr>
              <a:t>to the actual data</a:t>
            </a:r>
            <a:r>
              <a:rPr lang="en-US" dirty="0"/>
              <a:t>.</a:t>
            </a:r>
          </a:p>
          <a:p>
            <a:r>
              <a:rPr lang="en-US" dirty="0"/>
              <a:t>The index table will have pointers to the storage location of the actual data.</a:t>
            </a:r>
          </a:p>
          <a:p>
            <a:r>
              <a:rPr lang="en-US" dirty="0"/>
              <a:t>If a query searches for data using a non-clustered index, SQL Server first searches the index and then retrieves the actual data row using the pointer.</a:t>
            </a:r>
          </a:p>
        </p:txBody>
      </p:sp>
      <p:pic>
        <p:nvPicPr>
          <p:cNvPr id="6" name="Picture 5">
            <a:extLst>
              <a:ext uri="{FF2B5EF4-FFF2-40B4-BE49-F238E27FC236}">
                <a16:creationId xmlns:a16="http://schemas.microsoft.com/office/drawing/2014/main" id="{5A983E74-2A8A-6DD6-45CB-E18C7CE9E9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3161" y="2171701"/>
            <a:ext cx="1966847" cy="2326712"/>
          </a:xfrm>
          <a:prstGeom prst="rect">
            <a:avLst/>
          </a:prstGeom>
          <a:ln>
            <a:solidFill>
              <a:schemeClr val="tx1"/>
            </a:solidFill>
          </a:ln>
        </p:spPr>
      </p:pic>
    </p:spTree>
    <p:extLst>
      <p:ext uri="{BB962C8B-B14F-4D97-AF65-F5344CB8AC3E}">
        <p14:creationId xmlns:p14="http://schemas.microsoft.com/office/powerpoint/2010/main" val="1630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A2CCE-5B2D-E8CF-4806-53BCFF7CD6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8AF8F9-DA82-21C0-2798-D34CED24262E}"/>
              </a:ext>
            </a:extLst>
          </p:cNvPr>
          <p:cNvSpPr>
            <a:spLocks noGrp="1"/>
          </p:cNvSpPr>
          <p:nvPr>
            <p:ph type="title"/>
          </p:nvPr>
        </p:nvSpPr>
        <p:spPr/>
        <p:txBody>
          <a:bodyPr>
            <a:normAutofit/>
          </a:bodyPr>
          <a:lstStyle/>
          <a:p>
            <a:r>
              <a:rPr lang="en-US" dirty="0"/>
              <a:t>Syntax: Non-clustered Index</a:t>
            </a:r>
          </a:p>
        </p:txBody>
      </p:sp>
      <p:sp>
        <p:nvSpPr>
          <p:cNvPr id="3" name="Content Placeholder 2">
            <a:extLst>
              <a:ext uri="{FF2B5EF4-FFF2-40B4-BE49-F238E27FC236}">
                <a16:creationId xmlns:a16="http://schemas.microsoft.com/office/drawing/2014/main" id="{ADA94944-2585-0676-6EBC-2AA8ED3FD0A2}"/>
              </a:ext>
            </a:extLst>
          </p:cNvPr>
          <p:cNvSpPr>
            <a:spLocks noGrp="1"/>
          </p:cNvSpPr>
          <p:nvPr>
            <p:ph idx="1"/>
          </p:nvPr>
        </p:nvSpPr>
        <p:spPr/>
        <p:txBody>
          <a:bodyPr/>
          <a:lstStyle/>
          <a:p>
            <a:r>
              <a:rPr lang="en-US" dirty="0"/>
              <a:t>Syntax to create a non clustered index in SQL Server :</a:t>
            </a:r>
          </a:p>
          <a:p>
            <a:pPr marL="0" indent="0">
              <a:buNone/>
            </a:pPr>
            <a:endParaRPr lang="en-US" dirty="0"/>
          </a:p>
          <a:p>
            <a:pPr marL="544512" lvl="1" indent="0">
              <a:buNone/>
            </a:pPr>
            <a:r>
              <a:rPr lang="en-US" dirty="0">
                <a:solidFill>
                  <a:srgbClr val="0000FF"/>
                </a:solidFill>
                <a:latin typeface="Consolas" panose="020B0609020204030204" pitchFamily="49" charset="0"/>
              </a:rPr>
              <a:t>CREATE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NONCLUSTERED</a:t>
            </a:r>
            <a:r>
              <a:rPr lang="en-US" dirty="0"/>
              <a:t> </a:t>
            </a:r>
            <a:r>
              <a:rPr lang="en-US" dirty="0">
                <a:solidFill>
                  <a:srgbClr val="0000FF"/>
                </a:solidFill>
                <a:latin typeface="Consolas" panose="020B0609020204030204" pitchFamily="49" charset="0"/>
              </a:rPr>
              <a:t>INDEX</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&lt;</a:t>
            </a:r>
            <a:r>
              <a:rPr lang="en-US" dirty="0" err="1">
                <a:solidFill>
                  <a:srgbClr val="000000"/>
                </a:solidFill>
                <a:latin typeface="Consolas" panose="020B0609020204030204" pitchFamily="49" charset="0"/>
              </a:rPr>
              <a:t>index_name</a:t>
            </a:r>
            <a:r>
              <a:rPr lang="en-US" dirty="0">
                <a:solidFill>
                  <a:srgbClr val="808080"/>
                </a:solidFill>
                <a:latin typeface="Consolas" panose="020B0609020204030204" pitchFamily="49" charset="0"/>
              </a:rPr>
              <a:t>&gt;</a:t>
            </a:r>
            <a:endParaRPr lang="en-US" dirty="0">
              <a:solidFill>
                <a:srgbClr val="000000"/>
              </a:solidFill>
              <a:latin typeface="Consolas" panose="020B0609020204030204" pitchFamily="49" charset="0"/>
            </a:endParaRPr>
          </a:p>
          <a:p>
            <a:pPr marL="544512" lvl="1" indent="0">
              <a:buNone/>
            </a:pPr>
            <a:r>
              <a:rPr lang="en-US" dirty="0">
                <a:solidFill>
                  <a:srgbClr val="0000FF"/>
                </a:solidFill>
                <a:latin typeface="Consolas" panose="020B0609020204030204" pitchFamily="49" charset="0"/>
              </a:rPr>
              <a:t>ON</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&lt;</a:t>
            </a:r>
            <a:r>
              <a:rPr lang="en-US" dirty="0" err="1">
                <a:solidFill>
                  <a:srgbClr val="000000"/>
                </a:solidFill>
                <a:latin typeface="Consolas" panose="020B0609020204030204" pitchFamily="49" charset="0"/>
              </a:rPr>
              <a:t>table_name</a:t>
            </a:r>
            <a:r>
              <a:rPr lang="en-US" dirty="0">
                <a:solidFill>
                  <a:srgbClr val="808080"/>
                </a:solidFill>
                <a:latin typeface="Consolas" panose="020B0609020204030204" pitchFamily="49" charset="0"/>
              </a:rPr>
              <a:t>&gt;(&lt;</a:t>
            </a:r>
            <a:r>
              <a:rPr lang="en-US" dirty="0" err="1">
                <a:solidFill>
                  <a:srgbClr val="000000"/>
                </a:solidFill>
                <a:latin typeface="Consolas" panose="020B0609020204030204" pitchFamily="49" charset="0"/>
              </a:rPr>
              <a:t>column_name</a:t>
            </a:r>
            <a:r>
              <a:rPr lang="en-US" dirty="0">
                <a:solidFill>
                  <a:srgbClr val="808080"/>
                </a:solidFill>
                <a:latin typeface="Consolas" panose="020B0609020204030204" pitchFamily="49" charset="0"/>
              </a:rPr>
              <a:t>&gt;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ASC</a:t>
            </a:r>
            <a:r>
              <a:rPr lang="en-US" dirty="0">
                <a:solidFill>
                  <a:srgbClr val="808080"/>
                </a:solidFill>
                <a:latin typeface="Consolas" panose="020B0609020204030204" pitchFamily="49" charset="0"/>
              </a:rPr>
              <a:t>/</a:t>
            </a:r>
            <a:r>
              <a:rPr lang="en-US" dirty="0">
                <a:solidFill>
                  <a:srgbClr val="0000FF"/>
                </a:solidFill>
                <a:latin typeface="Consolas" panose="020B0609020204030204" pitchFamily="49" charset="0"/>
              </a:rPr>
              <a:t>DESC</a:t>
            </a:r>
            <a:r>
              <a:rPr lang="en-US" dirty="0">
                <a:solidFill>
                  <a:srgbClr val="808080"/>
                </a:solidFill>
                <a:latin typeface="Consolas" panose="020B0609020204030204" pitchFamily="49" charset="0"/>
              </a:rPr>
              <a:t>)</a:t>
            </a:r>
          </a:p>
          <a:p>
            <a:pPr marL="544512" lvl="1" indent="0">
              <a:buNone/>
            </a:pPr>
            <a:endParaRPr lang="en-US" dirty="0">
              <a:solidFill>
                <a:srgbClr val="808080"/>
              </a:solidFill>
              <a:latin typeface="Consolas" panose="020B0609020204030204" pitchFamily="49" charset="0"/>
            </a:endParaRPr>
          </a:p>
          <a:p>
            <a:r>
              <a:rPr lang="en-US" dirty="0"/>
              <a:t>Syntax to drop a non clustered index in SQL Server:</a:t>
            </a:r>
          </a:p>
          <a:p>
            <a:pPr marL="544512" lvl="1" indent="0">
              <a:buNone/>
            </a:pPr>
            <a:r>
              <a:rPr lang="en-US" dirty="0">
                <a:solidFill>
                  <a:srgbClr val="0000FF"/>
                </a:solidFill>
                <a:latin typeface="Consolas" panose="020B0609020204030204" pitchFamily="49" charset="0"/>
              </a:rPr>
              <a:t>DROP INDEX </a:t>
            </a:r>
            <a:r>
              <a:rPr lang="en-US" dirty="0">
                <a:solidFill>
                  <a:srgbClr val="808080"/>
                </a:solidFill>
                <a:latin typeface="Consolas" panose="020B0609020204030204" pitchFamily="49" charset="0"/>
              </a:rPr>
              <a:t>&lt;</a:t>
            </a:r>
            <a:r>
              <a:rPr lang="en-US" dirty="0" err="1">
                <a:solidFill>
                  <a:srgbClr val="000000"/>
                </a:solidFill>
                <a:latin typeface="Consolas" panose="020B0609020204030204" pitchFamily="49" charset="0"/>
              </a:rPr>
              <a:t>index_name</a:t>
            </a:r>
            <a:r>
              <a:rPr lang="en-US" dirty="0">
                <a:solidFill>
                  <a:srgbClr val="808080"/>
                </a:solidFill>
                <a:latin typeface="Consolas" panose="020B0609020204030204" pitchFamily="49" charset="0"/>
              </a:rPr>
              <a:t>&gt; </a:t>
            </a:r>
            <a:r>
              <a:rPr lang="en-US" dirty="0">
                <a:solidFill>
                  <a:srgbClr val="0000FF"/>
                </a:solidFill>
                <a:latin typeface="Consolas" panose="020B0609020204030204" pitchFamily="49" charset="0"/>
              </a:rPr>
              <a:t>ON</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&lt;</a:t>
            </a:r>
            <a:r>
              <a:rPr lang="en-US" dirty="0" err="1">
                <a:solidFill>
                  <a:srgbClr val="000000"/>
                </a:solidFill>
                <a:latin typeface="Consolas" panose="020B0609020204030204" pitchFamily="49" charset="0"/>
              </a:rPr>
              <a:t>table_name</a:t>
            </a:r>
            <a:r>
              <a:rPr lang="en-US" dirty="0">
                <a:solidFill>
                  <a:srgbClr val="808080"/>
                </a:solidFill>
                <a:latin typeface="Consolas" panose="020B0609020204030204" pitchFamily="49" charset="0"/>
              </a:rPr>
              <a:t>&gt;</a:t>
            </a:r>
            <a:endParaRPr lang="en-US" dirty="0">
              <a:solidFill>
                <a:srgbClr val="000000"/>
              </a:solidFill>
              <a:latin typeface="Consolas" panose="020B0609020204030204" pitchFamily="49" charset="0"/>
            </a:endParaRPr>
          </a:p>
          <a:p>
            <a:endParaRPr lang="en-US" dirty="0"/>
          </a:p>
          <a:p>
            <a:endParaRPr lang="en-US" dirty="0"/>
          </a:p>
        </p:txBody>
      </p:sp>
    </p:spTree>
    <p:extLst>
      <p:ext uri="{BB962C8B-B14F-4D97-AF65-F5344CB8AC3E}">
        <p14:creationId xmlns:p14="http://schemas.microsoft.com/office/powerpoint/2010/main" val="805119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3518D145-FCFF-9CBA-6B10-BD98401E9FE2}"/>
              </a:ext>
            </a:extLst>
          </p:cNvPr>
          <p:cNvSpPr txBox="1">
            <a:spLocks/>
          </p:cNvSpPr>
          <p:nvPr/>
        </p:nvSpPr>
        <p:spPr>
          <a:xfrm>
            <a:off x="0" y="711201"/>
            <a:ext cx="5964818"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a:p>
            <a:endParaRPr lang="en-US" dirty="0"/>
          </a:p>
          <a:p>
            <a:endParaRPr lang="en-US" dirty="0"/>
          </a:p>
          <a:p>
            <a:endParaRPr lang="en-US" dirty="0"/>
          </a:p>
          <a:p>
            <a:endParaRPr lang="en-US" dirty="0"/>
          </a:p>
          <a:p>
            <a:r>
              <a:rPr lang="en-US" dirty="0"/>
              <a:t>Example: </a:t>
            </a:r>
          </a:p>
          <a:p>
            <a:pPr marL="544512" lvl="1" indent="0" algn="l">
              <a:buNone/>
            </a:pPr>
            <a:r>
              <a:rPr lang="en-US" dirty="0">
                <a:solidFill>
                  <a:srgbClr val="0000FF"/>
                </a:solidFill>
                <a:latin typeface="Consolas" panose="020B0609020204030204" pitchFamily="49" charset="0"/>
              </a:rPr>
              <a:t>CREATE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NONCLUSTERED</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INDEX</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IX_Employees_LastName</a:t>
            </a:r>
            <a:endParaRPr lang="en-US" dirty="0">
              <a:solidFill>
                <a:srgbClr val="000000"/>
              </a:solidFill>
              <a:latin typeface="Consolas" panose="020B0609020204030204" pitchFamily="49" charset="0"/>
            </a:endParaRPr>
          </a:p>
          <a:p>
            <a:pPr marL="544512" lvl="1" indent="0" algn="l">
              <a:buNone/>
            </a:pPr>
            <a:r>
              <a:rPr lang="en-IN" dirty="0">
                <a:solidFill>
                  <a:srgbClr val="0000FF"/>
                </a:solidFill>
                <a:latin typeface="Consolas" panose="020B0609020204030204" pitchFamily="49" charset="0"/>
              </a:rPr>
              <a:t>ON</a:t>
            </a:r>
            <a:r>
              <a:rPr lang="en-IN" dirty="0">
                <a:solidFill>
                  <a:srgbClr val="000000"/>
                </a:solidFill>
                <a:latin typeface="Consolas" panose="020B0609020204030204" pitchFamily="49" charset="0"/>
              </a:rPr>
              <a:t> Employees</a:t>
            </a:r>
            <a:r>
              <a:rPr lang="en-IN" dirty="0">
                <a:solidFill>
                  <a:srgbClr val="808080"/>
                </a:solidFill>
                <a:latin typeface="Consolas" panose="020B0609020204030204" pitchFamily="49" charset="0"/>
              </a:rPr>
              <a:t>(</a:t>
            </a:r>
            <a:r>
              <a:rPr lang="en-IN" dirty="0" err="1">
                <a:solidFill>
                  <a:srgbClr val="000000"/>
                </a:solidFill>
                <a:latin typeface="Consolas" panose="020B0609020204030204" pitchFamily="49" charset="0"/>
              </a:rPr>
              <a:t>LastName</a:t>
            </a:r>
            <a:r>
              <a:rPr lang="en-IN" dirty="0">
                <a:solidFill>
                  <a:srgbClr val="808080"/>
                </a:solidFill>
                <a:latin typeface="Consolas" panose="020B0609020204030204" pitchFamily="49" charset="0"/>
              </a:rPr>
              <a:t>);</a:t>
            </a:r>
            <a:endParaRPr lang="en-US" dirty="0"/>
          </a:p>
          <a:p>
            <a:r>
              <a:rPr lang="en-US" sz="2200" dirty="0"/>
              <a:t>A </a:t>
            </a:r>
            <a:r>
              <a:rPr lang="en-US" sz="2200" b="1" dirty="0"/>
              <a:t>non-clustered index</a:t>
            </a:r>
            <a:r>
              <a:rPr lang="en-US" sz="2200" dirty="0"/>
              <a:t> is </a:t>
            </a:r>
            <a:r>
              <a:rPr lang="en-US" sz="2200" b="1" dirty="0"/>
              <a:t>logically sorted</a:t>
            </a:r>
            <a:r>
              <a:rPr lang="en-US" sz="2200" dirty="0"/>
              <a:t> based on the indexed column(s), but it does </a:t>
            </a:r>
            <a:r>
              <a:rPr lang="en-US" sz="2200" b="1" dirty="0"/>
              <a:t>not</a:t>
            </a:r>
            <a:r>
              <a:rPr lang="en-US" sz="2200" dirty="0"/>
              <a:t> change the physical order of the data in the main table. </a:t>
            </a:r>
          </a:p>
          <a:p>
            <a:r>
              <a:rPr lang="en-US" sz="2200" dirty="0"/>
              <a:t>Searching in a </a:t>
            </a:r>
            <a:r>
              <a:rPr lang="en-US" sz="2200" b="1" dirty="0"/>
              <a:t>logically</a:t>
            </a:r>
            <a:r>
              <a:rPr lang="en-US" sz="2200" dirty="0"/>
              <a:t> </a:t>
            </a:r>
            <a:r>
              <a:rPr lang="en-US" sz="2200" b="1" dirty="0"/>
              <a:t>sorted non-clustered index is faster</a:t>
            </a:r>
            <a:r>
              <a:rPr lang="en-US" sz="2200" dirty="0"/>
              <a:t> than scanning an unsorted table.</a:t>
            </a:r>
          </a:p>
          <a:p>
            <a:endParaRPr lang="en-US" dirty="0"/>
          </a:p>
          <a:p>
            <a:endParaRPr lang="en-IN" dirty="0">
              <a:solidFill>
                <a:srgbClr val="808080"/>
              </a:solidFill>
              <a:latin typeface="Consolas" panose="020B0609020204030204" pitchFamily="49" charset="0"/>
            </a:endParaRPr>
          </a:p>
        </p:txBody>
      </p:sp>
      <p:sp>
        <p:nvSpPr>
          <p:cNvPr id="2" name="Title 1">
            <a:extLst>
              <a:ext uri="{FF2B5EF4-FFF2-40B4-BE49-F238E27FC236}">
                <a16:creationId xmlns:a16="http://schemas.microsoft.com/office/drawing/2014/main" id="{9343BBF3-DBB4-9E5C-EC08-54BE9FD8A696}"/>
              </a:ext>
            </a:extLst>
          </p:cNvPr>
          <p:cNvSpPr>
            <a:spLocks noGrp="1"/>
          </p:cNvSpPr>
          <p:nvPr>
            <p:ph type="title"/>
          </p:nvPr>
        </p:nvSpPr>
        <p:spPr/>
        <p:txBody>
          <a:bodyPr/>
          <a:lstStyle/>
          <a:p>
            <a:r>
              <a:rPr lang="en-IN" dirty="0"/>
              <a:t>Example-1: </a:t>
            </a:r>
            <a:r>
              <a:rPr lang="en-US" dirty="0"/>
              <a:t>Non-clustered</a:t>
            </a:r>
            <a:r>
              <a:rPr lang="en-IN" dirty="0"/>
              <a:t> Index</a:t>
            </a:r>
          </a:p>
        </p:txBody>
      </p:sp>
      <p:graphicFrame>
        <p:nvGraphicFramePr>
          <p:cNvPr id="4" name="Content Placeholder 3">
            <a:extLst>
              <a:ext uri="{FF2B5EF4-FFF2-40B4-BE49-F238E27FC236}">
                <a16:creationId xmlns:a16="http://schemas.microsoft.com/office/drawing/2014/main" id="{61AFFCD4-0F49-DFA4-CCCF-1A356D625744}"/>
              </a:ext>
            </a:extLst>
          </p:cNvPr>
          <p:cNvGraphicFramePr>
            <a:graphicFrameLocks noGrp="1"/>
          </p:cNvGraphicFramePr>
          <p:nvPr>
            <p:ph idx="1"/>
            <p:extLst>
              <p:ext uri="{D42A27DB-BD31-4B8C-83A1-F6EECF244321}">
                <p14:modId xmlns:p14="http://schemas.microsoft.com/office/powerpoint/2010/main" val="652551698"/>
              </p:ext>
            </p:extLst>
          </p:nvPr>
        </p:nvGraphicFramePr>
        <p:xfrm>
          <a:off x="460744" y="835914"/>
          <a:ext cx="8789580" cy="2103120"/>
        </p:xfrm>
        <a:graphic>
          <a:graphicData uri="http://schemas.openxmlformats.org/drawingml/2006/table">
            <a:tbl>
              <a:tblPr>
                <a:tableStyleId>{BC89EF96-8CEA-46FF-86C4-4CE0E7609802}</a:tableStyleId>
              </a:tblPr>
              <a:tblGrid>
                <a:gridCol w="1757916">
                  <a:extLst>
                    <a:ext uri="{9D8B030D-6E8A-4147-A177-3AD203B41FA5}">
                      <a16:colId xmlns:a16="http://schemas.microsoft.com/office/drawing/2014/main" val="3817079701"/>
                    </a:ext>
                  </a:extLst>
                </a:gridCol>
                <a:gridCol w="1757916">
                  <a:extLst>
                    <a:ext uri="{9D8B030D-6E8A-4147-A177-3AD203B41FA5}">
                      <a16:colId xmlns:a16="http://schemas.microsoft.com/office/drawing/2014/main" val="3093660164"/>
                    </a:ext>
                  </a:extLst>
                </a:gridCol>
                <a:gridCol w="1757916">
                  <a:extLst>
                    <a:ext uri="{9D8B030D-6E8A-4147-A177-3AD203B41FA5}">
                      <a16:colId xmlns:a16="http://schemas.microsoft.com/office/drawing/2014/main" val="3002018544"/>
                    </a:ext>
                  </a:extLst>
                </a:gridCol>
                <a:gridCol w="1757916">
                  <a:extLst>
                    <a:ext uri="{9D8B030D-6E8A-4147-A177-3AD203B41FA5}">
                      <a16:colId xmlns:a16="http://schemas.microsoft.com/office/drawing/2014/main" val="180111321"/>
                    </a:ext>
                  </a:extLst>
                </a:gridCol>
                <a:gridCol w="1757916">
                  <a:extLst>
                    <a:ext uri="{9D8B030D-6E8A-4147-A177-3AD203B41FA5}">
                      <a16:colId xmlns:a16="http://schemas.microsoft.com/office/drawing/2014/main" val="2707015309"/>
                    </a:ext>
                  </a:extLst>
                </a:gridCol>
              </a:tblGrid>
              <a:tr h="0">
                <a:tc>
                  <a:txBody>
                    <a:bodyPr/>
                    <a:lstStyle/>
                    <a:p>
                      <a:r>
                        <a:rPr lang="en-IN" sz="1700"/>
                        <a:t>EmployeeID (PK)</a:t>
                      </a:r>
                    </a:p>
                  </a:txBody>
                  <a:tcPr anchor="ctr"/>
                </a:tc>
                <a:tc>
                  <a:txBody>
                    <a:bodyPr/>
                    <a:lstStyle/>
                    <a:p>
                      <a:r>
                        <a:rPr lang="en-IN" sz="1700" dirty="0"/>
                        <a:t>FirstName</a:t>
                      </a:r>
                    </a:p>
                  </a:txBody>
                  <a:tcPr anchor="ctr"/>
                </a:tc>
                <a:tc>
                  <a:txBody>
                    <a:bodyPr/>
                    <a:lstStyle/>
                    <a:p>
                      <a:r>
                        <a:rPr lang="en-IN" sz="1700"/>
                        <a:t>LastName</a:t>
                      </a:r>
                    </a:p>
                  </a:txBody>
                  <a:tcPr anchor="ctr"/>
                </a:tc>
                <a:tc>
                  <a:txBody>
                    <a:bodyPr/>
                    <a:lstStyle/>
                    <a:p>
                      <a:r>
                        <a:rPr lang="en-IN" sz="1700"/>
                        <a:t>Department</a:t>
                      </a:r>
                    </a:p>
                  </a:txBody>
                  <a:tcPr anchor="ctr"/>
                </a:tc>
                <a:tc>
                  <a:txBody>
                    <a:bodyPr/>
                    <a:lstStyle/>
                    <a:p>
                      <a:r>
                        <a:rPr lang="en-IN" sz="1700"/>
                        <a:t>Salary</a:t>
                      </a:r>
                    </a:p>
                  </a:txBody>
                  <a:tcPr anchor="ctr"/>
                </a:tc>
                <a:extLst>
                  <a:ext uri="{0D108BD9-81ED-4DB2-BD59-A6C34878D82A}">
                    <a16:rowId xmlns:a16="http://schemas.microsoft.com/office/drawing/2014/main" val="753074922"/>
                  </a:ext>
                </a:extLst>
              </a:tr>
              <a:tr h="0">
                <a:tc>
                  <a:txBody>
                    <a:bodyPr/>
                    <a:lstStyle/>
                    <a:p>
                      <a:r>
                        <a:rPr lang="en-IN" sz="1700" dirty="0"/>
                        <a:t>101</a:t>
                      </a:r>
                    </a:p>
                  </a:txBody>
                  <a:tcPr anchor="ctr"/>
                </a:tc>
                <a:tc>
                  <a:txBody>
                    <a:bodyPr/>
                    <a:lstStyle/>
                    <a:p>
                      <a:r>
                        <a:rPr lang="en-IN" sz="1700"/>
                        <a:t>Alice</a:t>
                      </a:r>
                    </a:p>
                  </a:txBody>
                  <a:tcPr anchor="ctr"/>
                </a:tc>
                <a:tc>
                  <a:txBody>
                    <a:bodyPr/>
                    <a:lstStyle/>
                    <a:p>
                      <a:r>
                        <a:rPr lang="en-IN" sz="1700"/>
                        <a:t>Brown</a:t>
                      </a:r>
                    </a:p>
                  </a:txBody>
                  <a:tcPr anchor="ctr"/>
                </a:tc>
                <a:tc>
                  <a:txBody>
                    <a:bodyPr/>
                    <a:lstStyle/>
                    <a:p>
                      <a:r>
                        <a:rPr lang="en-IN" sz="1700"/>
                        <a:t>IT</a:t>
                      </a:r>
                    </a:p>
                  </a:txBody>
                  <a:tcPr anchor="ctr"/>
                </a:tc>
                <a:tc>
                  <a:txBody>
                    <a:bodyPr/>
                    <a:lstStyle/>
                    <a:p>
                      <a:r>
                        <a:rPr lang="en-IN" sz="1700"/>
                        <a:t>60000</a:t>
                      </a:r>
                    </a:p>
                  </a:txBody>
                  <a:tcPr anchor="ctr"/>
                </a:tc>
                <a:extLst>
                  <a:ext uri="{0D108BD9-81ED-4DB2-BD59-A6C34878D82A}">
                    <a16:rowId xmlns:a16="http://schemas.microsoft.com/office/drawing/2014/main" val="2772944719"/>
                  </a:ext>
                </a:extLst>
              </a:tr>
              <a:tr h="0">
                <a:tc>
                  <a:txBody>
                    <a:bodyPr/>
                    <a:lstStyle/>
                    <a:p>
                      <a:r>
                        <a:rPr lang="en-IN" sz="1700"/>
                        <a:t>102</a:t>
                      </a:r>
                    </a:p>
                  </a:txBody>
                  <a:tcPr anchor="ctr"/>
                </a:tc>
                <a:tc>
                  <a:txBody>
                    <a:bodyPr/>
                    <a:lstStyle/>
                    <a:p>
                      <a:r>
                        <a:rPr lang="en-IN" sz="1700" dirty="0"/>
                        <a:t>Bob</a:t>
                      </a:r>
                    </a:p>
                  </a:txBody>
                  <a:tcPr anchor="ctr"/>
                </a:tc>
                <a:tc>
                  <a:txBody>
                    <a:bodyPr/>
                    <a:lstStyle/>
                    <a:p>
                      <a:r>
                        <a:rPr lang="en-IN" sz="1700"/>
                        <a:t>Smith</a:t>
                      </a:r>
                    </a:p>
                  </a:txBody>
                  <a:tcPr anchor="ctr"/>
                </a:tc>
                <a:tc>
                  <a:txBody>
                    <a:bodyPr/>
                    <a:lstStyle/>
                    <a:p>
                      <a:r>
                        <a:rPr lang="en-IN" sz="1700"/>
                        <a:t>HR</a:t>
                      </a:r>
                    </a:p>
                  </a:txBody>
                  <a:tcPr anchor="ctr"/>
                </a:tc>
                <a:tc>
                  <a:txBody>
                    <a:bodyPr/>
                    <a:lstStyle/>
                    <a:p>
                      <a:r>
                        <a:rPr lang="en-IN" sz="1700"/>
                        <a:t>55000</a:t>
                      </a:r>
                    </a:p>
                  </a:txBody>
                  <a:tcPr anchor="ctr"/>
                </a:tc>
                <a:extLst>
                  <a:ext uri="{0D108BD9-81ED-4DB2-BD59-A6C34878D82A}">
                    <a16:rowId xmlns:a16="http://schemas.microsoft.com/office/drawing/2014/main" val="436365211"/>
                  </a:ext>
                </a:extLst>
              </a:tr>
              <a:tr h="0">
                <a:tc>
                  <a:txBody>
                    <a:bodyPr/>
                    <a:lstStyle/>
                    <a:p>
                      <a:r>
                        <a:rPr lang="en-IN" sz="1700" dirty="0"/>
                        <a:t>103</a:t>
                      </a:r>
                    </a:p>
                  </a:txBody>
                  <a:tcPr anchor="ctr"/>
                </a:tc>
                <a:tc>
                  <a:txBody>
                    <a:bodyPr/>
                    <a:lstStyle/>
                    <a:p>
                      <a:r>
                        <a:rPr lang="en-IN" sz="1700"/>
                        <a:t>Charlie</a:t>
                      </a:r>
                    </a:p>
                  </a:txBody>
                  <a:tcPr anchor="ctr"/>
                </a:tc>
                <a:tc>
                  <a:txBody>
                    <a:bodyPr/>
                    <a:lstStyle/>
                    <a:p>
                      <a:r>
                        <a:rPr lang="en-IN" sz="1700"/>
                        <a:t>Davis</a:t>
                      </a:r>
                    </a:p>
                  </a:txBody>
                  <a:tcPr anchor="ctr"/>
                </a:tc>
                <a:tc>
                  <a:txBody>
                    <a:bodyPr/>
                    <a:lstStyle/>
                    <a:p>
                      <a:r>
                        <a:rPr lang="en-IN" sz="1700"/>
                        <a:t>IT</a:t>
                      </a:r>
                    </a:p>
                  </a:txBody>
                  <a:tcPr anchor="ctr"/>
                </a:tc>
                <a:tc>
                  <a:txBody>
                    <a:bodyPr/>
                    <a:lstStyle/>
                    <a:p>
                      <a:r>
                        <a:rPr lang="en-IN" sz="1700"/>
                        <a:t>62000</a:t>
                      </a:r>
                    </a:p>
                  </a:txBody>
                  <a:tcPr anchor="ctr"/>
                </a:tc>
                <a:extLst>
                  <a:ext uri="{0D108BD9-81ED-4DB2-BD59-A6C34878D82A}">
                    <a16:rowId xmlns:a16="http://schemas.microsoft.com/office/drawing/2014/main" val="77585828"/>
                  </a:ext>
                </a:extLst>
              </a:tr>
              <a:tr h="0">
                <a:tc>
                  <a:txBody>
                    <a:bodyPr/>
                    <a:lstStyle/>
                    <a:p>
                      <a:r>
                        <a:rPr lang="en-IN" sz="1700"/>
                        <a:t>104</a:t>
                      </a:r>
                    </a:p>
                  </a:txBody>
                  <a:tcPr anchor="ctr"/>
                </a:tc>
                <a:tc>
                  <a:txBody>
                    <a:bodyPr/>
                    <a:lstStyle/>
                    <a:p>
                      <a:r>
                        <a:rPr lang="en-IN" sz="1700"/>
                        <a:t>David</a:t>
                      </a:r>
                    </a:p>
                  </a:txBody>
                  <a:tcPr anchor="ctr"/>
                </a:tc>
                <a:tc>
                  <a:txBody>
                    <a:bodyPr/>
                    <a:lstStyle/>
                    <a:p>
                      <a:r>
                        <a:rPr lang="en-IN" sz="1700"/>
                        <a:t>Johnson</a:t>
                      </a:r>
                    </a:p>
                  </a:txBody>
                  <a:tcPr anchor="ctr"/>
                </a:tc>
                <a:tc>
                  <a:txBody>
                    <a:bodyPr/>
                    <a:lstStyle/>
                    <a:p>
                      <a:r>
                        <a:rPr lang="en-IN" sz="1700"/>
                        <a:t>Sales</a:t>
                      </a:r>
                    </a:p>
                  </a:txBody>
                  <a:tcPr anchor="ctr"/>
                </a:tc>
                <a:tc>
                  <a:txBody>
                    <a:bodyPr/>
                    <a:lstStyle/>
                    <a:p>
                      <a:r>
                        <a:rPr lang="en-IN" sz="1700"/>
                        <a:t>50000</a:t>
                      </a:r>
                    </a:p>
                  </a:txBody>
                  <a:tcPr anchor="ctr"/>
                </a:tc>
                <a:extLst>
                  <a:ext uri="{0D108BD9-81ED-4DB2-BD59-A6C34878D82A}">
                    <a16:rowId xmlns:a16="http://schemas.microsoft.com/office/drawing/2014/main" val="3278644405"/>
                  </a:ext>
                </a:extLst>
              </a:tr>
              <a:tr h="0">
                <a:tc>
                  <a:txBody>
                    <a:bodyPr/>
                    <a:lstStyle/>
                    <a:p>
                      <a:r>
                        <a:rPr lang="en-IN" sz="1700"/>
                        <a:t>105</a:t>
                      </a:r>
                    </a:p>
                  </a:txBody>
                  <a:tcPr anchor="ctr"/>
                </a:tc>
                <a:tc>
                  <a:txBody>
                    <a:bodyPr/>
                    <a:lstStyle/>
                    <a:p>
                      <a:r>
                        <a:rPr lang="en-IN" sz="1700"/>
                        <a:t>Emma</a:t>
                      </a:r>
                    </a:p>
                  </a:txBody>
                  <a:tcPr anchor="ctr"/>
                </a:tc>
                <a:tc>
                  <a:txBody>
                    <a:bodyPr/>
                    <a:lstStyle/>
                    <a:p>
                      <a:r>
                        <a:rPr lang="en-IN" sz="1700"/>
                        <a:t>Wilson</a:t>
                      </a:r>
                    </a:p>
                  </a:txBody>
                  <a:tcPr anchor="ctr"/>
                </a:tc>
                <a:tc>
                  <a:txBody>
                    <a:bodyPr/>
                    <a:lstStyle/>
                    <a:p>
                      <a:r>
                        <a:rPr lang="en-IN" sz="1700"/>
                        <a:t>HR</a:t>
                      </a:r>
                    </a:p>
                  </a:txBody>
                  <a:tcPr anchor="ctr"/>
                </a:tc>
                <a:tc>
                  <a:txBody>
                    <a:bodyPr/>
                    <a:lstStyle/>
                    <a:p>
                      <a:r>
                        <a:rPr lang="en-IN" sz="1700" dirty="0"/>
                        <a:t>53000</a:t>
                      </a:r>
                    </a:p>
                  </a:txBody>
                  <a:tcPr anchor="ctr"/>
                </a:tc>
                <a:extLst>
                  <a:ext uri="{0D108BD9-81ED-4DB2-BD59-A6C34878D82A}">
                    <a16:rowId xmlns:a16="http://schemas.microsoft.com/office/drawing/2014/main" val="670256970"/>
                  </a:ext>
                </a:extLst>
              </a:tr>
            </a:tbl>
          </a:graphicData>
        </a:graphic>
      </p:graphicFrame>
      <p:graphicFrame>
        <p:nvGraphicFramePr>
          <p:cNvPr id="18" name="Table 17">
            <a:extLst>
              <a:ext uri="{FF2B5EF4-FFF2-40B4-BE49-F238E27FC236}">
                <a16:creationId xmlns:a16="http://schemas.microsoft.com/office/drawing/2014/main" id="{C0466837-80FC-00CC-8E17-25A6C4DE0E1A}"/>
              </a:ext>
            </a:extLst>
          </p:cNvPr>
          <p:cNvGraphicFramePr>
            <a:graphicFrameLocks noGrp="1"/>
          </p:cNvGraphicFramePr>
          <p:nvPr>
            <p:extLst>
              <p:ext uri="{D42A27DB-BD31-4B8C-83A1-F6EECF244321}">
                <p14:modId xmlns:p14="http://schemas.microsoft.com/office/powerpoint/2010/main" val="1689133974"/>
              </p:ext>
            </p:extLst>
          </p:nvPr>
        </p:nvGraphicFramePr>
        <p:xfrm>
          <a:off x="6804838" y="3658726"/>
          <a:ext cx="4550734" cy="2194560"/>
        </p:xfrm>
        <a:graphic>
          <a:graphicData uri="http://schemas.openxmlformats.org/drawingml/2006/table">
            <a:tbl>
              <a:tblPr>
                <a:tableStyleId>{BC89EF96-8CEA-46FF-86C4-4CE0E7609802}</a:tableStyleId>
              </a:tblPr>
              <a:tblGrid>
                <a:gridCol w="2275367">
                  <a:extLst>
                    <a:ext uri="{9D8B030D-6E8A-4147-A177-3AD203B41FA5}">
                      <a16:colId xmlns:a16="http://schemas.microsoft.com/office/drawing/2014/main" val="3434987564"/>
                    </a:ext>
                  </a:extLst>
                </a:gridCol>
                <a:gridCol w="2275367">
                  <a:extLst>
                    <a:ext uri="{9D8B030D-6E8A-4147-A177-3AD203B41FA5}">
                      <a16:colId xmlns:a16="http://schemas.microsoft.com/office/drawing/2014/main" val="3059963628"/>
                    </a:ext>
                  </a:extLst>
                </a:gridCol>
              </a:tblGrid>
              <a:tr h="0">
                <a:tc>
                  <a:txBody>
                    <a:bodyPr/>
                    <a:lstStyle/>
                    <a:p>
                      <a:r>
                        <a:rPr lang="en-IN" dirty="0" err="1"/>
                        <a:t>LastName</a:t>
                      </a:r>
                      <a:endParaRPr lang="en-IN" dirty="0"/>
                    </a:p>
                  </a:txBody>
                  <a:tcPr anchor="ctr"/>
                </a:tc>
                <a:tc>
                  <a:txBody>
                    <a:bodyPr/>
                    <a:lstStyle/>
                    <a:p>
                      <a:r>
                        <a:rPr lang="en-IN" dirty="0"/>
                        <a:t>Pointer (</a:t>
                      </a:r>
                      <a:r>
                        <a:rPr lang="en-IN" dirty="0" err="1"/>
                        <a:t>EmployeeID</a:t>
                      </a:r>
                      <a:r>
                        <a:rPr lang="en-IN" dirty="0"/>
                        <a:t>)</a:t>
                      </a:r>
                    </a:p>
                  </a:txBody>
                  <a:tcPr anchor="ctr"/>
                </a:tc>
                <a:extLst>
                  <a:ext uri="{0D108BD9-81ED-4DB2-BD59-A6C34878D82A}">
                    <a16:rowId xmlns:a16="http://schemas.microsoft.com/office/drawing/2014/main" val="147970227"/>
                  </a:ext>
                </a:extLst>
              </a:tr>
              <a:tr h="0">
                <a:tc>
                  <a:txBody>
                    <a:bodyPr/>
                    <a:lstStyle/>
                    <a:p>
                      <a:r>
                        <a:rPr lang="en-IN" dirty="0"/>
                        <a:t>Brown</a:t>
                      </a:r>
                    </a:p>
                  </a:txBody>
                  <a:tcPr anchor="ctr"/>
                </a:tc>
                <a:tc>
                  <a:txBody>
                    <a:bodyPr/>
                    <a:lstStyle/>
                    <a:p>
                      <a:r>
                        <a:rPr lang="en-IN" dirty="0"/>
                        <a:t>101</a:t>
                      </a:r>
                    </a:p>
                  </a:txBody>
                  <a:tcPr anchor="ctr"/>
                </a:tc>
                <a:extLst>
                  <a:ext uri="{0D108BD9-81ED-4DB2-BD59-A6C34878D82A}">
                    <a16:rowId xmlns:a16="http://schemas.microsoft.com/office/drawing/2014/main" val="3167629765"/>
                  </a:ext>
                </a:extLst>
              </a:tr>
              <a:tr h="0">
                <a:tc>
                  <a:txBody>
                    <a:bodyPr/>
                    <a:lstStyle/>
                    <a:p>
                      <a:r>
                        <a:rPr lang="en-IN" dirty="0"/>
                        <a:t>Davis</a:t>
                      </a:r>
                    </a:p>
                  </a:txBody>
                  <a:tcPr anchor="ctr"/>
                </a:tc>
                <a:tc>
                  <a:txBody>
                    <a:bodyPr/>
                    <a:lstStyle/>
                    <a:p>
                      <a:r>
                        <a:rPr lang="en-IN" dirty="0"/>
                        <a:t>103</a:t>
                      </a:r>
                    </a:p>
                  </a:txBody>
                  <a:tcPr anchor="ctr"/>
                </a:tc>
                <a:extLst>
                  <a:ext uri="{0D108BD9-81ED-4DB2-BD59-A6C34878D82A}">
                    <a16:rowId xmlns:a16="http://schemas.microsoft.com/office/drawing/2014/main" val="103536705"/>
                  </a:ext>
                </a:extLst>
              </a:tr>
              <a:tr h="0">
                <a:tc>
                  <a:txBody>
                    <a:bodyPr/>
                    <a:lstStyle/>
                    <a:p>
                      <a:r>
                        <a:rPr lang="en-IN"/>
                        <a:t>Johnson</a:t>
                      </a:r>
                    </a:p>
                  </a:txBody>
                  <a:tcPr anchor="ctr"/>
                </a:tc>
                <a:tc>
                  <a:txBody>
                    <a:bodyPr/>
                    <a:lstStyle/>
                    <a:p>
                      <a:r>
                        <a:rPr lang="en-IN"/>
                        <a:t>104</a:t>
                      </a:r>
                    </a:p>
                  </a:txBody>
                  <a:tcPr anchor="ctr"/>
                </a:tc>
                <a:extLst>
                  <a:ext uri="{0D108BD9-81ED-4DB2-BD59-A6C34878D82A}">
                    <a16:rowId xmlns:a16="http://schemas.microsoft.com/office/drawing/2014/main" val="1832189129"/>
                  </a:ext>
                </a:extLst>
              </a:tr>
              <a:tr h="0">
                <a:tc>
                  <a:txBody>
                    <a:bodyPr/>
                    <a:lstStyle/>
                    <a:p>
                      <a:r>
                        <a:rPr lang="en-IN" b="0" dirty="0"/>
                        <a:t>Smith</a:t>
                      </a:r>
                    </a:p>
                  </a:txBody>
                  <a:tcPr anchor="ctr"/>
                </a:tc>
                <a:tc>
                  <a:txBody>
                    <a:bodyPr/>
                    <a:lstStyle/>
                    <a:p>
                      <a:r>
                        <a:rPr lang="en-IN" b="0" dirty="0"/>
                        <a:t>102</a:t>
                      </a:r>
                    </a:p>
                  </a:txBody>
                  <a:tcPr anchor="ctr"/>
                </a:tc>
                <a:extLst>
                  <a:ext uri="{0D108BD9-81ED-4DB2-BD59-A6C34878D82A}">
                    <a16:rowId xmlns:a16="http://schemas.microsoft.com/office/drawing/2014/main" val="4179250886"/>
                  </a:ext>
                </a:extLst>
              </a:tr>
              <a:tr h="0">
                <a:tc>
                  <a:txBody>
                    <a:bodyPr/>
                    <a:lstStyle/>
                    <a:p>
                      <a:r>
                        <a:rPr lang="en-IN"/>
                        <a:t>Wilson</a:t>
                      </a:r>
                    </a:p>
                  </a:txBody>
                  <a:tcPr anchor="ctr"/>
                </a:tc>
                <a:tc>
                  <a:txBody>
                    <a:bodyPr/>
                    <a:lstStyle/>
                    <a:p>
                      <a:r>
                        <a:rPr lang="en-IN" dirty="0"/>
                        <a:t>105</a:t>
                      </a:r>
                    </a:p>
                  </a:txBody>
                  <a:tcPr anchor="ctr"/>
                </a:tc>
                <a:extLst>
                  <a:ext uri="{0D108BD9-81ED-4DB2-BD59-A6C34878D82A}">
                    <a16:rowId xmlns:a16="http://schemas.microsoft.com/office/drawing/2014/main" val="3527951033"/>
                  </a:ext>
                </a:extLst>
              </a:tr>
            </a:tbl>
          </a:graphicData>
        </a:graphic>
      </p:graphicFrame>
      <p:sp>
        <p:nvSpPr>
          <p:cNvPr id="20" name="Rectangle 19">
            <a:extLst>
              <a:ext uri="{FF2B5EF4-FFF2-40B4-BE49-F238E27FC236}">
                <a16:creationId xmlns:a16="http://schemas.microsoft.com/office/drawing/2014/main" id="{3B98F203-4251-6E1C-55EF-343CF055853D}"/>
              </a:ext>
            </a:extLst>
          </p:cNvPr>
          <p:cNvSpPr/>
          <p:nvPr/>
        </p:nvSpPr>
        <p:spPr>
          <a:xfrm>
            <a:off x="3976579" y="1190847"/>
            <a:ext cx="935666" cy="1748187"/>
          </a:xfrm>
          <a:prstGeom prst="rect">
            <a:avLst/>
          </a:prstGeom>
          <a:noFill/>
          <a:ln w="222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1" name="Straight Connector 20">
            <a:extLst>
              <a:ext uri="{FF2B5EF4-FFF2-40B4-BE49-F238E27FC236}">
                <a16:creationId xmlns:a16="http://schemas.microsoft.com/office/drawing/2014/main" id="{330A6B3E-83B2-A392-46B6-4C9ED11EC2F0}"/>
              </a:ext>
            </a:extLst>
          </p:cNvPr>
          <p:cNvCxnSpPr>
            <a:cxnSpLocks/>
          </p:cNvCxnSpPr>
          <p:nvPr/>
        </p:nvCxnSpPr>
        <p:spPr>
          <a:xfrm>
            <a:off x="6096000" y="3253563"/>
            <a:ext cx="0" cy="326818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998739F0-CD8F-FB42-CDAB-CA2889A424CB}"/>
              </a:ext>
            </a:extLst>
          </p:cNvPr>
          <p:cNvSpPr/>
          <p:nvPr/>
        </p:nvSpPr>
        <p:spPr>
          <a:xfrm>
            <a:off x="6817269" y="4008474"/>
            <a:ext cx="935666" cy="1849253"/>
          </a:xfrm>
          <a:prstGeom prst="rect">
            <a:avLst/>
          </a:prstGeom>
          <a:noFill/>
          <a:ln w="222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67775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down)">
                                      <p:cBhvr>
                                        <p:cTn id="15" dur="5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21"/>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wipe(down)">
                                      <p:cBhvr>
                                        <p:cTn id="3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31B6E-709B-C4BE-16D4-3C051ED5FED1}"/>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BE54F12-EC73-FBC9-922B-7C63C684875F}"/>
              </a:ext>
            </a:extLst>
          </p:cNvPr>
          <p:cNvSpPr/>
          <p:nvPr/>
        </p:nvSpPr>
        <p:spPr>
          <a:xfrm>
            <a:off x="460744" y="1552351"/>
            <a:ext cx="8789580" cy="318977"/>
          </a:xfrm>
          <a:prstGeom prst="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D4A19B34-878B-4FEB-A7B4-C91C2AAB1E75}"/>
              </a:ext>
            </a:extLst>
          </p:cNvPr>
          <p:cNvSpPr/>
          <p:nvPr/>
        </p:nvSpPr>
        <p:spPr>
          <a:xfrm>
            <a:off x="6817269" y="5124893"/>
            <a:ext cx="935666" cy="361507"/>
          </a:xfrm>
          <a:prstGeom prst="rect">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Content Placeholder 2">
            <a:extLst>
              <a:ext uri="{FF2B5EF4-FFF2-40B4-BE49-F238E27FC236}">
                <a16:creationId xmlns:a16="http://schemas.microsoft.com/office/drawing/2014/main" id="{893DDA6F-1597-DD9B-43A7-F4EFC6275A1F}"/>
              </a:ext>
            </a:extLst>
          </p:cNvPr>
          <p:cNvSpPr txBox="1">
            <a:spLocks/>
          </p:cNvSpPr>
          <p:nvPr/>
        </p:nvSpPr>
        <p:spPr>
          <a:xfrm>
            <a:off x="0" y="711201"/>
            <a:ext cx="5964818"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tx2"/>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tx2"/>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a:p>
            <a:endParaRPr lang="en-US" dirty="0"/>
          </a:p>
          <a:p>
            <a:endParaRPr lang="en-US" dirty="0"/>
          </a:p>
          <a:p>
            <a:endParaRPr lang="en-US" dirty="0"/>
          </a:p>
          <a:p>
            <a:endParaRPr lang="en-US" dirty="0"/>
          </a:p>
          <a:p>
            <a:r>
              <a:rPr lang="en-US" dirty="0"/>
              <a:t>Query:	</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Employees </a:t>
            </a:r>
          </a:p>
          <a:p>
            <a:pPr marL="544512" lvl="1" indent="0">
              <a:buNone/>
            </a:pPr>
            <a:r>
              <a:rPr lang="en-US" sz="1800" dirty="0">
                <a:solidFill>
                  <a:srgbClr val="0000FF"/>
                </a:solidFill>
                <a:latin typeface="Consolas" panose="020B0609020204030204" pitchFamily="49" charset="0"/>
              </a:rPr>
              <a:t>		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LastName</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‘Smith’</a:t>
            </a:r>
            <a:r>
              <a:rPr lang="en-US" sz="1800" dirty="0">
                <a:solidFill>
                  <a:srgbClr val="808080"/>
                </a:solidFill>
                <a:latin typeface="Consolas" panose="020B0609020204030204" pitchFamily="49" charset="0"/>
              </a:rPr>
              <a:t>;</a:t>
            </a:r>
          </a:p>
          <a:p>
            <a:r>
              <a:rPr lang="en-US" dirty="0"/>
              <a:t>SQL Server performs a binary search on the logically sorted index to locate </a:t>
            </a:r>
            <a:r>
              <a:rPr lang="en-US" dirty="0">
                <a:solidFill>
                  <a:srgbClr val="FF0000"/>
                </a:solidFill>
                <a:latin typeface="Consolas" panose="020B0609020204030204" pitchFamily="49" charset="0"/>
              </a:rPr>
              <a:t>‘Smith’</a:t>
            </a:r>
          </a:p>
          <a:p>
            <a:r>
              <a:rPr lang="en-US" dirty="0"/>
              <a:t>It finds </a:t>
            </a:r>
            <a:r>
              <a:rPr lang="en-US" dirty="0">
                <a:solidFill>
                  <a:srgbClr val="FF0000"/>
                </a:solidFill>
                <a:latin typeface="Consolas" panose="020B0609020204030204" pitchFamily="49" charset="0"/>
              </a:rPr>
              <a:t>‘Smith’ </a:t>
            </a:r>
            <a:r>
              <a:rPr lang="en-US" dirty="0"/>
              <a:t>in the index and retrieves the pointer </a:t>
            </a:r>
            <a:r>
              <a:rPr lang="en-US" b="1" dirty="0">
                <a:solidFill>
                  <a:srgbClr val="C00000"/>
                </a:solidFill>
              </a:rPr>
              <a:t>(</a:t>
            </a:r>
            <a:r>
              <a:rPr lang="en-US" b="1" dirty="0" err="1">
                <a:solidFill>
                  <a:srgbClr val="C00000"/>
                </a:solidFill>
              </a:rPr>
              <a:t>EmployeeID</a:t>
            </a:r>
            <a:r>
              <a:rPr lang="en-US" b="1" dirty="0">
                <a:solidFill>
                  <a:srgbClr val="C00000"/>
                </a:solidFill>
              </a:rPr>
              <a:t> = 102).</a:t>
            </a:r>
          </a:p>
          <a:p>
            <a:r>
              <a:rPr lang="en-US" dirty="0"/>
              <a:t>Now that SQL Server has </a:t>
            </a:r>
            <a:r>
              <a:rPr lang="en-US" dirty="0" err="1"/>
              <a:t>EmployeeID</a:t>
            </a:r>
            <a:r>
              <a:rPr lang="en-US" dirty="0"/>
              <a:t> = 102, it </a:t>
            </a:r>
            <a:r>
              <a:rPr lang="en-US" dirty="0">
                <a:solidFill>
                  <a:srgbClr val="C00000"/>
                </a:solidFill>
              </a:rPr>
              <a:t>jumps to the main Employees table and uses clustered index to retrieves the full row.</a:t>
            </a:r>
          </a:p>
          <a:p>
            <a:endParaRPr lang="en-IN" dirty="0">
              <a:solidFill>
                <a:srgbClr val="808080"/>
              </a:solidFill>
              <a:latin typeface="Consolas" panose="020B0609020204030204" pitchFamily="49" charset="0"/>
            </a:endParaRPr>
          </a:p>
        </p:txBody>
      </p:sp>
      <p:sp>
        <p:nvSpPr>
          <p:cNvPr id="2" name="Title 1">
            <a:extLst>
              <a:ext uri="{FF2B5EF4-FFF2-40B4-BE49-F238E27FC236}">
                <a16:creationId xmlns:a16="http://schemas.microsoft.com/office/drawing/2014/main" id="{AA24FD59-FAD1-EFAD-3432-0CC74474CEFB}"/>
              </a:ext>
            </a:extLst>
          </p:cNvPr>
          <p:cNvSpPr>
            <a:spLocks noGrp="1"/>
          </p:cNvSpPr>
          <p:nvPr>
            <p:ph type="title"/>
          </p:nvPr>
        </p:nvSpPr>
        <p:spPr/>
        <p:txBody>
          <a:bodyPr/>
          <a:lstStyle/>
          <a:p>
            <a:r>
              <a:rPr lang="en-IN" dirty="0"/>
              <a:t>Example-1: </a:t>
            </a:r>
            <a:r>
              <a:rPr lang="en-US" dirty="0"/>
              <a:t>Non-clustered</a:t>
            </a:r>
            <a:r>
              <a:rPr lang="en-IN" dirty="0"/>
              <a:t> Index</a:t>
            </a:r>
          </a:p>
        </p:txBody>
      </p:sp>
      <p:graphicFrame>
        <p:nvGraphicFramePr>
          <p:cNvPr id="4" name="Content Placeholder 3">
            <a:extLst>
              <a:ext uri="{FF2B5EF4-FFF2-40B4-BE49-F238E27FC236}">
                <a16:creationId xmlns:a16="http://schemas.microsoft.com/office/drawing/2014/main" id="{15F09FEB-4067-8C3A-F9B6-011D6659F762}"/>
              </a:ext>
            </a:extLst>
          </p:cNvPr>
          <p:cNvGraphicFramePr>
            <a:graphicFrameLocks noGrp="1"/>
          </p:cNvGraphicFramePr>
          <p:nvPr>
            <p:ph idx="1"/>
          </p:nvPr>
        </p:nvGraphicFramePr>
        <p:xfrm>
          <a:off x="460744" y="835914"/>
          <a:ext cx="8789580" cy="2103120"/>
        </p:xfrm>
        <a:graphic>
          <a:graphicData uri="http://schemas.openxmlformats.org/drawingml/2006/table">
            <a:tbl>
              <a:tblPr>
                <a:tableStyleId>{BC89EF96-8CEA-46FF-86C4-4CE0E7609802}</a:tableStyleId>
              </a:tblPr>
              <a:tblGrid>
                <a:gridCol w="1757916">
                  <a:extLst>
                    <a:ext uri="{9D8B030D-6E8A-4147-A177-3AD203B41FA5}">
                      <a16:colId xmlns:a16="http://schemas.microsoft.com/office/drawing/2014/main" val="3817079701"/>
                    </a:ext>
                  </a:extLst>
                </a:gridCol>
                <a:gridCol w="1757916">
                  <a:extLst>
                    <a:ext uri="{9D8B030D-6E8A-4147-A177-3AD203B41FA5}">
                      <a16:colId xmlns:a16="http://schemas.microsoft.com/office/drawing/2014/main" val="3093660164"/>
                    </a:ext>
                  </a:extLst>
                </a:gridCol>
                <a:gridCol w="1757916">
                  <a:extLst>
                    <a:ext uri="{9D8B030D-6E8A-4147-A177-3AD203B41FA5}">
                      <a16:colId xmlns:a16="http://schemas.microsoft.com/office/drawing/2014/main" val="3002018544"/>
                    </a:ext>
                  </a:extLst>
                </a:gridCol>
                <a:gridCol w="1757916">
                  <a:extLst>
                    <a:ext uri="{9D8B030D-6E8A-4147-A177-3AD203B41FA5}">
                      <a16:colId xmlns:a16="http://schemas.microsoft.com/office/drawing/2014/main" val="180111321"/>
                    </a:ext>
                  </a:extLst>
                </a:gridCol>
                <a:gridCol w="1757916">
                  <a:extLst>
                    <a:ext uri="{9D8B030D-6E8A-4147-A177-3AD203B41FA5}">
                      <a16:colId xmlns:a16="http://schemas.microsoft.com/office/drawing/2014/main" val="2707015309"/>
                    </a:ext>
                  </a:extLst>
                </a:gridCol>
              </a:tblGrid>
              <a:tr h="0">
                <a:tc>
                  <a:txBody>
                    <a:bodyPr/>
                    <a:lstStyle/>
                    <a:p>
                      <a:r>
                        <a:rPr lang="en-IN" sz="1700"/>
                        <a:t>EmployeeID (PK)</a:t>
                      </a:r>
                    </a:p>
                  </a:txBody>
                  <a:tcPr anchor="ctr"/>
                </a:tc>
                <a:tc>
                  <a:txBody>
                    <a:bodyPr/>
                    <a:lstStyle/>
                    <a:p>
                      <a:r>
                        <a:rPr lang="en-IN" sz="1700" dirty="0"/>
                        <a:t>FirstName</a:t>
                      </a:r>
                    </a:p>
                  </a:txBody>
                  <a:tcPr anchor="ctr"/>
                </a:tc>
                <a:tc>
                  <a:txBody>
                    <a:bodyPr/>
                    <a:lstStyle/>
                    <a:p>
                      <a:r>
                        <a:rPr lang="en-IN" sz="1700"/>
                        <a:t>LastName</a:t>
                      </a:r>
                    </a:p>
                  </a:txBody>
                  <a:tcPr anchor="ctr"/>
                </a:tc>
                <a:tc>
                  <a:txBody>
                    <a:bodyPr/>
                    <a:lstStyle/>
                    <a:p>
                      <a:r>
                        <a:rPr lang="en-IN" sz="1700"/>
                        <a:t>Department</a:t>
                      </a:r>
                    </a:p>
                  </a:txBody>
                  <a:tcPr anchor="ctr"/>
                </a:tc>
                <a:tc>
                  <a:txBody>
                    <a:bodyPr/>
                    <a:lstStyle/>
                    <a:p>
                      <a:r>
                        <a:rPr lang="en-IN" sz="1700"/>
                        <a:t>Salary</a:t>
                      </a:r>
                    </a:p>
                  </a:txBody>
                  <a:tcPr anchor="ctr"/>
                </a:tc>
                <a:extLst>
                  <a:ext uri="{0D108BD9-81ED-4DB2-BD59-A6C34878D82A}">
                    <a16:rowId xmlns:a16="http://schemas.microsoft.com/office/drawing/2014/main" val="753074922"/>
                  </a:ext>
                </a:extLst>
              </a:tr>
              <a:tr h="0">
                <a:tc>
                  <a:txBody>
                    <a:bodyPr/>
                    <a:lstStyle/>
                    <a:p>
                      <a:r>
                        <a:rPr lang="en-IN" sz="1700" dirty="0"/>
                        <a:t>101</a:t>
                      </a:r>
                    </a:p>
                  </a:txBody>
                  <a:tcPr anchor="ctr"/>
                </a:tc>
                <a:tc>
                  <a:txBody>
                    <a:bodyPr/>
                    <a:lstStyle/>
                    <a:p>
                      <a:r>
                        <a:rPr lang="en-IN" sz="1700"/>
                        <a:t>Alice</a:t>
                      </a:r>
                    </a:p>
                  </a:txBody>
                  <a:tcPr anchor="ctr"/>
                </a:tc>
                <a:tc>
                  <a:txBody>
                    <a:bodyPr/>
                    <a:lstStyle/>
                    <a:p>
                      <a:r>
                        <a:rPr lang="en-IN" sz="1700"/>
                        <a:t>Brown</a:t>
                      </a:r>
                    </a:p>
                  </a:txBody>
                  <a:tcPr anchor="ctr"/>
                </a:tc>
                <a:tc>
                  <a:txBody>
                    <a:bodyPr/>
                    <a:lstStyle/>
                    <a:p>
                      <a:r>
                        <a:rPr lang="en-IN" sz="1700"/>
                        <a:t>IT</a:t>
                      </a:r>
                    </a:p>
                  </a:txBody>
                  <a:tcPr anchor="ctr"/>
                </a:tc>
                <a:tc>
                  <a:txBody>
                    <a:bodyPr/>
                    <a:lstStyle/>
                    <a:p>
                      <a:r>
                        <a:rPr lang="en-IN" sz="1700"/>
                        <a:t>60000</a:t>
                      </a:r>
                    </a:p>
                  </a:txBody>
                  <a:tcPr anchor="ctr"/>
                </a:tc>
                <a:extLst>
                  <a:ext uri="{0D108BD9-81ED-4DB2-BD59-A6C34878D82A}">
                    <a16:rowId xmlns:a16="http://schemas.microsoft.com/office/drawing/2014/main" val="2772944719"/>
                  </a:ext>
                </a:extLst>
              </a:tr>
              <a:tr h="0">
                <a:tc>
                  <a:txBody>
                    <a:bodyPr/>
                    <a:lstStyle/>
                    <a:p>
                      <a:r>
                        <a:rPr lang="en-IN" sz="1700"/>
                        <a:t>102</a:t>
                      </a:r>
                    </a:p>
                  </a:txBody>
                  <a:tcPr anchor="ctr"/>
                </a:tc>
                <a:tc>
                  <a:txBody>
                    <a:bodyPr/>
                    <a:lstStyle/>
                    <a:p>
                      <a:r>
                        <a:rPr lang="en-IN" sz="1700" dirty="0"/>
                        <a:t>Bob</a:t>
                      </a:r>
                    </a:p>
                  </a:txBody>
                  <a:tcPr anchor="ctr"/>
                </a:tc>
                <a:tc>
                  <a:txBody>
                    <a:bodyPr/>
                    <a:lstStyle/>
                    <a:p>
                      <a:r>
                        <a:rPr lang="en-IN" sz="1700"/>
                        <a:t>Smith</a:t>
                      </a:r>
                    </a:p>
                  </a:txBody>
                  <a:tcPr anchor="ctr"/>
                </a:tc>
                <a:tc>
                  <a:txBody>
                    <a:bodyPr/>
                    <a:lstStyle/>
                    <a:p>
                      <a:r>
                        <a:rPr lang="en-IN" sz="1700"/>
                        <a:t>HR</a:t>
                      </a:r>
                    </a:p>
                  </a:txBody>
                  <a:tcPr anchor="ctr"/>
                </a:tc>
                <a:tc>
                  <a:txBody>
                    <a:bodyPr/>
                    <a:lstStyle/>
                    <a:p>
                      <a:r>
                        <a:rPr lang="en-IN" sz="1700"/>
                        <a:t>55000</a:t>
                      </a:r>
                    </a:p>
                  </a:txBody>
                  <a:tcPr anchor="ctr"/>
                </a:tc>
                <a:extLst>
                  <a:ext uri="{0D108BD9-81ED-4DB2-BD59-A6C34878D82A}">
                    <a16:rowId xmlns:a16="http://schemas.microsoft.com/office/drawing/2014/main" val="436365211"/>
                  </a:ext>
                </a:extLst>
              </a:tr>
              <a:tr h="0">
                <a:tc>
                  <a:txBody>
                    <a:bodyPr/>
                    <a:lstStyle/>
                    <a:p>
                      <a:r>
                        <a:rPr lang="en-IN" sz="1700" dirty="0"/>
                        <a:t>103</a:t>
                      </a:r>
                    </a:p>
                  </a:txBody>
                  <a:tcPr anchor="ctr"/>
                </a:tc>
                <a:tc>
                  <a:txBody>
                    <a:bodyPr/>
                    <a:lstStyle/>
                    <a:p>
                      <a:r>
                        <a:rPr lang="en-IN" sz="1700"/>
                        <a:t>Charlie</a:t>
                      </a:r>
                    </a:p>
                  </a:txBody>
                  <a:tcPr anchor="ctr"/>
                </a:tc>
                <a:tc>
                  <a:txBody>
                    <a:bodyPr/>
                    <a:lstStyle/>
                    <a:p>
                      <a:r>
                        <a:rPr lang="en-IN" sz="1700"/>
                        <a:t>Davis</a:t>
                      </a:r>
                    </a:p>
                  </a:txBody>
                  <a:tcPr anchor="ctr"/>
                </a:tc>
                <a:tc>
                  <a:txBody>
                    <a:bodyPr/>
                    <a:lstStyle/>
                    <a:p>
                      <a:r>
                        <a:rPr lang="en-IN" sz="1700"/>
                        <a:t>IT</a:t>
                      </a:r>
                    </a:p>
                  </a:txBody>
                  <a:tcPr anchor="ctr"/>
                </a:tc>
                <a:tc>
                  <a:txBody>
                    <a:bodyPr/>
                    <a:lstStyle/>
                    <a:p>
                      <a:r>
                        <a:rPr lang="en-IN" sz="1700"/>
                        <a:t>62000</a:t>
                      </a:r>
                    </a:p>
                  </a:txBody>
                  <a:tcPr anchor="ctr"/>
                </a:tc>
                <a:extLst>
                  <a:ext uri="{0D108BD9-81ED-4DB2-BD59-A6C34878D82A}">
                    <a16:rowId xmlns:a16="http://schemas.microsoft.com/office/drawing/2014/main" val="77585828"/>
                  </a:ext>
                </a:extLst>
              </a:tr>
              <a:tr h="0">
                <a:tc>
                  <a:txBody>
                    <a:bodyPr/>
                    <a:lstStyle/>
                    <a:p>
                      <a:r>
                        <a:rPr lang="en-IN" sz="1700"/>
                        <a:t>104</a:t>
                      </a:r>
                    </a:p>
                  </a:txBody>
                  <a:tcPr anchor="ctr"/>
                </a:tc>
                <a:tc>
                  <a:txBody>
                    <a:bodyPr/>
                    <a:lstStyle/>
                    <a:p>
                      <a:r>
                        <a:rPr lang="en-IN" sz="1700"/>
                        <a:t>David</a:t>
                      </a:r>
                    </a:p>
                  </a:txBody>
                  <a:tcPr anchor="ctr"/>
                </a:tc>
                <a:tc>
                  <a:txBody>
                    <a:bodyPr/>
                    <a:lstStyle/>
                    <a:p>
                      <a:r>
                        <a:rPr lang="en-IN" sz="1700"/>
                        <a:t>Johnson</a:t>
                      </a:r>
                    </a:p>
                  </a:txBody>
                  <a:tcPr anchor="ctr"/>
                </a:tc>
                <a:tc>
                  <a:txBody>
                    <a:bodyPr/>
                    <a:lstStyle/>
                    <a:p>
                      <a:r>
                        <a:rPr lang="en-IN" sz="1700"/>
                        <a:t>Sales</a:t>
                      </a:r>
                    </a:p>
                  </a:txBody>
                  <a:tcPr anchor="ctr"/>
                </a:tc>
                <a:tc>
                  <a:txBody>
                    <a:bodyPr/>
                    <a:lstStyle/>
                    <a:p>
                      <a:r>
                        <a:rPr lang="en-IN" sz="1700"/>
                        <a:t>50000</a:t>
                      </a:r>
                    </a:p>
                  </a:txBody>
                  <a:tcPr anchor="ctr"/>
                </a:tc>
                <a:extLst>
                  <a:ext uri="{0D108BD9-81ED-4DB2-BD59-A6C34878D82A}">
                    <a16:rowId xmlns:a16="http://schemas.microsoft.com/office/drawing/2014/main" val="3278644405"/>
                  </a:ext>
                </a:extLst>
              </a:tr>
              <a:tr h="0">
                <a:tc>
                  <a:txBody>
                    <a:bodyPr/>
                    <a:lstStyle/>
                    <a:p>
                      <a:r>
                        <a:rPr lang="en-IN" sz="1700"/>
                        <a:t>105</a:t>
                      </a:r>
                    </a:p>
                  </a:txBody>
                  <a:tcPr anchor="ctr"/>
                </a:tc>
                <a:tc>
                  <a:txBody>
                    <a:bodyPr/>
                    <a:lstStyle/>
                    <a:p>
                      <a:r>
                        <a:rPr lang="en-IN" sz="1700"/>
                        <a:t>Emma</a:t>
                      </a:r>
                    </a:p>
                  </a:txBody>
                  <a:tcPr anchor="ctr"/>
                </a:tc>
                <a:tc>
                  <a:txBody>
                    <a:bodyPr/>
                    <a:lstStyle/>
                    <a:p>
                      <a:r>
                        <a:rPr lang="en-IN" sz="1700"/>
                        <a:t>Wilson</a:t>
                      </a:r>
                    </a:p>
                  </a:txBody>
                  <a:tcPr anchor="ctr"/>
                </a:tc>
                <a:tc>
                  <a:txBody>
                    <a:bodyPr/>
                    <a:lstStyle/>
                    <a:p>
                      <a:r>
                        <a:rPr lang="en-IN" sz="1700"/>
                        <a:t>HR</a:t>
                      </a:r>
                    </a:p>
                  </a:txBody>
                  <a:tcPr anchor="ctr"/>
                </a:tc>
                <a:tc>
                  <a:txBody>
                    <a:bodyPr/>
                    <a:lstStyle/>
                    <a:p>
                      <a:r>
                        <a:rPr lang="en-IN" sz="1700" dirty="0"/>
                        <a:t>53000</a:t>
                      </a:r>
                    </a:p>
                  </a:txBody>
                  <a:tcPr anchor="ctr"/>
                </a:tc>
                <a:extLst>
                  <a:ext uri="{0D108BD9-81ED-4DB2-BD59-A6C34878D82A}">
                    <a16:rowId xmlns:a16="http://schemas.microsoft.com/office/drawing/2014/main" val="670256970"/>
                  </a:ext>
                </a:extLst>
              </a:tr>
            </a:tbl>
          </a:graphicData>
        </a:graphic>
      </p:graphicFrame>
      <p:graphicFrame>
        <p:nvGraphicFramePr>
          <p:cNvPr id="18" name="Table 17">
            <a:extLst>
              <a:ext uri="{FF2B5EF4-FFF2-40B4-BE49-F238E27FC236}">
                <a16:creationId xmlns:a16="http://schemas.microsoft.com/office/drawing/2014/main" id="{BFA16F42-9EFD-DC8F-0AB7-935C7D319A32}"/>
              </a:ext>
            </a:extLst>
          </p:cNvPr>
          <p:cNvGraphicFramePr>
            <a:graphicFrameLocks noGrp="1"/>
          </p:cNvGraphicFramePr>
          <p:nvPr/>
        </p:nvGraphicFramePr>
        <p:xfrm>
          <a:off x="6804838" y="3658726"/>
          <a:ext cx="4550734" cy="2194560"/>
        </p:xfrm>
        <a:graphic>
          <a:graphicData uri="http://schemas.openxmlformats.org/drawingml/2006/table">
            <a:tbl>
              <a:tblPr>
                <a:tableStyleId>{BC89EF96-8CEA-46FF-86C4-4CE0E7609802}</a:tableStyleId>
              </a:tblPr>
              <a:tblGrid>
                <a:gridCol w="2275367">
                  <a:extLst>
                    <a:ext uri="{9D8B030D-6E8A-4147-A177-3AD203B41FA5}">
                      <a16:colId xmlns:a16="http://schemas.microsoft.com/office/drawing/2014/main" val="3434987564"/>
                    </a:ext>
                  </a:extLst>
                </a:gridCol>
                <a:gridCol w="2275367">
                  <a:extLst>
                    <a:ext uri="{9D8B030D-6E8A-4147-A177-3AD203B41FA5}">
                      <a16:colId xmlns:a16="http://schemas.microsoft.com/office/drawing/2014/main" val="3059963628"/>
                    </a:ext>
                  </a:extLst>
                </a:gridCol>
              </a:tblGrid>
              <a:tr h="0">
                <a:tc>
                  <a:txBody>
                    <a:bodyPr/>
                    <a:lstStyle/>
                    <a:p>
                      <a:r>
                        <a:rPr lang="en-IN" dirty="0" err="1"/>
                        <a:t>LastName</a:t>
                      </a:r>
                      <a:endParaRPr lang="en-IN" dirty="0"/>
                    </a:p>
                  </a:txBody>
                  <a:tcPr anchor="ctr"/>
                </a:tc>
                <a:tc>
                  <a:txBody>
                    <a:bodyPr/>
                    <a:lstStyle/>
                    <a:p>
                      <a:r>
                        <a:rPr lang="en-IN" dirty="0"/>
                        <a:t>Pointer (</a:t>
                      </a:r>
                      <a:r>
                        <a:rPr lang="en-IN" dirty="0" err="1"/>
                        <a:t>EmployeeID</a:t>
                      </a:r>
                      <a:r>
                        <a:rPr lang="en-IN" dirty="0"/>
                        <a:t>)</a:t>
                      </a:r>
                    </a:p>
                  </a:txBody>
                  <a:tcPr anchor="ctr"/>
                </a:tc>
                <a:extLst>
                  <a:ext uri="{0D108BD9-81ED-4DB2-BD59-A6C34878D82A}">
                    <a16:rowId xmlns:a16="http://schemas.microsoft.com/office/drawing/2014/main" val="147970227"/>
                  </a:ext>
                </a:extLst>
              </a:tr>
              <a:tr h="0">
                <a:tc>
                  <a:txBody>
                    <a:bodyPr/>
                    <a:lstStyle/>
                    <a:p>
                      <a:r>
                        <a:rPr lang="en-IN" dirty="0"/>
                        <a:t>Brown</a:t>
                      </a:r>
                    </a:p>
                  </a:txBody>
                  <a:tcPr anchor="ctr"/>
                </a:tc>
                <a:tc>
                  <a:txBody>
                    <a:bodyPr/>
                    <a:lstStyle/>
                    <a:p>
                      <a:r>
                        <a:rPr lang="en-IN" dirty="0"/>
                        <a:t>101</a:t>
                      </a:r>
                    </a:p>
                  </a:txBody>
                  <a:tcPr anchor="ctr"/>
                </a:tc>
                <a:extLst>
                  <a:ext uri="{0D108BD9-81ED-4DB2-BD59-A6C34878D82A}">
                    <a16:rowId xmlns:a16="http://schemas.microsoft.com/office/drawing/2014/main" val="3167629765"/>
                  </a:ext>
                </a:extLst>
              </a:tr>
              <a:tr h="0">
                <a:tc>
                  <a:txBody>
                    <a:bodyPr/>
                    <a:lstStyle/>
                    <a:p>
                      <a:r>
                        <a:rPr lang="en-IN" dirty="0"/>
                        <a:t>Davis</a:t>
                      </a:r>
                    </a:p>
                  </a:txBody>
                  <a:tcPr anchor="ctr"/>
                </a:tc>
                <a:tc>
                  <a:txBody>
                    <a:bodyPr/>
                    <a:lstStyle/>
                    <a:p>
                      <a:r>
                        <a:rPr lang="en-IN" dirty="0"/>
                        <a:t>103</a:t>
                      </a:r>
                    </a:p>
                  </a:txBody>
                  <a:tcPr anchor="ctr"/>
                </a:tc>
                <a:extLst>
                  <a:ext uri="{0D108BD9-81ED-4DB2-BD59-A6C34878D82A}">
                    <a16:rowId xmlns:a16="http://schemas.microsoft.com/office/drawing/2014/main" val="103536705"/>
                  </a:ext>
                </a:extLst>
              </a:tr>
              <a:tr h="0">
                <a:tc>
                  <a:txBody>
                    <a:bodyPr/>
                    <a:lstStyle/>
                    <a:p>
                      <a:r>
                        <a:rPr lang="en-IN"/>
                        <a:t>Johnson</a:t>
                      </a:r>
                    </a:p>
                  </a:txBody>
                  <a:tcPr anchor="ctr"/>
                </a:tc>
                <a:tc>
                  <a:txBody>
                    <a:bodyPr/>
                    <a:lstStyle/>
                    <a:p>
                      <a:r>
                        <a:rPr lang="en-IN"/>
                        <a:t>104</a:t>
                      </a:r>
                    </a:p>
                  </a:txBody>
                  <a:tcPr anchor="ctr"/>
                </a:tc>
                <a:extLst>
                  <a:ext uri="{0D108BD9-81ED-4DB2-BD59-A6C34878D82A}">
                    <a16:rowId xmlns:a16="http://schemas.microsoft.com/office/drawing/2014/main" val="1832189129"/>
                  </a:ext>
                </a:extLst>
              </a:tr>
              <a:tr h="0">
                <a:tc>
                  <a:txBody>
                    <a:bodyPr/>
                    <a:lstStyle/>
                    <a:p>
                      <a:r>
                        <a:rPr lang="en-IN" b="0" dirty="0"/>
                        <a:t>Smith</a:t>
                      </a:r>
                    </a:p>
                  </a:txBody>
                  <a:tcPr anchor="ctr"/>
                </a:tc>
                <a:tc>
                  <a:txBody>
                    <a:bodyPr/>
                    <a:lstStyle/>
                    <a:p>
                      <a:r>
                        <a:rPr lang="en-IN" b="0" dirty="0"/>
                        <a:t>102</a:t>
                      </a:r>
                    </a:p>
                  </a:txBody>
                  <a:tcPr anchor="ctr"/>
                </a:tc>
                <a:extLst>
                  <a:ext uri="{0D108BD9-81ED-4DB2-BD59-A6C34878D82A}">
                    <a16:rowId xmlns:a16="http://schemas.microsoft.com/office/drawing/2014/main" val="4179250886"/>
                  </a:ext>
                </a:extLst>
              </a:tr>
              <a:tr h="0">
                <a:tc>
                  <a:txBody>
                    <a:bodyPr/>
                    <a:lstStyle/>
                    <a:p>
                      <a:r>
                        <a:rPr lang="en-IN"/>
                        <a:t>Wilson</a:t>
                      </a:r>
                    </a:p>
                  </a:txBody>
                  <a:tcPr anchor="ctr"/>
                </a:tc>
                <a:tc>
                  <a:txBody>
                    <a:bodyPr/>
                    <a:lstStyle/>
                    <a:p>
                      <a:r>
                        <a:rPr lang="en-IN" dirty="0"/>
                        <a:t>105</a:t>
                      </a:r>
                    </a:p>
                  </a:txBody>
                  <a:tcPr anchor="ctr"/>
                </a:tc>
                <a:extLst>
                  <a:ext uri="{0D108BD9-81ED-4DB2-BD59-A6C34878D82A}">
                    <a16:rowId xmlns:a16="http://schemas.microsoft.com/office/drawing/2014/main" val="3527951033"/>
                  </a:ext>
                </a:extLst>
              </a:tr>
            </a:tbl>
          </a:graphicData>
        </a:graphic>
      </p:graphicFrame>
      <p:cxnSp>
        <p:nvCxnSpPr>
          <p:cNvPr id="21" name="Straight Connector 20">
            <a:extLst>
              <a:ext uri="{FF2B5EF4-FFF2-40B4-BE49-F238E27FC236}">
                <a16:creationId xmlns:a16="http://schemas.microsoft.com/office/drawing/2014/main" id="{EC4FC75F-E90E-2CC2-E310-A4D370936876}"/>
              </a:ext>
            </a:extLst>
          </p:cNvPr>
          <p:cNvCxnSpPr>
            <a:cxnSpLocks/>
          </p:cNvCxnSpPr>
          <p:nvPr/>
        </p:nvCxnSpPr>
        <p:spPr>
          <a:xfrm>
            <a:off x="6096000" y="3253563"/>
            <a:ext cx="0" cy="326818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78B8998F-70D9-70E0-5774-2D70740F0008}"/>
              </a:ext>
            </a:extLst>
          </p:cNvPr>
          <p:cNvSpPr/>
          <p:nvPr/>
        </p:nvSpPr>
        <p:spPr>
          <a:xfrm>
            <a:off x="6817269" y="4008474"/>
            <a:ext cx="935666" cy="1849253"/>
          </a:xfrm>
          <a:prstGeom prst="rect">
            <a:avLst/>
          </a:prstGeom>
          <a:noFill/>
          <a:ln w="222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Arrow Connector 9">
            <a:extLst>
              <a:ext uri="{FF2B5EF4-FFF2-40B4-BE49-F238E27FC236}">
                <a16:creationId xmlns:a16="http://schemas.microsoft.com/office/drawing/2014/main" id="{8C37938F-832A-CCF6-6D42-8D5452C2588B}"/>
              </a:ext>
            </a:extLst>
          </p:cNvPr>
          <p:cNvCxnSpPr>
            <a:cxnSpLocks/>
          </p:cNvCxnSpPr>
          <p:nvPr/>
        </p:nvCxnSpPr>
        <p:spPr>
          <a:xfrm flipH="1">
            <a:off x="7752935" y="5305647"/>
            <a:ext cx="1348535" cy="0"/>
          </a:xfrm>
          <a:prstGeom prst="straightConnector1">
            <a:avLst/>
          </a:prstGeom>
          <a:ln w="25400">
            <a:solidFill>
              <a:srgbClr val="C00000"/>
            </a:solidFill>
            <a:headEnd type="arrow"/>
            <a:tailEnd type="none"/>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D3A56740-9A42-EC0B-784E-6FE1DBE8A9DF}"/>
              </a:ext>
            </a:extLst>
          </p:cNvPr>
          <p:cNvGrpSpPr/>
          <p:nvPr/>
        </p:nvGrpSpPr>
        <p:grpSpPr>
          <a:xfrm>
            <a:off x="9250325" y="1717353"/>
            <a:ext cx="460744" cy="3588293"/>
            <a:chOff x="9250325" y="1717353"/>
            <a:chExt cx="460744" cy="3588293"/>
          </a:xfrm>
        </p:grpSpPr>
        <p:cxnSp>
          <p:nvCxnSpPr>
            <p:cNvPr id="15" name="Connector: Elbow 14">
              <a:extLst>
                <a:ext uri="{FF2B5EF4-FFF2-40B4-BE49-F238E27FC236}">
                  <a16:creationId xmlns:a16="http://schemas.microsoft.com/office/drawing/2014/main" id="{131493A7-AF56-FC5F-FF6F-19AA4A425966}"/>
                </a:ext>
              </a:extLst>
            </p:cNvPr>
            <p:cNvCxnSpPr>
              <a:cxnSpLocks/>
            </p:cNvCxnSpPr>
            <p:nvPr/>
          </p:nvCxnSpPr>
          <p:spPr>
            <a:xfrm rot="16200000" flipV="1">
              <a:off x="7686550" y="3281128"/>
              <a:ext cx="3588293" cy="460744"/>
            </a:xfrm>
            <a:prstGeom prst="bentConnector3">
              <a:avLst>
                <a:gd name="adj1" fmla="val 100076"/>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CBB89FE-980D-1DB9-9A0B-1FD9BB3018CC}"/>
                </a:ext>
              </a:extLst>
            </p:cNvPr>
            <p:cNvCxnSpPr/>
            <p:nvPr/>
          </p:nvCxnSpPr>
          <p:spPr>
            <a:xfrm flipH="1">
              <a:off x="9505507" y="5296854"/>
              <a:ext cx="205561"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56005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wipe(down)">
                                      <p:cBhvr>
                                        <p:cTn id="35" dur="500"/>
                                        <p:tgtEl>
                                          <p:spTgt spid="2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down)">
                                      <p:cBhvr>
                                        <p:cTn id="4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Example-2: </a:t>
            </a:r>
            <a:r>
              <a:rPr lang="en-US" dirty="0"/>
              <a:t>Non-clustered Index</a:t>
            </a:r>
          </a:p>
        </p:txBody>
      </p:sp>
      <p:sp>
        <p:nvSpPr>
          <p:cNvPr id="3" name="Content Placeholder 2"/>
          <p:cNvSpPr>
            <a:spLocks noGrp="1"/>
          </p:cNvSpPr>
          <p:nvPr>
            <p:ph idx="1"/>
          </p:nvPr>
        </p:nvSpPr>
        <p:spPr/>
        <p:txBody>
          <a:bodyPr/>
          <a:lstStyle/>
          <a:p>
            <a:endParaRPr lang="en-US" dirty="0"/>
          </a:p>
          <a:p>
            <a:endParaRPr lang="en-US" dirty="0"/>
          </a:p>
          <a:p>
            <a:endParaRPr lang="en-US" dirty="0"/>
          </a:p>
          <a:p>
            <a:endParaRPr lang="en-US" dirty="0"/>
          </a:p>
          <a:p>
            <a:endParaRPr lang="en-US" dirty="0"/>
          </a:p>
          <a:p>
            <a:r>
              <a:rPr lang="en-US" dirty="0"/>
              <a:t>Now anyone searches for </a:t>
            </a:r>
            <a:r>
              <a:rPr lang="en-US" dirty="0" err="1">
                <a:solidFill>
                  <a:schemeClr val="tx2"/>
                </a:solidFill>
              </a:rPr>
              <a:t>StateName</a:t>
            </a:r>
            <a:r>
              <a:rPr lang="en-US" dirty="0">
                <a:solidFill>
                  <a:schemeClr val="tx2"/>
                </a:solidFill>
              </a:rPr>
              <a:t>, </a:t>
            </a:r>
            <a:r>
              <a:rPr lang="en-US" dirty="0" err="1">
                <a:solidFill>
                  <a:schemeClr val="tx2"/>
                </a:solidFill>
              </a:rPr>
              <a:t>StateID</a:t>
            </a:r>
            <a:r>
              <a:rPr lang="en-US" dirty="0">
                <a:solidFill>
                  <a:schemeClr val="tx2"/>
                </a:solidFill>
              </a:rPr>
              <a:t> &amp; Code </a:t>
            </a:r>
            <a:r>
              <a:rPr lang="en-US" dirty="0">
                <a:solidFill>
                  <a:srgbClr val="C00000"/>
                </a:solidFill>
              </a:rPr>
              <a:t>for a specific state</a:t>
            </a:r>
            <a:r>
              <a:rPr lang="en-US" dirty="0"/>
              <a:t>, the database will </a:t>
            </a:r>
            <a:r>
              <a:rPr lang="en-US" dirty="0">
                <a:solidFill>
                  <a:srgbClr val="C00000"/>
                </a:solidFill>
              </a:rPr>
              <a:t>first search the state’s name in the non-clustered index</a:t>
            </a:r>
            <a:r>
              <a:rPr lang="en-US" dirty="0"/>
              <a:t>. </a:t>
            </a:r>
          </a:p>
          <a:p>
            <a:r>
              <a:rPr lang="en-US" dirty="0">
                <a:solidFill>
                  <a:srgbClr val="C00000"/>
                </a:solidFill>
              </a:rPr>
              <a:t>Once the state name is searched, the </a:t>
            </a:r>
            <a:r>
              <a:rPr lang="en-US" dirty="0" err="1">
                <a:solidFill>
                  <a:srgbClr val="C00000"/>
                </a:solidFill>
              </a:rPr>
              <a:t>StateID</a:t>
            </a:r>
            <a:r>
              <a:rPr lang="en-US" dirty="0">
                <a:solidFill>
                  <a:srgbClr val="C00000"/>
                </a:solidFill>
              </a:rPr>
              <a:t> &amp; Code of the state are searched </a:t>
            </a:r>
            <a:r>
              <a:rPr lang="en-US" dirty="0"/>
              <a:t>from the actual table using the record address.</a:t>
            </a:r>
          </a:p>
          <a:p>
            <a:r>
              <a:rPr lang="en-US" dirty="0"/>
              <a:t>This extra lookup step is why </a:t>
            </a:r>
            <a:r>
              <a:rPr lang="en-US" b="1" dirty="0"/>
              <a:t>non-clustered indexes</a:t>
            </a:r>
            <a:r>
              <a:rPr lang="en-US" dirty="0"/>
              <a:t> are slightly slower than clustered indexes for retrieving full rows but improve performance for searches on non-primary key columns.</a:t>
            </a:r>
          </a:p>
        </p:txBody>
      </p:sp>
      <p:graphicFrame>
        <p:nvGraphicFramePr>
          <p:cNvPr id="4" name="Table 3"/>
          <p:cNvGraphicFramePr>
            <a:graphicFrameLocks noGrp="1"/>
          </p:cNvGraphicFramePr>
          <p:nvPr>
            <p:extLst>
              <p:ext uri="{D42A27DB-BD31-4B8C-83A1-F6EECF244321}">
                <p14:modId xmlns:p14="http://schemas.microsoft.com/office/powerpoint/2010/main" val="1581139524"/>
              </p:ext>
            </p:extLst>
          </p:nvPr>
        </p:nvGraphicFramePr>
        <p:xfrm>
          <a:off x="478959" y="979432"/>
          <a:ext cx="4256024" cy="2103120"/>
        </p:xfrm>
        <a:graphic>
          <a:graphicData uri="http://schemas.openxmlformats.org/drawingml/2006/table">
            <a:tbl>
              <a:tblPr>
                <a:tableStyleId>{5940675A-B579-460E-94D1-54222C63F5DA}</a:tableStyleId>
              </a:tblPr>
              <a:tblGrid>
                <a:gridCol w="2128012">
                  <a:extLst>
                    <a:ext uri="{9D8B030D-6E8A-4147-A177-3AD203B41FA5}">
                      <a16:colId xmlns:a16="http://schemas.microsoft.com/office/drawing/2014/main" val="20000"/>
                    </a:ext>
                  </a:extLst>
                </a:gridCol>
                <a:gridCol w="2128012">
                  <a:extLst>
                    <a:ext uri="{9D8B030D-6E8A-4147-A177-3AD203B41FA5}">
                      <a16:colId xmlns:a16="http://schemas.microsoft.com/office/drawing/2014/main" val="20001"/>
                    </a:ext>
                  </a:extLst>
                </a:gridCol>
              </a:tblGrid>
              <a:tr h="0">
                <a:tc>
                  <a:txBody>
                    <a:bodyPr/>
                    <a:lstStyle/>
                    <a:p>
                      <a:pPr algn="l" fontAlgn="base"/>
                      <a:r>
                        <a:rPr lang="en-US" b="1" dirty="0" err="1">
                          <a:effectLst/>
                        </a:rPr>
                        <a:t>StateName</a:t>
                      </a:r>
                      <a:endParaRPr lang="en-US" b="1" dirty="0">
                        <a:effectLst/>
                      </a:endParaRPr>
                    </a:p>
                  </a:txBody>
                  <a:tcPr marR="63500" marT="38100" marB="38100" anchor="ctr"/>
                </a:tc>
                <a:tc>
                  <a:txBody>
                    <a:bodyPr/>
                    <a:lstStyle/>
                    <a:p>
                      <a:pPr algn="l" fontAlgn="base"/>
                      <a:r>
                        <a:rPr lang="en-US" b="1" dirty="0">
                          <a:effectLst/>
                        </a:rPr>
                        <a:t>Record Addresses</a:t>
                      </a:r>
                    </a:p>
                  </a:txBody>
                  <a:tcPr marR="63500" marT="38100" marB="38100" anchor="ctr"/>
                </a:tc>
                <a:extLst>
                  <a:ext uri="{0D108BD9-81ED-4DB2-BD59-A6C34878D82A}">
                    <a16:rowId xmlns:a16="http://schemas.microsoft.com/office/drawing/2014/main" val="10000"/>
                  </a:ext>
                </a:extLst>
              </a:tr>
              <a:tr h="0">
                <a:tc>
                  <a:txBody>
                    <a:bodyPr/>
                    <a:lstStyle/>
                    <a:p>
                      <a:pPr algn="l" fontAlgn="base"/>
                      <a:r>
                        <a:rPr lang="en-US" dirty="0">
                          <a:effectLst/>
                        </a:rPr>
                        <a:t>Gujarat</a:t>
                      </a:r>
                      <a:endParaRPr lang="en-US" b="0" dirty="0">
                        <a:effectLst/>
                      </a:endParaRPr>
                    </a:p>
                  </a:txBody>
                  <a:tcPr marR="63500" marT="38100" marB="38100" anchor="ctr"/>
                </a:tc>
                <a:tc>
                  <a:txBody>
                    <a:bodyPr/>
                    <a:lstStyle/>
                    <a:p>
                      <a:pPr algn="l" fontAlgn="base"/>
                      <a:r>
                        <a:rPr lang="en-US" dirty="0">
                          <a:effectLst/>
                        </a:rPr>
                        <a:t>Record address</a:t>
                      </a:r>
                      <a:endParaRPr lang="en-US" b="0" dirty="0">
                        <a:effectLst/>
                      </a:endParaRPr>
                    </a:p>
                  </a:txBody>
                  <a:tcPr marR="63500" marT="38100" marB="38100" anchor="ctr"/>
                </a:tc>
                <a:extLst>
                  <a:ext uri="{0D108BD9-81ED-4DB2-BD59-A6C34878D82A}">
                    <a16:rowId xmlns:a16="http://schemas.microsoft.com/office/drawing/2014/main" val="10001"/>
                  </a:ext>
                </a:extLst>
              </a:tr>
              <a:tr h="0">
                <a:tc>
                  <a:txBody>
                    <a:bodyPr/>
                    <a:lstStyle/>
                    <a:p>
                      <a:pPr algn="l" fontAlgn="base"/>
                      <a:r>
                        <a:rPr lang="en-US" dirty="0">
                          <a:effectLst/>
                        </a:rPr>
                        <a:t>Rajasthan</a:t>
                      </a:r>
                      <a:endParaRPr lang="en-US" b="0" dirty="0">
                        <a:effectLst/>
                      </a:endParaRPr>
                    </a:p>
                  </a:txBody>
                  <a:tcPr marR="63500" marT="38100" marB="38100" anchor="ctr"/>
                </a:tc>
                <a:tc>
                  <a:txBody>
                    <a:bodyPr/>
                    <a:lstStyle/>
                    <a:p>
                      <a:pPr algn="l" fontAlgn="base"/>
                      <a:r>
                        <a:rPr lang="en-US">
                          <a:effectLst/>
                        </a:rPr>
                        <a:t>Record address</a:t>
                      </a:r>
                      <a:endParaRPr lang="en-US" b="0">
                        <a:effectLst/>
                      </a:endParaRPr>
                    </a:p>
                  </a:txBody>
                  <a:tcPr marR="63500" marT="38100" marB="38100" anchor="ctr"/>
                </a:tc>
                <a:extLst>
                  <a:ext uri="{0D108BD9-81ED-4DB2-BD59-A6C34878D82A}">
                    <a16:rowId xmlns:a16="http://schemas.microsoft.com/office/drawing/2014/main" val="10002"/>
                  </a:ext>
                </a:extLst>
              </a:tr>
              <a:tr h="0">
                <a:tc>
                  <a:txBody>
                    <a:bodyPr/>
                    <a:lstStyle/>
                    <a:p>
                      <a:pPr algn="l" fontAlgn="base"/>
                      <a:r>
                        <a:rPr lang="en-US" dirty="0" err="1">
                          <a:effectLst/>
                        </a:rPr>
                        <a:t>Maharastra</a:t>
                      </a:r>
                      <a:endParaRPr lang="en-US" b="0" dirty="0">
                        <a:effectLst/>
                      </a:endParaRPr>
                    </a:p>
                  </a:txBody>
                  <a:tcPr marR="63500" marT="38100" marB="38100" anchor="ctr"/>
                </a:tc>
                <a:tc>
                  <a:txBody>
                    <a:bodyPr/>
                    <a:lstStyle/>
                    <a:p>
                      <a:pPr algn="l" fontAlgn="base"/>
                      <a:r>
                        <a:rPr lang="en-US">
                          <a:effectLst/>
                        </a:rPr>
                        <a:t>Record address</a:t>
                      </a:r>
                      <a:endParaRPr lang="en-US" b="0">
                        <a:effectLst/>
                      </a:endParaRPr>
                    </a:p>
                  </a:txBody>
                  <a:tcPr marR="63500" marT="38100" marB="38100" anchor="ctr"/>
                </a:tc>
                <a:extLst>
                  <a:ext uri="{0D108BD9-81ED-4DB2-BD59-A6C34878D82A}">
                    <a16:rowId xmlns:a16="http://schemas.microsoft.com/office/drawing/2014/main" val="10003"/>
                  </a:ext>
                </a:extLst>
              </a:tr>
              <a:tr h="0">
                <a:tc>
                  <a:txBody>
                    <a:bodyPr/>
                    <a:lstStyle/>
                    <a:p>
                      <a:pPr algn="l" fontAlgn="base"/>
                      <a:r>
                        <a:rPr lang="en-US" dirty="0">
                          <a:effectLst/>
                        </a:rPr>
                        <a:t>Karachi</a:t>
                      </a:r>
                      <a:endParaRPr lang="en-US" b="0" dirty="0">
                        <a:effectLst/>
                      </a:endParaRPr>
                    </a:p>
                  </a:txBody>
                  <a:tcPr marR="63500" marT="38100" marB="38100" anchor="ctr"/>
                </a:tc>
                <a:tc>
                  <a:txBody>
                    <a:bodyPr/>
                    <a:lstStyle/>
                    <a:p>
                      <a:pPr algn="l" fontAlgn="base"/>
                      <a:r>
                        <a:rPr lang="en-US" dirty="0">
                          <a:effectLst/>
                        </a:rPr>
                        <a:t>Record address</a:t>
                      </a:r>
                      <a:endParaRPr lang="en-US" b="0" dirty="0">
                        <a:effectLst/>
                      </a:endParaRPr>
                    </a:p>
                  </a:txBody>
                  <a:tcPr marR="63500" marT="38100" marB="38100" anchor="ctr"/>
                </a:tc>
                <a:extLst>
                  <a:ext uri="{0D108BD9-81ED-4DB2-BD59-A6C34878D82A}">
                    <a16:rowId xmlns:a16="http://schemas.microsoft.com/office/drawing/2014/main" val="10004"/>
                  </a:ext>
                </a:extLst>
              </a:tr>
              <a:tr h="0">
                <a:tc>
                  <a:txBody>
                    <a:bodyPr/>
                    <a:lstStyle/>
                    <a:p>
                      <a:pPr algn="l" fontAlgn="base"/>
                      <a:r>
                        <a:rPr lang="en-US" dirty="0">
                          <a:effectLst/>
                        </a:rPr>
                        <a:t>Islamabad </a:t>
                      </a:r>
                      <a:endParaRPr lang="en-US" b="0" dirty="0">
                        <a:effectLst/>
                      </a:endParaRPr>
                    </a:p>
                  </a:txBody>
                  <a:tcPr marR="63500" marT="38100" marB="38100" anchor="ctr"/>
                </a:tc>
                <a:tc>
                  <a:txBody>
                    <a:bodyPr/>
                    <a:lstStyle/>
                    <a:p>
                      <a:pPr marL="0" marR="0" indent="0" algn="l" defTabSz="914400" rtl="0" eaLnBrk="1" fontAlgn="base" latinLnBrk="0" hangingPunct="1">
                        <a:lnSpc>
                          <a:spcPct val="100000"/>
                        </a:lnSpc>
                        <a:spcBef>
                          <a:spcPts val="0"/>
                        </a:spcBef>
                        <a:spcAft>
                          <a:spcPts val="0"/>
                        </a:spcAft>
                        <a:buClrTx/>
                        <a:buSzTx/>
                        <a:buFontTx/>
                        <a:buNone/>
                        <a:tabLst/>
                        <a:defRPr/>
                      </a:pPr>
                      <a:r>
                        <a:rPr lang="en-US" dirty="0">
                          <a:effectLst/>
                        </a:rPr>
                        <a:t>Record address</a:t>
                      </a:r>
                      <a:endParaRPr lang="en-US" b="0" dirty="0">
                        <a:effectLst/>
                      </a:endParaRPr>
                    </a:p>
                  </a:txBody>
                  <a:tcPr marR="63500" marT="38100" marB="3810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893077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A58E4-A9CA-7927-EF74-766FF2D13C0B}"/>
              </a:ext>
            </a:extLst>
          </p:cNvPr>
          <p:cNvSpPr>
            <a:spLocks noGrp="1"/>
          </p:cNvSpPr>
          <p:nvPr>
            <p:ph type="title"/>
          </p:nvPr>
        </p:nvSpPr>
        <p:spPr/>
        <p:txBody>
          <a:bodyPr/>
          <a:lstStyle/>
          <a:p>
            <a:r>
              <a:rPr lang="en-US" b="1" dirty="0"/>
              <a:t>Non-clustered Index</a:t>
            </a:r>
          </a:p>
        </p:txBody>
      </p:sp>
      <p:sp>
        <p:nvSpPr>
          <p:cNvPr id="3" name="Content Placeholder 2">
            <a:extLst>
              <a:ext uri="{FF2B5EF4-FFF2-40B4-BE49-F238E27FC236}">
                <a16:creationId xmlns:a16="http://schemas.microsoft.com/office/drawing/2014/main" id="{D0ABD1E9-9200-0835-0D13-70D3003955E9}"/>
              </a:ext>
            </a:extLst>
          </p:cNvPr>
          <p:cNvSpPr>
            <a:spLocks noGrp="1"/>
          </p:cNvSpPr>
          <p:nvPr>
            <p:ph idx="1"/>
          </p:nvPr>
        </p:nvSpPr>
        <p:spPr>
          <a:xfrm>
            <a:off x="131180" y="711201"/>
            <a:ext cx="11929641" cy="5590565"/>
          </a:xfrm>
        </p:spPr>
        <p:txBody>
          <a:bodyPr/>
          <a:lstStyle/>
          <a:p>
            <a:r>
              <a:rPr lang="en-US" dirty="0"/>
              <a:t>You can create a maximum of </a:t>
            </a:r>
            <a:r>
              <a:rPr lang="en-US" b="1" dirty="0"/>
              <a:t>999 non-clustered indexes on a table</a:t>
            </a:r>
            <a:r>
              <a:rPr lang="en-US" dirty="0"/>
              <a:t>, which is 254 up to SQL Server 2005.</a:t>
            </a:r>
          </a:p>
          <a:p>
            <a:r>
              <a:rPr lang="en-US" dirty="0"/>
              <a:t>A non-clustered index is also maintained in a B-Tree data structure but leaf nodes of a B-Tree of non-clustered index </a:t>
            </a:r>
            <a:r>
              <a:rPr lang="en-US" dirty="0">
                <a:solidFill>
                  <a:srgbClr val="C00000"/>
                </a:solidFill>
              </a:rPr>
              <a:t>contains the pointers to the </a:t>
            </a:r>
            <a:r>
              <a:rPr lang="en-US" b="1" dirty="0">
                <a:solidFill>
                  <a:srgbClr val="C00000"/>
                </a:solidFill>
              </a:rPr>
              <a:t>pages</a:t>
            </a:r>
            <a:r>
              <a:rPr lang="en-US" dirty="0">
                <a:solidFill>
                  <a:srgbClr val="C00000"/>
                </a:solidFill>
              </a:rPr>
              <a:t> that contain the table data.</a:t>
            </a:r>
            <a:endParaRPr lang="en-GB" b="1" dirty="0"/>
          </a:p>
        </p:txBody>
      </p:sp>
    </p:spTree>
    <p:extLst>
      <p:ext uri="{BB962C8B-B14F-4D97-AF65-F5344CB8AC3E}">
        <p14:creationId xmlns:p14="http://schemas.microsoft.com/office/powerpoint/2010/main" val="3056482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EEDA5-9EC3-20E7-948B-8DA176A74D48}"/>
              </a:ext>
            </a:extLst>
          </p:cNvPr>
          <p:cNvSpPr>
            <a:spLocks noGrp="1"/>
          </p:cNvSpPr>
          <p:nvPr>
            <p:ph type="title"/>
          </p:nvPr>
        </p:nvSpPr>
        <p:spPr/>
        <p:txBody>
          <a:bodyPr/>
          <a:lstStyle/>
          <a:p>
            <a:r>
              <a:rPr lang="en-US" dirty="0"/>
              <a:t>Clustered v/s Non–Clustered Index</a:t>
            </a:r>
            <a:endParaRPr lang="en-GB" dirty="0"/>
          </a:p>
        </p:txBody>
      </p:sp>
      <p:graphicFrame>
        <p:nvGraphicFramePr>
          <p:cNvPr id="6" name="Content Placeholder 4">
            <a:extLst>
              <a:ext uri="{FF2B5EF4-FFF2-40B4-BE49-F238E27FC236}">
                <a16:creationId xmlns:a16="http://schemas.microsoft.com/office/drawing/2014/main" id="{7D22F0C4-79AA-4EB8-BC1E-A88A8ADC6372}"/>
              </a:ext>
            </a:extLst>
          </p:cNvPr>
          <p:cNvGraphicFramePr>
            <a:graphicFrameLocks/>
          </p:cNvGraphicFramePr>
          <p:nvPr>
            <p:extLst>
              <p:ext uri="{D42A27DB-BD31-4B8C-83A1-F6EECF244321}">
                <p14:modId xmlns:p14="http://schemas.microsoft.com/office/powerpoint/2010/main" val="1845903317"/>
              </p:ext>
            </p:extLst>
          </p:nvPr>
        </p:nvGraphicFramePr>
        <p:xfrm>
          <a:off x="240996" y="852641"/>
          <a:ext cx="11702187" cy="4592593"/>
        </p:xfrm>
        <a:graphic>
          <a:graphicData uri="http://schemas.openxmlformats.org/drawingml/2006/table">
            <a:tbl>
              <a:tblPr firstRow="1" bandRow="1">
                <a:tableStyleId>{8EC20E35-A176-4012-BC5E-935CFFF8708E}</a:tableStyleId>
              </a:tblPr>
              <a:tblGrid>
                <a:gridCol w="2166302">
                  <a:extLst>
                    <a:ext uri="{9D8B030D-6E8A-4147-A177-3AD203B41FA5}">
                      <a16:colId xmlns:a16="http://schemas.microsoft.com/office/drawing/2014/main" val="1332619477"/>
                    </a:ext>
                  </a:extLst>
                </a:gridCol>
                <a:gridCol w="4795935">
                  <a:extLst>
                    <a:ext uri="{9D8B030D-6E8A-4147-A177-3AD203B41FA5}">
                      <a16:colId xmlns:a16="http://schemas.microsoft.com/office/drawing/2014/main" val="20000"/>
                    </a:ext>
                  </a:extLst>
                </a:gridCol>
                <a:gridCol w="4739950">
                  <a:extLst>
                    <a:ext uri="{9D8B030D-6E8A-4147-A177-3AD203B41FA5}">
                      <a16:colId xmlns:a16="http://schemas.microsoft.com/office/drawing/2014/main" val="20001"/>
                    </a:ext>
                  </a:extLst>
                </a:gridCol>
              </a:tblGrid>
              <a:tr h="375076">
                <a:tc>
                  <a:txBody>
                    <a:bodyPr/>
                    <a:lstStyle/>
                    <a:p>
                      <a:pPr algn="l"/>
                      <a:r>
                        <a:rPr lang="en-US" b="1" u="none" dirty="0">
                          <a:solidFill>
                            <a:schemeClr val="tx1"/>
                          </a:solidFill>
                        </a:rPr>
                        <a:t>Parameters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u="none" dirty="0">
                          <a:solidFill>
                            <a:schemeClr val="tx1"/>
                          </a:solidFill>
                        </a:rPr>
                        <a:t>Clustered Index</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b="1" dirty="0">
                          <a:solidFill>
                            <a:schemeClr val="tx1"/>
                          </a:solidFill>
                        </a:rPr>
                        <a:t>Non – Clustered Index</a:t>
                      </a:r>
                      <a:endParaRPr lang="en-US" b="1" u="none"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907045">
                <a:tc>
                  <a:txBody>
                    <a:bodyPr/>
                    <a:lstStyle/>
                    <a:p>
                      <a:r>
                        <a:rPr lang="en-IN" b="1" dirty="0"/>
                        <a:t>Definition</a:t>
                      </a:r>
                      <a:endParaRPr lang="en-GB" b="1" dirty="0">
                        <a:effectLst/>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a:r>
                        <a:rPr lang="en-US" dirty="0"/>
                        <a:t>Sorts and stores the actual table data in a specific order.</a:t>
                      </a:r>
                      <a:endParaRPr lang="en-US" dirty="0">
                        <a:effectLst/>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a:r>
                        <a:rPr lang="en-US" dirty="0"/>
                        <a:t>Stores only indexed columns + pointers to actual rows</a:t>
                      </a:r>
                      <a:r>
                        <a:rPr lang="en-US" dirty="0">
                          <a:effectLst/>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55645279"/>
                  </a:ext>
                </a:extLst>
              </a:tr>
              <a:tr h="634932">
                <a:tc>
                  <a:txBody>
                    <a:bodyPr/>
                    <a:lstStyle/>
                    <a:p>
                      <a:r>
                        <a:rPr lang="en-GB" b="1" dirty="0">
                          <a:effectLst/>
                        </a:rPr>
                        <a:t>Storing method</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a:r>
                        <a:rPr lang="en-US" dirty="0"/>
                        <a:t>Data rows are physically arranged based on the index key</a:t>
                      </a:r>
                      <a:endParaRPr lang="en-US" dirty="0">
                        <a:effectLst/>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a:r>
                        <a:rPr lang="en-US" dirty="0"/>
                        <a:t>Creates a separate structure storing index values and pointers</a:t>
                      </a:r>
                      <a:endParaRPr lang="en-US" dirty="0">
                        <a:effectLst/>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41093983"/>
                  </a:ext>
                </a:extLst>
              </a:tr>
              <a:tr h="634932">
                <a:tc>
                  <a:txBody>
                    <a:bodyPr/>
                    <a:lstStyle/>
                    <a:p>
                      <a:r>
                        <a:rPr lang="en-GB" b="1">
                          <a:effectLst/>
                        </a:rPr>
                        <a:t>Size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a:r>
                        <a:rPr lang="en-US" dirty="0">
                          <a:effectLst/>
                        </a:rPr>
                        <a:t>The size of the clustered index is quite large.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a:r>
                        <a:rPr lang="en-US">
                          <a:effectLst/>
                        </a:rPr>
                        <a:t>The size of the non-clustered index is small compared to the clustered index.</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08901606"/>
                  </a:ext>
                </a:extLst>
              </a:tr>
              <a:tr h="375076">
                <a:tc>
                  <a:txBody>
                    <a:bodyPr/>
                    <a:lstStyle/>
                    <a:p>
                      <a:r>
                        <a:rPr lang="en-GB" b="1">
                          <a:effectLst/>
                        </a:rPr>
                        <a:t>Data accessing</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a:r>
                        <a:rPr lang="en-GB">
                          <a:effectLst/>
                        </a:rPr>
                        <a:t>Faster</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a:r>
                        <a:rPr lang="en-US" dirty="0">
                          <a:effectLst/>
                        </a:rPr>
                        <a:t>Slower compared to the clustered index</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5076">
                <a:tc>
                  <a:txBody>
                    <a:bodyPr/>
                    <a:lstStyle/>
                    <a:p>
                      <a:r>
                        <a:rPr lang="en-GB" b="1" dirty="0">
                          <a:effectLst/>
                        </a:rPr>
                        <a:t>Additional disk space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a:r>
                        <a:rPr lang="en-GB" dirty="0">
                          <a:effectLst/>
                        </a:rPr>
                        <a:t>Not Required</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a:r>
                        <a:rPr lang="en-US" dirty="0">
                          <a:effectLst/>
                        </a:rPr>
                        <a:t>Required to store the index separately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34932">
                <a:tc>
                  <a:txBody>
                    <a:bodyPr/>
                    <a:lstStyle/>
                    <a:p>
                      <a:r>
                        <a:rPr lang="en-GB" b="1">
                          <a:effectLst/>
                        </a:rPr>
                        <a:t>Type of key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a:r>
                        <a:rPr lang="en-US" dirty="0">
                          <a:effectLst/>
                        </a:rPr>
                        <a:t>By Default Primary Keys Of The Table is a Clustered Index.</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a:r>
                        <a:rPr lang="en-US" dirty="0">
                          <a:effectLst/>
                        </a:rPr>
                        <a:t>It can be used with unique constraint on the table.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34932">
                <a:tc>
                  <a:txBody>
                    <a:bodyPr/>
                    <a:lstStyle/>
                    <a:p>
                      <a:r>
                        <a:rPr lang="en-GB" b="1" dirty="0">
                          <a:effectLst/>
                        </a:rPr>
                        <a:t>Main feature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a:r>
                        <a:rPr lang="en-US" dirty="0">
                          <a:effectLst/>
                        </a:rPr>
                        <a:t>A clustered index can improve the performance of data retrieval.</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a:r>
                        <a:rPr lang="en-US" dirty="0">
                          <a:effectLst/>
                        </a:rPr>
                        <a:t>It should be created on columns which are used in joins.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820752703"/>
                  </a:ext>
                </a:extLst>
              </a:tr>
            </a:tbl>
          </a:graphicData>
        </a:graphic>
      </p:graphicFrame>
      <p:sp>
        <p:nvSpPr>
          <p:cNvPr id="3" name="Rectangle 2"/>
          <p:cNvSpPr/>
          <p:nvPr/>
        </p:nvSpPr>
        <p:spPr>
          <a:xfrm>
            <a:off x="216918" y="2135557"/>
            <a:ext cx="11744325"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217966" y="2791932"/>
            <a:ext cx="11744325" cy="657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19074" y="3419475"/>
            <a:ext cx="11744325"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209549" y="3790950"/>
            <a:ext cx="11744325" cy="3905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206679" y="4176586"/>
            <a:ext cx="11744325" cy="666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209549" y="4810125"/>
            <a:ext cx="11744325" cy="666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17930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8" grpId="0" animBg="1"/>
      <p:bldP spid="9" grpId="0" animBg="1"/>
      <p:bldP spid="1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lstStyle/>
          <a:p>
            <a:r>
              <a:rPr lang="en-US" dirty="0"/>
              <a:t>Execution Plan</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01162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74665-A18C-5230-F997-378CDE0947FB}"/>
              </a:ext>
            </a:extLst>
          </p:cNvPr>
          <p:cNvSpPr>
            <a:spLocks noGrp="1"/>
          </p:cNvSpPr>
          <p:nvPr>
            <p:ph type="title"/>
          </p:nvPr>
        </p:nvSpPr>
        <p:spPr/>
        <p:txBody>
          <a:bodyPr/>
          <a:lstStyle/>
          <a:p>
            <a:r>
              <a:rPr lang="en-US" dirty="0"/>
              <a:t>Introduction : Execution Plan </a:t>
            </a:r>
            <a:endParaRPr lang="en-IN" dirty="0"/>
          </a:p>
        </p:txBody>
      </p:sp>
      <p:sp>
        <p:nvSpPr>
          <p:cNvPr id="3" name="Content Placeholder 2">
            <a:extLst>
              <a:ext uri="{FF2B5EF4-FFF2-40B4-BE49-F238E27FC236}">
                <a16:creationId xmlns:a16="http://schemas.microsoft.com/office/drawing/2014/main" id="{1E8DBD03-9C18-6FC3-9B3E-B93C64EE7EB6}"/>
              </a:ext>
            </a:extLst>
          </p:cNvPr>
          <p:cNvSpPr>
            <a:spLocks noGrp="1"/>
          </p:cNvSpPr>
          <p:nvPr>
            <p:ph idx="1"/>
          </p:nvPr>
        </p:nvSpPr>
        <p:spPr/>
        <p:txBody>
          <a:bodyPr/>
          <a:lstStyle/>
          <a:p>
            <a:r>
              <a:rPr lang="en-US" dirty="0"/>
              <a:t>Being a Data Professional, it is very essential that we must understand how to write efficient queries that return faster results.</a:t>
            </a:r>
          </a:p>
          <a:p>
            <a:r>
              <a:rPr lang="en-US" dirty="0"/>
              <a:t>An </a:t>
            </a:r>
            <a:r>
              <a:rPr lang="en-US" b="1" dirty="0"/>
              <a:t>Execution Plan</a:t>
            </a:r>
            <a:r>
              <a:rPr lang="en-US" dirty="0"/>
              <a:t> in SQL Server is a </a:t>
            </a:r>
            <a:r>
              <a:rPr lang="en-US" b="1" dirty="0"/>
              <a:t>detailed roadmap</a:t>
            </a:r>
            <a:r>
              <a:rPr lang="en-US" dirty="0"/>
              <a:t> that shows how a query will be executed by the SQL Server Query Optimizer. </a:t>
            </a:r>
          </a:p>
          <a:p>
            <a:r>
              <a:rPr lang="en-US" dirty="0">
                <a:solidFill>
                  <a:srgbClr val="C00000"/>
                </a:solidFill>
              </a:rPr>
              <a:t>An execution plan in SQL Server is a simple graphical representation of the operations that the query optimizer generates to calculate the most efficient way to return a set of results.</a:t>
            </a:r>
          </a:p>
          <a:p>
            <a:r>
              <a:rPr lang="en-US" dirty="0"/>
              <a:t>An </a:t>
            </a:r>
            <a:r>
              <a:rPr lang="en-US" b="1" dirty="0"/>
              <a:t>Execution Plan</a:t>
            </a:r>
            <a:r>
              <a:rPr lang="en-US" dirty="0"/>
              <a:t> provides insights into how SQL Server retrieves or modifies data.</a:t>
            </a:r>
          </a:p>
          <a:p>
            <a:r>
              <a:rPr lang="en-US" dirty="0"/>
              <a:t>It helps developers and DBAs analyze query performance and optimize it.</a:t>
            </a:r>
            <a:endParaRPr lang="en-IN" dirty="0"/>
          </a:p>
        </p:txBody>
      </p:sp>
    </p:spTree>
    <p:extLst>
      <p:ext uri="{BB962C8B-B14F-4D97-AF65-F5344CB8AC3E}">
        <p14:creationId xmlns:p14="http://schemas.microsoft.com/office/powerpoint/2010/main" val="4038351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3757C-4896-B6BB-B47F-0312EC350657}"/>
              </a:ext>
            </a:extLst>
          </p:cNvPr>
          <p:cNvSpPr>
            <a:spLocks noGrp="1"/>
          </p:cNvSpPr>
          <p:nvPr>
            <p:ph type="title"/>
          </p:nvPr>
        </p:nvSpPr>
        <p:spPr/>
        <p:txBody>
          <a:bodyPr/>
          <a:lstStyle/>
          <a:p>
            <a:r>
              <a:rPr lang="en-US" dirty="0"/>
              <a:t>Why is the Execution Plan Important?</a:t>
            </a:r>
            <a:endParaRPr lang="en-IN" dirty="0"/>
          </a:p>
        </p:txBody>
      </p:sp>
      <p:sp>
        <p:nvSpPr>
          <p:cNvPr id="3" name="Content Placeholder 2">
            <a:extLst>
              <a:ext uri="{FF2B5EF4-FFF2-40B4-BE49-F238E27FC236}">
                <a16:creationId xmlns:a16="http://schemas.microsoft.com/office/drawing/2014/main" id="{811F5809-6654-A772-19A1-20481AFBBD6A}"/>
              </a:ext>
            </a:extLst>
          </p:cNvPr>
          <p:cNvSpPr>
            <a:spLocks noGrp="1"/>
          </p:cNvSpPr>
          <p:nvPr>
            <p:ph idx="1"/>
          </p:nvPr>
        </p:nvSpPr>
        <p:spPr/>
        <p:txBody>
          <a:bodyPr/>
          <a:lstStyle/>
          <a:p>
            <a:r>
              <a:rPr lang="en-IN" sz="2800" dirty="0"/>
              <a:t>Helps identify performance bottlenecks in queries.</a:t>
            </a:r>
          </a:p>
          <a:p>
            <a:r>
              <a:rPr lang="en-IN" sz="2800" dirty="0"/>
              <a:t>Shows whether SQL Server is using Index Scan, Index Seek, Table Scan, etc.</a:t>
            </a:r>
          </a:p>
          <a:p>
            <a:r>
              <a:rPr lang="en-IN" sz="2800" dirty="0"/>
              <a:t>Helps in query tuning and indexing decisions.</a:t>
            </a:r>
          </a:p>
          <a:p>
            <a:r>
              <a:rPr lang="en-IN" sz="2800" dirty="0"/>
              <a:t>Assists in debugging slow-running queries.</a:t>
            </a:r>
          </a:p>
        </p:txBody>
      </p:sp>
    </p:spTree>
    <p:extLst>
      <p:ext uri="{BB962C8B-B14F-4D97-AF65-F5344CB8AC3E}">
        <p14:creationId xmlns:p14="http://schemas.microsoft.com/office/powerpoint/2010/main" val="3417801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Execution Plan</a:t>
            </a:r>
          </a:p>
        </p:txBody>
      </p:sp>
      <p:sp>
        <p:nvSpPr>
          <p:cNvPr id="3" name="Content Placeholder 2"/>
          <p:cNvSpPr>
            <a:spLocks noGrp="1"/>
          </p:cNvSpPr>
          <p:nvPr>
            <p:ph idx="1"/>
          </p:nvPr>
        </p:nvSpPr>
        <p:spPr/>
        <p:txBody>
          <a:bodyPr/>
          <a:lstStyle/>
          <a:p>
            <a:pPr fontAlgn="base"/>
            <a:r>
              <a:rPr lang="en-US" dirty="0"/>
              <a:t>There are two types of execution plans </a:t>
            </a:r>
          </a:p>
          <a:p>
            <a:pPr marL="457200" indent="-457200" fontAlgn="base">
              <a:buFont typeface="+mj-lt"/>
              <a:buAutoNum type="arabicPeriod"/>
            </a:pPr>
            <a:r>
              <a:rPr lang="en-US" b="1" dirty="0">
                <a:solidFill>
                  <a:schemeClr val="tx2"/>
                </a:solidFill>
              </a:rPr>
              <a:t>Estimated Execution Plan</a:t>
            </a:r>
            <a:endParaRPr lang="en-US" dirty="0">
              <a:solidFill>
                <a:schemeClr val="tx2"/>
              </a:solidFill>
            </a:endParaRPr>
          </a:p>
          <a:p>
            <a:pPr marL="1001712" lvl="1" indent="-457200" fontAlgn="base"/>
            <a:r>
              <a:rPr lang="en-US" dirty="0"/>
              <a:t>As the name suggests, this type of execution plan is </a:t>
            </a:r>
            <a:r>
              <a:rPr lang="en-US" dirty="0">
                <a:solidFill>
                  <a:srgbClr val="C00000"/>
                </a:solidFill>
              </a:rPr>
              <a:t>just a guess by the query processor </a:t>
            </a:r>
            <a:r>
              <a:rPr lang="en-US" dirty="0"/>
              <a:t>about </a:t>
            </a:r>
            <a:r>
              <a:rPr lang="en-US" dirty="0">
                <a:solidFill>
                  <a:srgbClr val="C00000"/>
                </a:solidFill>
              </a:rPr>
              <a:t>how the specific steps that are to be involved while returning the results</a:t>
            </a:r>
            <a:r>
              <a:rPr lang="en-US" dirty="0"/>
              <a:t>. </a:t>
            </a:r>
          </a:p>
          <a:p>
            <a:pPr marL="1001712" lvl="1" indent="-457200" fontAlgn="base"/>
            <a:r>
              <a:rPr lang="en-US" dirty="0"/>
              <a:t>It is often </a:t>
            </a:r>
            <a:r>
              <a:rPr lang="en-US" dirty="0">
                <a:solidFill>
                  <a:srgbClr val="C00000"/>
                </a:solidFill>
              </a:rPr>
              <a:t>generated before the query has been executed</a:t>
            </a:r>
            <a:r>
              <a:rPr lang="en-US" dirty="0"/>
              <a:t>.</a:t>
            </a:r>
          </a:p>
          <a:p>
            <a:pPr marL="1001712" lvl="1" indent="-457200" fontAlgn="base"/>
            <a:r>
              <a:rPr lang="en-US" dirty="0"/>
              <a:t>Shows how SQL Server </a:t>
            </a:r>
            <a:r>
              <a:rPr lang="en-US" b="1" dirty="0"/>
              <a:t>intends</a:t>
            </a:r>
            <a:r>
              <a:rPr lang="en-US" dirty="0"/>
              <a:t> to execute the query before actually running it.</a:t>
            </a:r>
          </a:p>
          <a:p>
            <a:pPr marL="1001712" lvl="1" indent="-457200" fontAlgn="base"/>
            <a:r>
              <a:rPr lang="en-US" dirty="0"/>
              <a:t>Does not consider runtime factors like actual row counts.</a:t>
            </a:r>
          </a:p>
          <a:p>
            <a:pPr marL="1001712" lvl="1" indent="-457200" fontAlgn="base"/>
            <a:r>
              <a:rPr lang="en-US" dirty="0"/>
              <a:t>Useful for analyzing performance without executing the query (good for costly queries).</a:t>
            </a:r>
          </a:p>
          <a:p>
            <a:pPr marL="457200" indent="-457200" fontAlgn="base">
              <a:buFont typeface="+mj-lt"/>
              <a:buAutoNum type="arabicPeriod"/>
            </a:pPr>
            <a:r>
              <a:rPr lang="en-US" b="1" dirty="0">
                <a:solidFill>
                  <a:schemeClr val="tx2"/>
                </a:solidFill>
              </a:rPr>
              <a:t>Actual Execution Plan</a:t>
            </a:r>
            <a:endParaRPr lang="en-US" dirty="0">
              <a:solidFill>
                <a:schemeClr val="tx2"/>
              </a:solidFill>
            </a:endParaRPr>
          </a:p>
          <a:p>
            <a:pPr marL="1001712" lvl="1" indent="-457200" fontAlgn="base"/>
            <a:r>
              <a:rPr lang="en-US" dirty="0"/>
              <a:t>Displays the </a:t>
            </a:r>
            <a:r>
              <a:rPr lang="en-US" dirty="0">
                <a:solidFill>
                  <a:srgbClr val="C00000"/>
                </a:solidFill>
              </a:rPr>
              <a:t>real execution process </a:t>
            </a:r>
            <a:r>
              <a:rPr lang="en-US" dirty="0"/>
              <a:t>after running the query.</a:t>
            </a:r>
          </a:p>
          <a:p>
            <a:pPr marL="1001712" lvl="1" indent="-457200" fontAlgn="base"/>
            <a:r>
              <a:rPr lang="en-US" dirty="0"/>
              <a:t>The Actual Execution Plan is </a:t>
            </a:r>
            <a:r>
              <a:rPr lang="en-US" dirty="0">
                <a:solidFill>
                  <a:srgbClr val="C00000"/>
                </a:solidFill>
              </a:rPr>
              <a:t>generated after the query has been executed</a:t>
            </a:r>
            <a:r>
              <a:rPr lang="en-US" dirty="0"/>
              <a:t>. </a:t>
            </a:r>
          </a:p>
          <a:p>
            <a:pPr marL="1001712" lvl="1" indent="-457200" fontAlgn="base"/>
            <a:r>
              <a:rPr lang="en-US" dirty="0"/>
              <a:t>It shows the actual operations and steps involved while executing the query, Helps to identify performance bottlenecks like expensive operations.</a:t>
            </a:r>
          </a:p>
          <a:p>
            <a:pPr marL="1001712" lvl="1" indent="-457200" fontAlgn="base"/>
            <a:r>
              <a:rPr lang="en-US" dirty="0"/>
              <a:t>Includes </a:t>
            </a:r>
            <a:r>
              <a:rPr lang="en-US" b="1" dirty="0"/>
              <a:t>real runtime statistics</a:t>
            </a:r>
            <a:r>
              <a:rPr lang="en-US" dirty="0"/>
              <a:t>, such as actual row counts and execution time.</a:t>
            </a:r>
          </a:p>
          <a:p>
            <a:pPr marL="1001712" lvl="1" indent="-457200" fontAlgn="base"/>
            <a:r>
              <a:rPr lang="en-US" dirty="0"/>
              <a:t>This may or may not differ from the Estimated Execution Plan.</a:t>
            </a:r>
          </a:p>
          <a:p>
            <a:endParaRPr lang="en-US" dirty="0"/>
          </a:p>
        </p:txBody>
      </p:sp>
    </p:spTree>
    <p:extLst>
      <p:ext uri="{BB962C8B-B14F-4D97-AF65-F5344CB8AC3E}">
        <p14:creationId xmlns:p14="http://schemas.microsoft.com/office/powerpoint/2010/main" val="2621336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CCEA4-30A0-8CCF-3B1A-37DEAABCB105}"/>
              </a:ext>
            </a:extLst>
          </p:cNvPr>
          <p:cNvSpPr>
            <a:spLocks noGrp="1"/>
          </p:cNvSpPr>
          <p:nvPr>
            <p:ph type="title"/>
          </p:nvPr>
        </p:nvSpPr>
        <p:spPr/>
        <p:txBody>
          <a:bodyPr/>
          <a:lstStyle/>
          <a:p>
            <a:r>
              <a:rPr lang="en-US" dirty="0"/>
              <a:t>Example Query and Possible Execution Plan</a:t>
            </a:r>
            <a:endParaRPr lang="en-IN" dirty="0"/>
          </a:p>
        </p:txBody>
      </p:sp>
      <p:sp>
        <p:nvSpPr>
          <p:cNvPr id="3" name="Content Placeholder 2">
            <a:extLst>
              <a:ext uri="{FF2B5EF4-FFF2-40B4-BE49-F238E27FC236}">
                <a16:creationId xmlns:a16="http://schemas.microsoft.com/office/drawing/2014/main" id="{CEDA15E6-8DE0-E2FA-2959-DE5184DE63B4}"/>
              </a:ext>
            </a:extLst>
          </p:cNvPr>
          <p:cNvSpPr>
            <a:spLocks noGrp="1"/>
          </p:cNvSpPr>
          <p:nvPr>
            <p:ph idx="1"/>
          </p:nvPr>
        </p:nvSpPr>
        <p:spPr/>
        <p:txBody>
          <a:bodyPr/>
          <a:lstStyle/>
          <a:p>
            <a:r>
              <a:rPr lang="en-IN" sz="2800" dirty="0"/>
              <a:t>Query:</a:t>
            </a:r>
          </a:p>
          <a:p>
            <a:pPr lvl="1"/>
            <a:r>
              <a:rPr lang="en-US" sz="2400" dirty="0">
                <a:solidFill>
                  <a:srgbClr val="0000FF"/>
                </a:solidFill>
                <a:latin typeface="Consolas" panose="020B0609020204030204" pitchFamily="49" charset="0"/>
              </a:rPr>
              <a:t>SELECT</a:t>
            </a:r>
            <a:r>
              <a:rPr lang="en-US" sz="2400" dirty="0">
                <a:solidFill>
                  <a:srgbClr val="000000"/>
                </a:solidFill>
                <a:latin typeface="Consolas" panose="020B0609020204030204" pitchFamily="49" charset="0"/>
              </a:rPr>
              <a:t> </a:t>
            </a:r>
            <a:r>
              <a:rPr lang="en-US" sz="2400" dirty="0">
                <a:solidFill>
                  <a:srgbClr val="808080"/>
                </a:solidFill>
                <a:latin typeface="Consolas" panose="020B0609020204030204" pitchFamily="49" charset="0"/>
              </a:rPr>
              <a:t>*</a:t>
            </a:r>
            <a:r>
              <a:rPr lang="en-US" sz="2400" dirty="0">
                <a:solidFill>
                  <a:srgbClr val="000000"/>
                </a:solidFill>
                <a:latin typeface="Consolas" panose="020B0609020204030204" pitchFamily="49" charset="0"/>
              </a:rPr>
              <a:t> </a:t>
            </a:r>
            <a:r>
              <a:rPr lang="en-US" sz="2400" dirty="0">
                <a:solidFill>
                  <a:srgbClr val="0000FF"/>
                </a:solidFill>
                <a:latin typeface="Consolas" panose="020B0609020204030204" pitchFamily="49" charset="0"/>
              </a:rPr>
              <a:t>FROM</a:t>
            </a:r>
            <a:r>
              <a:rPr lang="en-US" sz="2400" dirty="0">
                <a:solidFill>
                  <a:srgbClr val="000000"/>
                </a:solidFill>
                <a:latin typeface="Consolas" panose="020B0609020204030204" pitchFamily="49" charset="0"/>
              </a:rPr>
              <a:t> Books </a:t>
            </a:r>
            <a:r>
              <a:rPr lang="en-US" sz="2400" dirty="0">
                <a:solidFill>
                  <a:srgbClr val="0000FF"/>
                </a:solidFill>
                <a:latin typeface="Consolas" panose="020B0609020204030204" pitchFamily="49" charset="0"/>
              </a:rPr>
              <a:t>WHERE</a:t>
            </a:r>
            <a:r>
              <a:rPr lang="en-US" sz="2400" dirty="0">
                <a:solidFill>
                  <a:srgbClr val="000000"/>
                </a:solidFill>
                <a:latin typeface="Consolas" panose="020B0609020204030204" pitchFamily="49" charset="0"/>
              </a:rPr>
              <a:t> price </a:t>
            </a:r>
            <a:r>
              <a:rPr lang="en-US" sz="2400" dirty="0">
                <a:solidFill>
                  <a:srgbClr val="808080"/>
                </a:solidFill>
                <a:latin typeface="Consolas" panose="020B0609020204030204" pitchFamily="49" charset="0"/>
              </a:rPr>
              <a:t>&gt;=</a:t>
            </a:r>
            <a:r>
              <a:rPr lang="en-US" sz="2400" dirty="0">
                <a:solidFill>
                  <a:srgbClr val="000000"/>
                </a:solidFill>
                <a:latin typeface="Consolas" panose="020B0609020204030204" pitchFamily="49" charset="0"/>
              </a:rPr>
              <a:t> 5000</a:t>
            </a:r>
            <a:r>
              <a:rPr lang="en-US" sz="2400" dirty="0">
                <a:solidFill>
                  <a:srgbClr val="808080"/>
                </a:solidFill>
                <a:latin typeface="Consolas" panose="020B0609020204030204" pitchFamily="49" charset="0"/>
              </a:rPr>
              <a:t>;</a:t>
            </a:r>
          </a:p>
          <a:p>
            <a:r>
              <a:rPr lang="en-US" sz="2800" dirty="0">
                <a:solidFill>
                  <a:srgbClr val="C00000"/>
                </a:solidFill>
              </a:rPr>
              <a:t>Possible Execution Plan Results:</a:t>
            </a:r>
          </a:p>
          <a:p>
            <a:pPr lvl="1"/>
            <a:r>
              <a:rPr lang="en-US" sz="2400" dirty="0"/>
              <a:t>If price has no index → Table Scan </a:t>
            </a:r>
            <a:r>
              <a:rPr lang="en-US" sz="2400" dirty="0">
                <a:solidFill>
                  <a:schemeClr val="tx2"/>
                </a:solidFill>
              </a:rPr>
              <a:t>(Slow)</a:t>
            </a:r>
          </a:p>
          <a:p>
            <a:pPr lvl="1"/>
            <a:r>
              <a:rPr lang="en-US" sz="2400" dirty="0"/>
              <a:t>If price has a non-clustered index → Index Seek </a:t>
            </a:r>
            <a:r>
              <a:rPr lang="en-US" sz="2400" dirty="0">
                <a:solidFill>
                  <a:schemeClr val="tx2"/>
                </a:solidFill>
              </a:rPr>
              <a:t>(Faster)</a:t>
            </a:r>
          </a:p>
          <a:p>
            <a:pPr lvl="1"/>
            <a:r>
              <a:rPr lang="en-US" sz="2400" dirty="0"/>
              <a:t>If price is a clustered index → Clustered Index Seek </a:t>
            </a:r>
            <a:r>
              <a:rPr lang="en-US" sz="2400" dirty="0">
                <a:solidFill>
                  <a:schemeClr val="tx2"/>
                </a:solidFill>
              </a:rPr>
              <a:t>(Most Efficient)</a:t>
            </a:r>
            <a:endParaRPr lang="en-IN" sz="2400" dirty="0">
              <a:solidFill>
                <a:schemeClr val="tx2"/>
              </a:solidFill>
            </a:endParaRPr>
          </a:p>
        </p:txBody>
      </p:sp>
    </p:spTree>
    <p:extLst>
      <p:ext uri="{BB962C8B-B14F-4D97-AF65-F5344CB8AC3E}">
        <p14:creationId xmlns:p14="http://schemas.microsoft.com/office/powerpoint/2010/main" val="937247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generate Estimated Execution Plans?</a:t>
            </a:r>
          </a:p>
        </p:txBody>
      </p:sp>
      <p:sp>
        <p:nvSpPr>
          <p:cNvPr id="3" name="Content Placeholder 2"/>
          <p:cNvSpPr>
            <a:spLocks noGrp="1"/>
          </p:cNvSpPr>
          <p:nvPr>
            <p:ph idx="1"/>
          </p:nvPr>
        </p:nvSpPr>
        <p:spPr/>
        <p:txBody>
          <a:bodyPr/>
          <a:lstStyle/>
          <a:p>
            <a:r>
              <a:rPr lang="en-US" dirty="0"/>
              <a:t>The Execution Plans in SQL Server can be generated before and after the query has been executed.</a:t>
            </a:r>
          </a:p>
          <a:p>
            <a:r>
              <a:rPr lang="en-US" dirty="0"/>
              <a:t>There are several ways to get the estimated execution plan in SQL Server.</a:t>
            </a:r>
          </a:p>
          <a:p>
            <a:pPr marL="457200" indent="-457200">
              <a:buFont typeface="+mj-lt"/>
              <a:buAutoNum type="arabicPeriod"/>
            </a:pPr>
            <a:r>
              <a:rPr lang="en-US" dirty="0"/>
              <a:t>Once the query is written completely, you can hit “</a:t>
            </a:r>
            <a:r>
              <a:rPr lang="en-US" b="1" dirty="0"/>
              <a:t>Ctrl + L</a:t>
            </a:r>
            <a:r>
              <a:rPr lang="en-US" dirty="0"/>
              <a:t>” and it will generate the estimated execution plan.</a:t>
            </a:r>
          </a:p>
          <a:p>
            <a:pPr marL="457200" indent="-457200">
              <a:buFont typeface="+mj-lt"/>
              <a:buAutoNum type="arabicPeriod"/>
            </a:pPr>
            <a:r>
              <a:rPr lang="en-US" dirty="0"/>
              <a:t>You can also right-click on the query window and select “</a:t>
            </a:r>
            <a:r>
              <a:rPr lang="en-US" b="1" dirty="0"/>
              <a:t>Display Estimated Execution Plan</a:t>
            </a:r>
            <a:r>
              <a:rPr lang="en-US" dirty="0"/>
              <a:t>” from the context menu that appears.</a:t>
            </a:r>
          </a:p>
          <a:p>
            <a:pPr marL="457200" indent="-457200">
              <a:buFont typeface="+mj-lt"/>
              <a:buAutoNum type="arabicPeriod"/>
            </a:pPr>
            <a:endParaRPr lang="en-US" dirty="0"/>
          </a:p>
          <a:p>
            <a:endParaRPr lang="en-US" dirty="0"/>
          </a:p>
        </p:txBody>
      </p:sp>
      <p:pic>
        <p:nvPicPr>
          <p:cNvPr id="4" name="Picture 3"/>
          <p:cNvPicPr>
            <a:picLocks noChangeAspect="1"/>
          </p:cNvPicPr>
          <p:nvPr/>
        </p:nvPicPr>
        <p:blipFill>
          <a:blip r:embed="rId2"/>
          <a:stretch>
            <a:fillRect/>
          </a:stretch>
        </p:blipFill>
        <p:spPr>
          <a:xfrm>
            <a:off x="3048411" y="3621387"/>
            <a:ext cx="6095178" cy="2953272"/>
          </a:xfrm>
          <a:prstGeom prst="rect">
            <a:avLst/>
          </a:prstGeom>
        </p:spPr>
      </p:pic>
    </p:spTree>
    <p:extLst>
      <p:ext uri="{BB962C8B-B14F-4D97-AF65-F5344CB8AC3E}">
        <p14:creationId xmlns:p14="http://schemas.microsoft.com/office/powerpoint/2010/main" val="2340303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generate Estimated Execution Plans? </a:t>
            </a:r>
          </a:p>
        </p:txBody>
      </p:sp>
      <p:sp>
        <p:nvSpPr>
          <p:cNvPr id="3" name="Content Placeholder 2"/>
          <p:cNvSpPr>
            <a:spLocks noGrp="1"/>
          </p:cNvSpPr>
          <p:nvPr>
            <p:ph idx="1"/>
          </p:nvPr>
        </p:nvSpPr>
        <p:spPr/>
        <p:txBody>
          <a:bodyPr/>
          <a:lstStyle/>
          <a:p>
            <a:pPr marL="457200" indent="-457200">
              <a:buFont typeface="+mj-lt"/>
              <a:buAutoNum type="arabicPeriod" startAt="3"/>
            </a:pPr>
            <a:r>
              <a:rPr lang="en-US" dirty="0"/>
              <a:t>Alternatively, you can directly click the “</a:t>
            </a:r>
            <a:r>
              <a:rPr lang="en-US" b="1" dirty="0"/>
              <a:t>Display Estimated Execution Plan</a:t>
            </a:r>
            <a:r>
              <a:rPr lang="en-US" dirty="0"/>
              <a:t>” icon which is available on the toolbar in SQL Server Management Studio</a:t>
            </a:r>
          </a:p>
          <a:p>
            <a:endParaRPr lang="en-US" dirty="0"/>
          </a:p>
        </p:txBody>
      </p:sp>
      <p:pic>
        <p:nvPicPr>
          <p:cNvPr id="4" name="Picture 3"/>
          <p:cNvPicPr>
            <a:picLocks noChangeAspect="1"/>
          </p:cNvPicPr>
          <p:nvPr/>
        </p:nvPicPr>
        <p:blipFill>
          <a:blip r:embed="rId2"/>
          <a:stretch>
            <a:fillRect/>
          </a:stretch>
        </p:blipFill>
        <p:spPr>
          <a:xfrm>
            <a:off x="1095470" y="1654833"/>
            <a:ext cx="9905309" cy="1786717"/>
          </a:xfrm>
          <a:prstGeom prst="rect">
            <a:avLst/>
          </a:prstGeom>
        </p:spPr>
      </p:pic>
    </p:spTree>
    <p:extLst>
      <p:ext uri="{BB962C8B-B14F-4D97-AF65-F5344CB8AC3E}">
        <p14:creationId xmlns:p14="http://schemas.microsoft.com/office/powerpoint/2010/main" val="455552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generate Actual Execution Plans?</a:t>
            </a:r>
          </a:p>
        </p:txBody>
      </p:sp>
      <p:sp>
        <p:nvSpPr>
          <p:cNvPr id="3" name="Content Placeholder 2"/>
          <p:cNvSpPr>
            <a:spLocks noGrp="1"/>
          </p:cNvSpPr>
          <p:nvPr>
            <p:ph idx="1"/>
          </p:nvPr>
        </p:nvSpPr>
        <p:spPr/>
        <p:txBody>
          <a:bodyPr/>
          <a:lstStyle/>
          <a:p>
            <a:pPr marL="457200" indent="-457200">
              <a:buFont typeface="+mj-lt"/>
              <a:buAutoNum type="arabicPeriod"/>
            </a:pPr>
            <a:r>
              <a:rPr lang="en-US" dirty="0"/>
              <a:t>Hit “</a:t>
            </a:r>
            <a:r>
              <a:rPr lang="en-US" b="1" dirty="0"/>
              <a:t>Ctrl + M</a:t>
            </a:r>
            <a:r>
              <a:rPr lang="en-US" dirty="0"/>
              <a:t>” and it will generate the actual execution plan after the query has been executed successfully.</a:t>
            </a:r>
          </a:p>
          <a:p>
            <a:pPr marL="457200" indent="-457200" fontAlgn="base">
              <a:buFont typeface="+mj-lt"/>
              <a:buAutoNum type="arabicPeriod"/>
            </a:pPr>
            <a:r>
              <a:rPr lang="en-US" dirty="0"/>
              <a:t>Right-click on the query window and select “</a:t>
            </a:r>
            <a:r>
              <a:rPr lang="en-US" b="1" dirty="0"/>
              <a:t>Display Actual Execution Plan</a:t>
            </a:r>
            <a:r>
              <a:rPr lang="en-US" dirty="0"/>
              <a:t>” from the context menu</a:t>
            </a:r>
          </a:p>
          <a:p>
            <a:pPr marL="457200" indent="-457200">
              <a:buFont typeface="+mj-lt"/>
              <a:buAutoNum type="arabicPeriod"/>
            </a:pPr>
            <a:endParaRPr lang="en-US" dirty="0"/>
          </a:p>
        </p:txBody>
      </p:sp>
      <p:pic>
        <p:nvPicPr>
          <p:cNvPr id="4" name="Picture 3"/>
          <p:cNvPicPr>
            <a:picLocks noChangeAspect="1"/>
          </p:cNvPicPr>
          <p:nvPr/>
        </p:nvPicPr>
        <p:blipFill>
          <a:blip r:embed="rId2"/>
          <a:stretch>
            <a:fillRect/>
          </a:stretch>
        </p:blipFill>
        <p:spPr>
          <a:xfrm>
            <a:off x="2669660" y="2066182"/>
            <a:ext cx="5578047" cy="4498804"/>
          </a:xfrm>
          <a:prstGeom prst="rect">
            <a:avLst/>
          </a:prstGeom>
        </p:spPr>
      </p:pic>
    </p:spTree>
    <p:extLst>
      <p:ext uri="{BB962C8B-B14F-4D97-AF65-F5344CB8AC3E}">
        <p14:creationId xmlns:p14="http://schemas.microsoft.com/office/powerpoint/2010/main" val="2948166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generate Actual Execution Plans? Cont..</a:t>
            </a:r>
          </a:p>
        </p:txBody>
      </p:sp>
      <p:sp>
        <p:nvSpPr>
          <p:cNvPr id="3" name="Content Placeholder 2"/>
          <p:cNvSpPr>
            <a:spLocks noGrp="1"/>
          </p:cNvSpPr>
          <p:nvPr>
            <p:ph idx="1"/>
          </p:nvPr>
        </p:nvSpPr>
        <p:spPr/>
        <p:txBody>
          <a:bodyPr/>
          <a:lstStyle/>
          <a:p>
            <a:pPr marL="457200" indent="-457200">
              <a:buFont typeface="+mj-lt"/>
              <a:buAutoNum type="arabicPeriod" startAt="3"/>
            </a:pPr>
            <a:r>
              <a:rPr lang="en-US" dirty="0"/>
              <a:t>Alternatively, you can directly click the “</a:t>
            </a:r>
            <a:r>
              <a:rPr lang="en-US" b="1" dirty="0"/>
              <a:t>Display Actual Execution Plan</a:t>
            </a:r>
            <a:r>
              <a:rPr lang="en-US" dirty="0"/>
              <a:t>” icon which is available on the toolbar in SQL Server Management Studio</a:t>
            </a:r>
          </a:p>
        </p:txBody>
      </p:sp>
      <p:pic>
        <p:nvPicPr>
          <p:cNvPr id="4" name="Picture 3"/>
          <p:cNvPicPr>
            <a:picLocks noChangeAspect="1"/>
          </p:cNvPicPr>
          <p:nvPr/>
        </p:nvPicPr>
        <p:blipFill>
          <a:blip r:embed="rId2"/>
          <a:stretch>
            <a:fillRect/>
          </a:stretch>
        </p:blipFill>
        <p:spPr>
          <a:xfrm>
            <a:off x="874025" y="1650472"/>
            <a:ext cx="10361671" cy="1445814"/>
          </a:xfrm>
          <a:prstGeom prst="rect">
            <a:avLst/>
          </a:prstGeom>
        </p:spPr>
      </p:pic>
    </p:spTree>
    <p:extLst>
      <p:ext uri="{BB962C8B-B14F-4D97-AF65-F5344CB8AC3E}">
        <p14:creationId xmlns:p14="http://schemas.microsoft.com/office/powerpoint/2010/main" val="704694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Estimated Execution Plan - Example</a:t>
            </a:r>
          </a:p>
        </p:txBody>
      </p:sp>
      <p:pic>
        <p:nvPicPr>
          <p:cNvPr id="4" name="Content Placeholder 3"/>
          <p:cNvPicPr>
            <a:picLocks noGrp="1" noChangeAspect="1"/>
          </p:cNvPicPr>
          <p:nvPr>
            <p:ph idx="1"/>
          </p:nvPr>
        </p:nvPicPr>
        <p:blipFill>
          <a:blip r:embed="rId2"/>
          <a:stretch>
            <a:fillRect/>
          </a:stretch>
        </p:blipFill>
        <p:spPr>
          <a:xfrm>
            <a:off x="3847719" y="820442"/>
            <a:ext cx="6580220" cy="5715812"/>
          </a:xfrm>
          <a:prstGeom prst="rect">
            <a:avLst/>
          </a:prstGeom>
          <a:ln>
            <a:solidFill>
              <a:schemeClr val="tx1"/>
            </a:solidFill>
          </a:ln>
        </p:spPr>
      </p:pic>
      <p:sp>
        <p:nvSpPr>
          <p:cNvPr id="5" name="TextBox 4"/>
          <p:cNvSpPr txBox="1"/>
          <p:nvPr/>
        </p:nvSpPr>
        <p:spPr>
          <a:xfrm>
            <a:off x="63374" y="2978591"/>
            <a:ext cx="3757188" cy="661720"/>
          </a:xfrm>
          <a:prstGeom prst="rect">
            <a:avLst/>
          </a:prstGeom>
          <a:noFill/>
        </p:spPr>
        <p:txBody>
          <a:bodyPr wrap="square" rtlCol="0">
            <a:spAutoFit/>
          </a:bodyPr>
          <a:lstStyle/>
          <a:p>
            <a:r>
              <a:rPr lang="en-US" sz="1850" b="1" dirty="0">
                <a:solidFill>
                  <a:schemeClr val="accent4"/>
                </a:solidFill>
              </a:rPr>
              <a:t>Write only query and press “CTRL + L” </a:t>
            </a:r>
          </a:p>
          <a:p>
            <a:r>
              <a:rPr lang="en-US" sz="1850" b="1" dirty="0">
                <a:solidFill>
                  <a:srgbClr val="FF0000"/>
                </a:solidFill>
              </a:rPr>
              <a:t>Do not press F5 or Execute Button</a:t>
            </a:r>
          </a:p>
        </p:txBody>
      </p:sp>
    </p:spTree>
    <p:extLst>
      <p:ext uri="{BB962C8B-B14F-4D97-AF65-F5344CB8AC3E}">
        <p14:creationId xmlns:p14="http://schemas.microsoft.com/office/powerpoint/2010/main" val="1781047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Actual Execution Plan</a:t>
            </a:r>
          </a:p>
        </p:txBody>
      </p:sp>
      <p:pic>
        <p:nvPicPr>
          <p:cNvPr id="4" name="Content Placeholder 3"/>
          <p:cNvPicPr>
            <a:picLocks noGrp="1" noChangeAspect="1"/>
          </p:cNvPicPr>
          <p:nvPr>
            <p:ph idx="1"/>
          </p:nvPr>
        </p:nvPicPr>
        <p:blipFill>
          <a:blip r:embed="rId2"/>
          <a:stretch>
            <a:fillRect/>
          </a:stretch>
        </p:blipFill>
        <p:spPr>
          <a:xfrm>
            <a:off x="4059039" y="872653"/>
            <a:ext cx="6409717" cy="5591175"/>
          </a:xfrm>
          <a:prstGeom prst="rect">
            <a:avLst/>
          </a:prstGeom>
        </p:spPr>
      </p:pic>
      <p:sp>
        <p:nvSpPr>
          <p:cNvPr id="5" name="TextBox 4"/>
          <p:cNvSpPr txBox="1"/>
          <p:nvPr/>
        </p:nvSpPr>
        <p:spPr>
          <a:xfrm>
            <a:off x="172014" y="3014805"/>
            <a:ext cx="3892991" cy="400110"/>
          </a:xfrm>
          <a:prstGeom prst="rect">
            <a:avLst/>
          </a:prstGeom>
          <a:noFill/>
        </p:spPr>
        <p:txBody>
          <a:bodyPr wrap="square" rtlCol="0">
            <a:spAutoFit/>
          </a:bodyPr>
          <a:lstStyle/>
          <a:p>
            <a:r>
              <a:rPr lang="en-US" sz="2000" b="1" dirty="0">
                <a:solidFill>
                  <a:schemeClr val="accent4"/>
                </a:solidFill>
              </a:rPr>
              <a:t>After pressing F5 or Execute Button</a:t>
            </a:r>
          </a:p>
        </p:txBody>
      </p:sp>
    </p:spTree>
    <p:extLst>
      <p:ext uri="{BB962C8B-B14F-4D97-AF65-F5344CB8AC3E}">
        <p14:creationId xmlns:p14="http://schemas.microsoft.com/office/powerpoint/2010/main" val="1107832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Estimated = Actual</a:t>
            </a:r>
          </a:p>
        </p:txBody>
      </p:sp>
      <p:pic>
        <p:nvPicPr>
          <p:cNvPr id="4" name="Content Placeholder 3"/>
          <p:cNvPicPr>
            <a:picLocks noChangeAspect="1"/>
          </p:cNvPicPr>
          <p:nvPr/>
        </p:nvPicPr>
        <p:blipFill>
          <a:blip r:embed="rId2"/>
          <a:stretch>
            <a:fillRect/>
          </a:stretch>
        </p:blipFill>
        <p:spPr>
          <a:xfrm>
            <a:off x="280651" y="920031"/>
            <a:ext cx="5783512" cy="5046203"/>
          </a:xfrm>
          <a:prstGeom prst="rect">
            <a:avLst/>
          </a:prstGeom>
          <a:ln>
            <a:solidFill>
              <a:schemeClr val="tx1"/>
            </a:solidFill>
          </a:ln>
        </p:spPr>
      </p:pic>
      <p:pic>
        <p:nvPicPr>
          <p:cNvPr id="5" name="Content Placeholder 3"/>
          <p:cNvPicPr>
            <a:picLocks noChangeAspect="1"/>
          </p:cNvPicPr>
          <p:nvPr/>
        </p:nvPicPr>
        <p:blipFill>
          <a:blip r:embed="rId3"/>
          <a:stretch>
            <a:fillRect/>
          </a:stretch>
        </p:blipFill>
        <p:spPr>
          <a:xfrm>
            <a:off x="6138242" y="917921"/>
            <a:ext cx="5782741" cy="5044266"/>
          </a:xfrm>
          <a:prstGeom prst="rect">
            <a:avLst/>
          </a:prstGeom>
          <a:ln>
            <a:solidFill>
              <a:schemeClr val="tx1"/>
            </a:solidFill>
          </a:ln>
        </p:spPr>
      </p:pic>
      <p:sp>
        <p:nvSpPr>
          <p:cNvPr id="6" name="TextBox 5"/>
          <p:cNvSpPr txBox="1"/>
          <p:nvPr/>
        </p:nvSpPr>
        <p:spPr>
          <a:xfrm flipH="1">
            <a:off x="2100856" y="5966228"/>
            <a:ext cx="2597893" cy="369332"/>
          </a:xfrm>
          <a:prstGeom prst="rect">
            <a:avLst/>
          </a:prstGeom>
          <a:noFill/>
        </p:spPr>
        <p:txBody>
          <a:bodyPr wrap="square" rtlCol="0">
            <a:spAutoFit/>
          </a:bodyPr>
          <a:lstStyle/>
          <a:p>
            <a:r>
              <a:rPr lang="en-US" b="1" dirty="0">
                <a:solidFill>
                  <a:schemeClr val="tx2"/>
                </a:solidFill>
              </a:rPr>
              <a:t>Estimated</a:t>
            </a:r>
          </a:p>
        </p:txBody>
      </p:sp>
      <p:sp>
        <p:nvSpPr>
          <p:cNvPr id="7" name="TextBox 6"/>
          <p:cNvSpPr txBox="1"/>
          <p:nvPr/>
        </p:nvSpPr>
        <p:spPr>
          <a:xfrm flipH="1">
            <a:off x="8536361" y="5919452"/>
            <a:ext cx="2597893" cy="369332"/>
          </a:xfrm>
          <a:prstGeom prst="rect">
            <a:avLst/>
          </a:prstGeom>
          <a:noFill/>
        </p:spPr>
        <p:txBody>
          <a:bodyPr wrap="square" rtlCol="0">
            <a:spAutoFit/>
          </a:bodyPr>
          <a:lstStyle/>
          <a:p>
            <a:r>
              <a:rPr lang="en-US" b="1" dirty="0">
                <a:solidFill>
                  <a:schemeClr val="accent6"/>
                </a:solidFill>
              </a:rPr>
              <a:t>Actual</a:t>
            </a:r>
          </a:p>
        </p:txBody>
      </p:sp>
    </p:spTree>
    <p:extLst>
      <p:ext uri="{BB962C8B-B14F-4D97-AF65-F5344CB8AC3E}">
        <p14:creationId xmlns:p14="http://schemas.microsoft.com/office/powerpoint/2010/main" val="3989836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Saving an Execution Plan in SQL Server Management Studio</a:t>
            </a:r>
          </a:p>
        </p:txBody>
      </p:sp>
      <p:sp>
        <p:nvSpPr>
          <p:cNvPr id="3" name="Content Placeholder 2"/>
          <p:cNvSpPr>
            <a:spLocks noGrp="1"/>
          </p:cNvSpPr>
          <p:nvPr>
            <p:ph idx="1"/>
          </p:nvPr>
        </p:nvSpPr>
        <p:spPr/>
        <p:txBody>
          <a:bodyPr/>
          <a:lstStyle/>
          <a:p>
            <a:r>
              <a:rPr lang="en-US" dirty="0"/>
              <a:t>Sometimes, it is essential that after interpreting the plan generated by the query, you might want to save if for future references. </a:t>
            </a:r>
          </a:p>
          <a:p>
            <a:r>
              <a:rPr lang="en-US" dirty="0"/>
              <a:t>SQL Server Management Studio provides an option to save the plan in the file system with an extension of “</a:t>
            </a:r>
            <a:r>
              <a:rPr lang="en-US" b="1" i="1" dirty="0"/>
              <a:t>.</a:t>
            </a:r>
            <a:r>
              <a:rPr lang="en-US" b="1" i="1" dirty="0" err="1"/>
              <a:t>sqlplan</a:t>
            </a:r>
            <a:r>
              <a:rPr lang="en-US" dirty="0"/>
              <a: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6741" y="2480644"/>
            <a:ext cx="6652837" cy="4016088"/>
          </a:xfrm>
          <a:prstGeom prst="rect">
            <a:avLst/>
          </a:prstGeom>
        </p:spPr>
      </p:pic>
    </p:spTree>
    <p:extLst>
      <p:ext uri="{BB962C8B-B14F-4D97-AF65-F5344CB8AC3E}">
        <p14:creationId xmlns:p14="http://schemas.microsoft.com/office/powerpoint/2010/main" val="2812869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Saving an Execution Plan in SQL Server Management Studio</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47318" y="958842"/>
            <a:ext cx="7959931" cy="4971791"/>
          </a:xfrm>
        </p:spPr>
      </p:pic>
    </p:spTree>
    <p:extLst>
      <p:ext uri="{BB962C8B-B14F-4D97-AF65-F5344CB8AC3E}">
        <p14:creationId xmlns:p14="http://schemas.microsoft.com/office/powerpoint/2010/main" val="655065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3C04F82-F5A6-4AEF-28DA-E41BD874F20C}"/>
              </a:ext>
            </a:extLst>
          </p:cNvPr>
          <p:cNvSpPr>
            <a:spLocks noGrp="1"/>
          </p:cNvSpPr>
          <p:nvPr>
            <p:ph type="title"/>
          </p:nvPr>
        </p:nvSpPr>
        <p:spPr/>
        <p:txBody>
          <a:bodyPr/>
          <a:lstStyle/>
          <a:p>
            <a:r>
              <a:rPr lang="en-US" dirty="0"/>
              <a:t>Warning Understanding</a:t>
            </a:r>
            <a:endParaRPr lang="en-IN" dirty="0"/>
          </a:p>
        </p:txBody>
      </p:sp>
      <p:sp>
        <p:nvSpPr>
          <p:cNvPr id="5" name="Text Placeholder 4">
            <a:extLst>
              <a:ext uri="{FF2B5EF4-FFF2-40B4-BE49-F238E27FC236}">
                <a16:creationId xmlns:a16="http://schemas.microsoft.com/office/drawing/2014/main" id="{50119FA9-3174-E9BE-953F-E6E90003A857}"/>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9640100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89D03-90B5-85F0-CB78-27FCCDC55F42}"/>
              </a:ext>
            </a:extLst>
          </p:cNvPr>
          <p:cNvSpPr>
            <a:spLocks noGrp="1"/>
          </p:cNvSpPr>
          <p:nvPr>
            <p:ph type="title"/>
          </p:nvPr>
        </p:nvSpPr>
        <p:spPr/>
        <p:txBody>
          <a:bodyPr/>
          <a:lstStyle/>
          <a:p>
            <a:r>
              <a:rPr lang="en-IN" dirty="0"/>
              <a:t>1. Missing Index Warning</a:t>
            </a:r>
          </a:p>
        </p:txBody>
      </p:sp>
      <p:sp>
        <p:nvSpPr>
          <p:cNvPr id="3" name="Content Placeholder 2">
            <a:extLst>
              <a:ext uri="{FF2B5EF4-FFF2-40B4-BE49-F238E27FC236}">
                <a16:creationId xmlns:a16="http://schemas.microsoft.com/office/drawing/2014/main" id="{E79653AD-8929-0224-CBB8-B4FE0FF9DC21}"/>
              </a:ext>
            </a:extLst>
          </p:cNvPr>
          <p:cNvSpPr>
            <a:spLocks noGrp="1"/>
          </p:cNvSpPr>
          <p:nvPr>
            <p:ph idx="1"/>
          </p:nvPr>
        </p:nvSpPr>
        <p:spPr/>
        <p:txBody>
          <a:bodyPr/>
          <a:lstStyle/>
          <a:p>
            <a:r>
              <a:rPr lang="en-US" dirty="0">
                <a:solidFill>
                  <a:schemeClr val="tx2">
                    <a:lumMod val="75000"/>
                  </a:schemeClr>
                </a:solidFill>
              </a:rPr>
              <a:t>What It Is: </a:t>
            </a:r>
            <a:r>
              <a:rPr lang="en-US" dirty="0">
                <a:solidFill>
                  <a:srgbClr val="C00000"/>
                </a:solidFill>
              </a:rPr>
              <a:t>SQL Server warns when a query could benefit from a missing index</a:t>
            </a:r>
            <a:r>
              <a:rPr lang="en-US" dirty="0"/>
              <a:t>. This means that SQL is performing a full table scan, which could be avoided with the right index.</a:t>
            </a:r>
          </a:p>
          <a:p>
            <a:r>
              <a:rPr lang="en-US" dirty="0">
                <a:solidFill>
                  <a:schemeClr val="tx2">
                    <a:lumMod val="75000"/>
                  </a:schemeClr>
                </a:solidFill>
              </a:rPr>
              <a:t>How to Spot It: </a:t>
            </a:r>
            <a:r>
              <a:rPr lang="en-US" dirty="0"/>
              <a:t>It typically </a:t>
            </a:r>
            <a:r>
              <a:rPr lang="en-US" dirty="0">
                <a:solidFill>
                  <a:srgbClr val="C00000"/>
                </a:solidFill>
              </a:rPr>
              <a:t>appears in the Execution Plan as a recommendation </a:t>
            </a:r>
            <a:r>
              <a:rPr lang="en-US" dirty="0"/>
              <a:t>to create an index.</a:t>
            </a:r>
          </a:p>
          <a:p>
            <a:pPr marL="0" indent="0">
              <a:lnSpc>
                <a:spcPct val="100000"/>
              </a:lnSpc>
              <a:buNone/>
            </a:pPr>
            <a:r>
              <a:rPr lang="en-US" b="1" dirty="0">
                <a:solidFill>
                  <a:schemeClr val="tx2">
                    <a:lumMod val="75000"/>
                  </a:schemeClr>
                </a:solidFill>
              </a:rPr>
              <a:t>Example:</a:t>
            </a:r>
          </a:p>
          <a:p>
            <a:pPr lvl="1">
              <a:lnSpc>
                <a:spcPct val="100000"/>
              </a:lnSpc>
            </a:pP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Orders </a:t>
            </a:r>
            <a:r>
              <a:rPr lang="en-US" dirty="0">
                <a:solidFill>
                  <a:srgbClr val="0000FF"/>
                </a:solidFill>
                <a:latin typeface="Consolas" panose="020B0609020204030204" pitchFamily="49" charset="0"/>
              </a:rPr>
              <a:t>WHERE</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CustomerID</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1</a:t>
            </a:r>
            <a:r>
              <a:rPr lang="en-US" dirty="0">
                <a:solidFill>
                  <a:srgbClr val="808080"/>
                </a:solidFill>
                <a:latin typeface="Consolas" panose="020B0609020204030204" pitchFamily="49" charset="0"/>
              </a:rPr>
              <a:t>;</a:t>
            </a:r>
          </a:p>
          <a:p>
            <a:pPr marL="0" indent="0">
              <a:lnSpc>
                <a:spcPct val="100000"/>
              </a:lnSpc>
              <a:buNone/>
            </a:pPr>
            <a:r>
              <a:rPr lang="en-US" b="1" dirty="0">
                <a:solidFill>
                  <a:schemeClr val="tx2">
                    <a:lumMod val="75000"/>
                  </a:schemeClr>
                </a:solidFill>
              </a:rPr>
              <a:t>Fix: </a:t>
            </a:r>
            <a:r>
              <a:rPr lang="en-US" dirty="0"/>
              <a:t>Create an index on </a:t>
            </a:r>
            <a:r>
              <a:rPr lang="en-US" dirty="0" err="1"/>
              <a:t>CustomerID</a:t>
            </a:r>
            <a:r>
              <a:rPr lang="en-US" dirty="0"/>
              <a:t> to improve performance.</a:t>
            </a:r>
          </a:p>
          <a:p>
            <a:pPr lvl="1">
              <a:lnSpc>
                <a:spcPct val="100000"/>
              </a:lnSpc>
            </a:pPr>
            <a:r>
              <a:rPr lang="en-US" dirty="0">
                <a:solidFill>
                  <a:srgbClr val="0000FF"/>
                </a:solidFill>
                <a:latin typeface="Consolas" panose="020B0609020204030204" pitchFamily="49" charset="0"/>
              </a:rPr>
              <a:t>CREATE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INDEX</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idx_CustomerID</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ON</a:t>
            </a:r>
            <a:r>
              <a:rPr lang="en-US" dirty="0">
                <a:solidFill>
                  <a:srgbClr val="000000"/>
                </a:solidFill>
                <a:latin typeface="Consolas" panose="020B0609020204030204" pitchFamily="49" charset="0"/>
              </a:rPr>
              <a:t> Orders</a:t>
            </a:r>
            <a:r>
              <a:rPr lang="en-US" dirty="0">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CustomerID</a:t>
            </a:r>
            <a:r>
              <a:rPr lang="en-US" dirty="0">
                <a:solidFill>
                  <a:srgbClr val="808080"/>
                </a:solidFill>
                <a:latin typeface="Consolas" panose="020B0609020204030204" pitchFamily="49" charset="0"/>
              </a:rPr>
              <a:t>);</a:t>
            </a:r>
            <a:endParaRPr lang="en-IN" sz="1800" b="0" i="0" u="none" strike="noStrike" baseline="0" dirty="0">
              <a:solidFill>
                <a:srgbClr val="000000"/>
              </a:solidFill>
              <a:latin typeface="Calibri" panose="020F0502020204030204" pitchFamily="34" charset="0"/>
            </a:endParaRPr>
          </a:p>
          <a:p>
            <a:r>
              <a:rPr lang="en-US" dirty="0">
                <a:solidFill>
                  <a:srgbClr val="D10233"/>
                </a:solidFill>
              </a:rPr>
              <a:t>Improve performance by creating indexes on frequently queried columns. </a:t>
            </a:r>
          </a:p>
          <a:p>
            <a:endParaRPr lang="en-IN" dirty="0"/>
          </a:p>
        </p:txBody>
      </p:sp>
    </p:spTree>
    <p:extLst>
      <p:ext uri="{BB962C8B-B14F-4D97-AF65-F5344CB8AC3E}">
        <p14:creationId xmlns:p14="http://schemas.microsoft.com/office/powerpoint/2010/main" val="1236504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4464D-DE4F-FA08-A494-27A43CCE6DDE}"/>
              </a:ext>
            </a:extLst>
          </p:cNvPr>
          <p:cNvSpPr>
            <a:spLocks noGrp="1"/>
          </p:cNvSpPr>
          <p:nvPr>
            <p:ph type="title"/>
          </p:nvPr>
        </p:nvSpPr>
        <p:spPr/>
        <p:txBody>
          <a:bodyPr/>
          <a:lstStyle/>
          <a:p>
            <a:r>
              <a:rPr lang="en-IN" dirty="0"/>
              <a:t>2. Table Scan Warning</a:t>
            </a:r>
          </a:p>
        </p:txBody>
      </p:sp>
      <p:sp>
        <p:nvSpPr>
          <p:cNvPr id="3" name="Content Placeholder 2">
            <a:extLst>
              <a:ext uri="{FF2B5EF4-FFF2-40B4-BE49-F238E27FC236}">
                <a16:creationId xmlns:a16="http://schemas.microsoft.com/office/drawing/2014/main" id="{342F1480-F83B-F9BA-DD34-5ECE8F30E9BA}"/>
              </a:ext>
            </a:extLst>
          </p:cNvPr>
          <p:cNvSpPr>
            <a:spLocks noGrp="1"/>
          </p:cNvSpPr>
          <p:nvPr>
            <p:ph idx="1"/>
          </p:nvPr>
        </p:nvSpPr>
        <p:spPr/>
        <p:txBody>
          <a:bodyPr/>
          <a:lstStyle/>
          <a:p>
            <a:r>
              <a:rPr lang="en-US" dirty="0">
                <a:solidFill>
                  <a:schemeClr val="tx2">
                    <a:lumMod val="75000"/>
                  </a:schemeClr>
                </a:solidFill>
              </a:rPr>
              <a:t>What It Is: </a:t>
            </a:r>
            <a:r>
              <a:rPr lang="en-US" dirty="0">
                <a:solidFill>
                  <a:srgbClr val="C00000"/>
                </a:solidFill>
              </a:rPr>
              <a:t>A table scan happens when SQL Server reads every row in a table</a:t>
            </a:r>
            <a:r>
              <a:rPr lang="en-US" dirty="0"/>
              <a:t> to fulfill a query because no efficient index is available.</a:t>
            </a:r>
          </a:p>
          <a:p>
            <a:r>
              <a:rPr lang="en-US" dirty="0">
                <a:solidFill>
                  <a:schemeClr val="tx2">
                    <a:lumMod val="75000"/>
                  </a:schemeClr>
                </a:solidFill>
              </a:rPr>
              <a:t>How to Spot It: </a:t>
            </a:r>
            <a:r>
              <a:rPr lang="en-US" dirty="0">
                <a:solidFill>
                  <a:srgbClr val="C00000"/>
                </a:solidFill>
              </a:rPr>
              <a:t>You'll see a Table Scan or Clustered Index Scan</a:t>
            </a:r>
            <a:r>
              <a:rPr lang="en-US" dirty="0"/>
              <a:t> in the query execution plan.</a:t>
            </a:r>
          </a:p>
          <a:p>
            <a:pPr marL="0" indent="0">
              <a:lnSpc>
                <a:spcPct val="100000"/>
              </a:lnSpc>
              <a:buNone/>
            </a:pPr>
            <a:r>
              <a:rPr lang="en-US" b="1" dirty="0">
                <a:solidFill>
                  <a:schemeClr val="tx2">
                    <a:lumMod val="75000"/>
                  </a:schemeClr>
                </a:solidFill>
              </a:rPr>
              <a:t>Example:</a:t>
            </a:r>
          </a:p>
          <a:p>
            <a:pPr marL="887412" lvl="1" indent="-342900"/>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Orders </a:t>
            </a:r>
            <a:r>
              <a:rPr lang="en-US" dirty="0">
                <a:solidFill>
                  <a:srgbClr val="0000FF"/>
                </a:solidFill>
                <a:latin typeface="Consolas" panose="020B0609020204030204" pitchFamily="49" charset="0"/>
              </a:rPr>
              <a:t>WHERE</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OrderAmount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&gt;</a:t>
            </a:r>
            <a:r>
              <a:rPr lang="en-US" dirty="0">
                <a:solidFill>
                  <a:srgbClr val="000000"/>
                </a:solidFill>
                <a:latin typeface="Consolas" panose="020B0609020204030204" pitchFamily="49" charset="0"/>
              </a:rPr>
              <a:t> 5000</a:t>
            </a:r>
            <a:r>
              <a:rPr lang="en-US" dirty="0">
                <a:solidFill>
                  <a:srgbClr val="808080"/>
                </a:solidFill>
                <a:latin typeface="Consolas" panose="020B0609020204030204" pitchFamily="49" charset="0"/>
              </a:rPr>
              <a:t>;</a:t>
            </a:r>
            <a:endParaRPr lang="en-US" dirty="0"/>
          </a:p>
          <a:p>
            <a:pPr marL="0" indent="0">
              <a:buNone/>
            </a:pPr>
            <a:r>
              <a:rPr lang="en-US" b="1" dirty="0">
                <a:solidFill>
                  <a:schemeClr val="tx2">
                    <a:lumMod val="75000"/>
                  </a:schemeClr>
                </a:solidFill>
              </a:rPr>
              <a:t>Fix: </a:t>
            </a:r>
            <a:r>
              <a:rPr lang="en-US" dirty="0"/>
              <a:t>Create indexes on columns used in filters (like </a:t>
            </a:r>
            <a:r>
              <a:rPr lang="en-US" dirty="0" err="1"/>
              <a:t>OrderAmount</a:t>
            </a:r>
            <a:r>
              <a:rPr lang="en-US" dirty="0"/>
              <a:t>).</a:t>
            </a:r>
          </a:p>
          <a:p>
            <a:pPr marL="887412" lvl="1" indent="-342900"/>
            <a:r>
              <a:rPr lang="en-US" dirty="0">
                <a:solidFill>
                  <a:srgbClr val="0000FF"/>
                </a:solidFill>
                <a:latin typeface="Consolas" panose="020B0609020204030204" pitchFamily="49" charset="0"/>
              </a:rPr>
              <a:t>CREATE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INDEX</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idx_OrderAmount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ON</a:t>
            </a:r>
            <a:r>
              <a:rPr lang="en-US" dirty="0">
                <a:solidFill>
                  <a:srgbClr val="000000"/>
                </a:solidFill>
                <a:latin typeface="Consolas" panose="020B0609020204030204" pitchFamily="49" charset="0"/>
              </a:rPr>
              <a:t> Orders</a:t>
            </a:r>
            <a:r>
              <a:rPr lang="en-US" dirty="0">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OrderAmount</a:t>
            </a:r>
            <a:r>
              <a:rPr lang="en-US" dirty="0">
                <a:solidFill>
                  <a:srgbClr val="808080"/>
                </a:solidFill>
                <a:latin typeface="Consolas" panose="020B0609020204030204" pitchFamily="49" charset="0"/>
              </a:rPr>
              <a:t>);</a:t>
            </a:r>
          </a:p>
          <a:p>
            <a:r>
              <a:rPr lang="en-US" dirty="0">
                <a:solidFill>
                  <a:srgbClr val="D10233"/>
                </a:solidFill>
              </a:rPr>
              <a:t>Avoid full table scans by creating indexes on columns used in WHERE clauses. </a:t>
            </a:r>
          </a:p>
          <a:p>
            <a:endParaRPr lang="en-IN" dirty="0"/>
          </a:p>
        </p:txBody>
      </p:sp>
    </p:spTree>
    <p:extLst>
      <p:ext uri="{BB962C8B-B14F-4D97-AF65-F5344CB8AC3E}">
        <p14:creationId xmlns:p14="http://schemas.microsoft.com/office/powerpoint/2010/main" val="3118169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03C56-40F7-9893-42A4-4E1EDC622AD9}"/>
              </a:ext>
            </a:extLst>
          </p:cNvPr>
          <p:cNvSpPr>
            <a:spLocks noGrp="1"/>
          </p:cNvSpPr>
          <p:nvPr>
            <p:ph type="title"/>
          </p:nvPr>
        </p:nvSpPr>
        <p:spPr/>
        <p:txBody>
          <a:bodyPr/>
          <a:lstStyle/>
          <a:p>
            <a:r>
              <a:rPr lang="en-IN" dirty="0"/>
              <a:t>3. Implicit Conversion Warning</a:t>
            </a:r>
          </a:p>
        </p:txBody>
      </p:sp>
      <p:sp>
        <p:nvSpPr>
          <p:cNvPr id="3" name="Content Placeholder 2">
            <a:extLst>
              <a:ext uri="{FF2B5EF4-FFF2-40B4-BE49-F238E27FC236}">
                <a16:creationId xmlns:a16="http://schemas.microsoft.com/office/drawing/2014/main" id="{548BE76F-FF74-6EC5-731D-8AA7F629BB3E}"/>
              </a:ext>
            </a:extLst>
          </p:cNvPr>
          <p:cNvSpPr>
            <a:spLocks noGrp="1"/>
          </p:cNvSpPr>
          <p:nvPr>
            <p:ph idx="1"/>
          </p:nvPr>
        </p:nvSpPr>
        <p:spPr/>
        <p:txBody>
          <a:bodyPr/>
          <a:lstStyle/>
          <a:p>
            <a:r>
              <a:rPr lang="en-US" dirty="0">
                <a:solidFill>
                  <a:schemeClr val="tx2">
                    <a:lumMod val="75000"/>
                  </a:schemeClr>
                </a:solidFill>
              </a:rPr>
              <a:t>What It Is: </a:t>
            </a:r>
            <a:r>
              <a:rPr lang="en-US" dirty="0"/>
              <a:t>This warning occurs </a:t>
            </a:r>
            <a:r>
              <a:rPr lang="en-US" dirty="0">
                <a:solidFill>
                  <a:srgbClr val="C00000"/>
                </a:solidFill>
              </a:rPr>
              <a:t>when SQL Server has to automatically convert data types</a:t>
            </a:r>
            <a:r>
              <a:rPr lang="en-US" dirty="0"/>
              <a:t> in the query, which can slow down execution.</a:t>
            </a:r>
          </a:p>
          <a:p>
            <a:r>
              <a:rPr lang="en-US" dirty="0">
                <a:solidFill>
                  <a:schemeClr val="tx2">
                    <a:lumMod val="75000"/>
                  </a:schemeClr>
                </a:solidFill>
              </a:rPr>
              <a:t>How to Spot It: </a:t>
            </a:r>
            <a:r>
              <a:rPr lang="en-US" dirty="0"/>
              <a:t>SQL Server issues a </a:t>
            </a:r>
            <a:r>
              <a:rPr lang="en-US" dirty="0">
                <a:solidFill>
                  <a:srgbClr val="C00000"/>
                </a:solidFill>
              </a:rPr>
              <a:t>warning in the execution plan if a column and value being compared have different data types.</a:t>
            </a:r>
          </a:p>
          <a:p>
            <a:pPr marL="0" indent="0">
              <a:buNone/>
            </a:pPr>
            <a:r>
              <a:rPr lang="en-US" b="1" dirty="0">
                <a:solidFill>
                  <a:schemeClr val="tx2">
                    <a:lumMod val="75000"/>
                  </a:schemeClr>
                </a:solidFill>
              </a:rPr>
              <a:t>Example:</a:t>
            </a:r>
          </a:p>
          <a:p>
            <a:pPr lvl="1"/>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Orders </a:t>
            </a:r>
            <a:r>
              <a:rPr lang="en-US" dirty="0">
                <a:solidFill>
                  <a:srgbClr val="0000FF"/>
                </a:solidFill>
                <a:latin typeface="Consolas" panose="020B0609020204030204" pitchFamily="49" charset="0"/>
              </a:rPr>
              <a:t>WHERE</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OrderAmount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'100'</a:t>
            </a:r>
            <a:r>
              <a:rPr lang="en-US" dirty="0">
                <a:solidFill>
                  <a:srgbClr val="808080"/>
                </a:solidFill>
                <a:latin typeface="Consolas" panose="020B0609020204030204" pitchFamily="49" charset="0"/>
              </a:rPr>
              <a:t>;</a:t>
            </a:r>
          </a:p>
          <a:p>
            <a:pPr marL="0" indent="0">
              <a:buNone/>
            </a:pPr>
            <a:r>
              <a:rPr lang="en-US" b="1" dirty="0">
                <a:solidFill>
                  <a:schemeClr val="tx2">
                    <a:lumMod val="75000"/>
                  </a:schemeClr>
                </a:solidFill>
              </a:rPr>
              <a:t>Fix: </a:t>
            </a:r>
            <a:r>
              <a:rPr lang="en-US" dirty="0"/>
              <a:t>Use matching data types in the query.</a:t>
            </a:r>
          </a:p>
          <a:p>
            <a:pPr lvl="1"/>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Orders </a:t>
            </a:r>
            <a:r>
              <a:rPr lang="en-US" dirty="0">
                <a:solidFill>
                  <a:srgbClr val="0000FF"/>
                </a:solidFill>
                <a:latin typeface="Consolas" panose="020B0609020204030204" pitchFamily="49" charset="0"/>
              </a:rPr>
              <a:t>WHERE</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OrderAmount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100</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Numeric value instead of a string</a:t>
            </a:r>
            <a:endParaRPr lang="en-US" dirty="0">
              <a:solidFill>
                <a:srgbClr val="000000"/>
              </a:solidFill>
              <a:latin typeface="Consolas" panose="020B0609020204030204" pitchFamily="49" charset="0"/>
            </a:endParaRPr>
          </a:p>
          <a:p>
            <a:r>
              <a:rPr lang="en-US" dirty="0">
                <a:solidFill>
                  <a:srgbClr val="D10233"/>
                </a:solidFill>
              </a:rPr>
              <a:t>Ensure matching data types in queries to avoid unnecessary conversions. </a:t>
            </a:r>
          </a:p>
          <a:p>
            <a:endParaRPr lang="en-IN" dirty="0"/>
          </a:p>
        </p:txBody>
      </p:sp>
    </p:spTree>
    <p:extLst>
      <p:ext uri="{BB962C8B-B14F-4D97-AF65-F5344CB8AC3E}">
        <p14:creationId xmlns:p14="http://schemas.microsoft.com/office/powerpoint/2010/main" val="1865780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0145B-C6FC-E20B-B559-22029770F6EA}"/>
              </a:ext>
            </a:extLst>
          </p:cNvPr>
          <p:cNvSpPr>
            <a:spLocks noGrp="1"/>
          </p:cNvSpPr>
          <p:nvPr>
            <p:ph type="title"/>
          </p:nvPr>
        </p:nvSpPr>
        <p:spPr/>
        <p:txBody>
          <a:bodyPr/>
          <a:lstStyle/>
          <a:p>
            <a:r>
              <a:rPr lang="en-IN" dirty="0"/>
              <a:t>4. Non-</a:t>
            </a:r>
            <a:r>
              <a:rPr lang="en-IN" dirty="0" err="1"/>
              <a:t>SARGable</a:t>
            </a:r>
            <a:r>
              <a:rPr lang="en-IN" dirty="0"/>
              <a:t> Queries</a:t>
            </a:r>
          </a:p>
        </p:txBody>
      </p:sp>
      <p:sp>
        <p:nvSpPr>
          <p:cNvPr id="3" name="Content Placeholder 2">
            <a:extLst>
              <a:ext uri="{FF2B5EF4-FFF2-40B4-BE49-F238E27FC236}">
                <a16:creationId xmlns:a16="http://schemas.microsoft.com/office/drawing/2014/main" id="{33861251-1F8A-2D77-4688-EFF60A902383}"/>
              </a:ext>
            </a:extLst>
          </p:cNvPr>
          <p:cNvSpPr>
            <a:spLocks noGrp="1"/>
          </p:cNvSpPr>
          <p:nvPr>
            <p:ph idx="1"/>
          </p:nvPr>
        </p:nvSpPr>
        <p:spPr/>
        <p:txBody>
          <a:bodyPr/>
          <a:lstStyle/>
          <a:p>
            <a:r>
              <a:rPr lang="en-US" dirty="0">
                <a:solidFill>
                  <a:schemeClr val="tx2">
                    <a:lumMod val="75000"/>
                  </a:schemeClr>
                </a:solidFill>
              </a:rPr>
              <a:t>What It Is: </a:t>
            </a:r>
            <a:r>
              <a:rPr lang="en-US" dirty="0"/>
              <a:t>A non-</a:t>
            </a:r>
            <a:r>
              <a:rPr lang="en-US" dirty="0" err="1"/>
              <a:t>SARGable</a:t>
            </a:r>
            <a:r>
              <a:rPr lang="en-US" dirty="0"/>
              <a:t> (Search Argument Able) query means that the </a:t>
            </a:r>
            <a:r>
              <a:rPr lang="en-US" dirty="0">
                <a:solidFill>
                  <a:srgbClr val="C00000"/>
                </a:solidFill>
              </a:rPr>
              <a:t>query can’t use indexes efficiently</a:t>
            </a:r>
            <a:r>
              <a:rPr lang="en-US" dirty="0"/>
              <a:t>, often because of functions applied to indexed columns.</a:t>
            </a:r>
          </a:p>
          <a:p>
            <a:r>
              <a:rPr lang="en-US" dirty="0">
                <a:solidFill>
                  <a:schemeClr val="tx2">
                    <a:lumMod val="75000"/>
                  </a:schemeClr>
                </a:solidFill>
              </a:rPr>
              <a:t>How to Spot It: </a:t>
            </a:r>
            <a:r>
              <a:rPr lang="en-US" dirty="0"/>
              <a:t>You </a:t>
            </a:r>
            <a:r>
              <a:rPr lang="en-US" dirty="0">
                <a:solidFill>
                  <a:srgbClr val="C00000"/>
                </a:solidFill>
              </a:rPr>
              <a:t>may notice full table scans and poor performance</a:t>
            </a:r>
            <a:r>
              <a:rPr lang="en-US" dirty="0"/>
              <a:t>.</a:t>
            </a:r>
          </a:p>
          <a:p>
            <a:pPr marL="0" indent="0">
              <a:lnSpc>
                <a:spcPct val="100000"/>
              </a:lnSpc>
              <a:buNone/>
            </a:pPr>
            <a:r>
              <a:rPr lang="en-US" b="1" dirty="0">
                <a:solidFill>
                  <a:schemeClr val="tx2">
                    <a:lumMod val="75000"/>
                  </a:schemeClr>
                </a:solidFill>
              </a:rPr>
              <a:t>Example:</a:t>
            </a:r>
          </a:p>
          <a:p>
            <a:pPr marL="887412" lvl="1" indent="-342900"/>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Orders </a:t>
            </a:r>
            <a:r>
              <a:rPr lang="en-US" dirty="0">
                <a:solidFill>
                  <a:srgbClr val="0000FF"/>
                </a:solidFill>
                <a:latin typeface="Consolas" panose="020B0609020204030204" pitchFamily="49" charset="0"/>
              </a:rPr>
              <a:t>WHERE</a:t>
            </a:r>
            <a:r>
              <a:rPr lang="en-US" dirty="0">
                <a:solidFill>
                  <a:srgbClr val="000000"/>
                </a:solidFill>
                <a:latin typeface="Consolas" panose="020B0609020204030204" pitchFamily="49" charset="0"/>
              </a:rPr>
              <a:t> </a:t>
            </a:r>
            <a:r>
              <a:rPr lang="en-US" dirty="0">
                <a:solidFill>
                  <a:srgbClr val="FF00FF"/>
                </a:solidFill>
                <a:latin typeface="Consolas" panose="020B0609020204030204" pitchFamily="49" charset="0"/>
              </a:rPr>
              <a:t>YEAR</a:t>
            </a:r>
            <a:r>
              <a:rPr lang="en-US" dirty="0">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OrderDate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2024</a:t>
            </a:r>
            <a:r>
              <a:rPr lang="en-US" dirty="0">
                <a:solidFill>
                  <a:srgbClr val="808080"/>
                </a:solidFill>
                <a:latin typeface="Consolas" panose="020B0609020204030204" pitchFamily="49" charset="0"/>
              </a:rPr>
              <a:t>;</a:t>
            </a:r>
            <a:endParaRPr lang="en-US" dirty="0">
              <a:solidFill>
                <a:srgbClr val="000000"/>
              </a:solidFill>
              <a:latin typeface="Consolas" panose="020B0609020204030204" pitchFamily="49" charset="0"/>
            </a:endParaRPr>
          </a:p>
          <a:p>
            <a:pPr marL="0" indent="0">
              <a:buNone/>
            </a:pPr>
            <a:r>
              <a:rPr lang="en-US" b="1" dirty="0">
                <a:solidFill>
                  <a:schemeClr val="tx2">
                    <a:lumMod val="75000"/>
                  </a:schemeClr>
                </a:solidFill>
              </a:rPr>
              <a:t>Fix: </a:t>
            </a:r>
            <a:r>
              <a:rPr lang="en-US" dirty="0"/>
              <a:t>Modify the query to avoid applying functions to columns being filtered.</a:t>
            </a:r>
          </a:p>
          <a:p>
            <a:pPr lvl="1"/>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Orders </a:t>
            </a:r>
            <a:r>
              <a:rPr lang="en-US" dirty="0">
                <a:solidFill>
                  <a:srgbClr val="0000FF"/>
                </a:solidFill>
                <a:latin typeface="Consolas" panose="020B0609020204030204" pitchFamily="49" charset="0"/>
              </a:rPr>
              <a:t>WHERE</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OrderDate</a:t>
            </a:r>
            <a:r>
              <a:rPr lang="en-US" dirty="0">
                <a:solidFill>
                  <a:srgbClr val="808080"/>
                </a:solidFill>
                <a:latin typeface="Consolas" panose="020B0609020204030204" pitchFamily="49" charset="0"/>
              </a:rPr>
              <a:t>&gt;=</a:t>
            </a:r>
            <a:r>
              <a:rPr lang="en-US" dirty="0">
                <a:solidFill>
                  <a:srgbClr val="FF0000"/>
                </a:solidFill>
                <a:latin typeface="Consolas" panose="020B0609020204030204" pitchFamily="49" charset="0"/>
              </a:rPr>
              <a:t>'2024-01-01' </a:t>
            </a:r>
            <a:r>
              <a:rPr lang="en-US" dirty="0">
                <a:solidFill>
                  <a:srgbClr val="808080"/>
                </a:solidFill>
                <a:latin typeface="Consolas" panose="020B0609020204030204" pitchFamily="49" charset="0"/>
              </a:rPr>
              <a:t>AND</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OrderDate</a:t>
            </a:r>
            <a:r>
              <a:rPr lang="en-US" dirty="0">
                <a:solidFill>
                  <a:srgbClr val="808080"/>
                </a:solidFill>
                <a:latin typeface="Consolas" panose="020B0609020204030204" pitchFamily="49" charset="0"/>
              </a:rPr>
              <a:t>&lt;</a:t>
            </a:r>
            <a:r>
              <a:rPr lang="en-US" dirty="0">
                <a:solidFill>
                  <a:srgbClr val="FF0000"/>
                </a:solidFill>
                <a:latin typeface="Consolas" panose="020B0609020204030204" pitchFamily="49" charset="0"/>
              </a:rPr>
              <a:t>'2025-01-01';</a:t>
            </a:r>
            <a:endParaRPr lang="en-US" dirty="0">
              <a:solidFill>
                <a:srgbClr val="000000"/>
              </a:solidFill>
              <a:latin typeface="Consolas" panose="020B0609020204030204" pitchFamily="49" charset="0"/>
            </a:endParaRPr>
          </a:p>
          <a:p>
            <a:r>
              <a:rPr lang="en-US" dirty="0">
                <a:solidFill>
                  <a:srgbClr val="D10233"/>
                </a:solidFill>
              </a:rPr>
              <a:t>Avoid using functions on columns being filtered to make the query index-friendly.</a:t>
            </a:r>
            <a:r>
              <a:rPr lang="en-US" dirty="0"/>
              <a:t> </a:t>
            </a:r>
          </a:p>
          <a:p>
            <a:endParaRPr lang="en-IN" dirty="0"/>
          </a:p>
        </p:txBody>
      </p:sp>
    </p:spTree>
    <p:extLst>
      <p:ext uri="{BB962C8B-B14F-4D97-AF65-F5344CB8AC3E}">
        <p14:creationId xmlns:p14="http://schemas.microsoft.com/office/powerpoint/2010/main" val="1715964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511B7-D0C0-08AF-03AF-7334D0013F6C}"/>
              </a:ext>
            </a:extLst>
          </p:cNvPr>
          <p:cNvSpPr>
            <a:spLocks noGrp="1"/>
          </p:cNvSpPr>
          <p:nvPr>
            <p:ph type="title"/>
          </p:nvPr>
        </p:nvSpPr>
        <p:spPr/>
        <p:txBody>
          <a:bodyPr/>
          <a:lstStyle/>
          <a:p>
            <a:r>
              <a:rPr lang="en-US" dirty="0"/>
              <a:t>5. Out of Memory Warning</a:t>
            </a:r>
            <a:endParaRPr lang="en-IN" dirty="0"/>
          </a:p>
        </p:txBody>
      </p:sp>
      <p:sp>
        <p:nvSpPr>
          <p:cNvPr id="3" name="Content Placeholder 2">
            <a:extLst>
              <a:ext uri="{FF2B5EF4-FFF2-40B4-BE49-F238E27FC236}">
                <a16:creationId xmlns:a16="http://schemas.microsoft.com/office/drawing/2014/main" id="{748831F1-9860-3031-FA5E-06755D4612BD}"/>
              </a:ext>
            </a:extLst>
          </p:cNvPr>
          <p:cNvSpPr>
            <a:spLocks noGrp="1"/>
          </p:cNvSpPr>
          <p:nvPr>
            <p:ph idx="1"/>
          </p:nvPr>
        </p:nvSpPr>
        <p:spPr/>
        <p:txBody>
          <a:bodyPr/>
          <a:lstStyle/>
          <a:p>
            <a:r>
              <a:rPr lang="en-US" dirty="0">
                <a:solidFill>
                  <a:schemeClr val="tx2">
                    <a:lumMod val="75000"/>
                  </a:schemeClr>
                </a:solidFill>
              </a:rPr>
              <a:t>What It Is: </a:t>
            </a:r>
            <a:r>
              <a:rPr lang="en-US" dirty="0"/>
              <a:t>This warning happens </a:t>
            </a:r>
            <a:r>
              <a:rPr lang="en-US" dirty="0">
                <a:solidFill>
                  <a:srgbClr val="C00000"/>
                </a:solidFill>
              </a:rPr>
              <a:t>when SQL Server runs out of memory </a:t>
            </a:r>
            <a:r>
              <a:rPr lang="en-US" dirty="0"/>
              <a:t>while executing a query.</a:t>
            </a:r>
          </a:p>
          <a:p>
            <a:r>
              <a:rPr lang="en-US" dirty="0">
                <a:solidFill>
                  <a:schemeClr val="tx2">
                    <a:lumMod val="75000"/>
                  </a:schemeClr>
                </a:solidFill>
              </a:rPr>
              <a:t>How to Spot It: </a:t>
            </a:r>
            <a:r>
              <a:rPr lang="en-US" dirty="0">
                <a:solidFill>
                  <a:srgbClr val="C00000"/>
                </a:solidFill>
              </a:rPr>
              <a:t>SQL Server may issue an error or performance degradation</a:t>
            </a:r>
            <a:r>
              <a:rPr lang="en-US" dirty="0"/>
              <a:t> could be observed.</a:t>
            </a:r>
          </a:p>
          <a:p>
            <a:pPr marL="0" indent="0">
              <a:lnSpc>
                <a:spcPct val="100000"/>
              </a:lnSpc>
              <a:buNone/>
            </a:pPr>
            <a:r>
              <a:rPr lang="en-US" b="1" dirty="0">
                <a:solidFill>
                  <a:schemeClr val="tx2">
                    <a:lumMod val="75000"/>
                  </a:schemeClr>
                </a:solidFill>
              </a:rPr>
              <a:t>Example:</a:t>
            </a:r>
          </a:p>
          <a:p>
            <a:pPr lvl="1"/>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LargeTable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WHERE</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SomeColumn</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a:t>
            </a:r>
            <a:r>
              <a:rPr lang="en-US" dirty="0" err="1">
                <a:solidFill>
                  <a:srgbClr val="FF0000"/>
                </a:solidFill>
                <a:latin typeface="Consolas" panose="020B0609020204030204" pitchFamily="49" charset="0"/>
              </a:rPr>
              <a:t>SomeValue</a:t>
            </a:r>
            <a:r>
              <a:rPr lang="en-US" dirty="0">
                <a:solidFill>
                  <a:srgbClr val="FF0000"/>
                </a:solidFill>
                <a:latin typeface="Consolas" panose="020B0609020204030204" pitchFamily="49" charset="0"/>
              </a:rPr>
              <a:t>’</a:t>
            </a:r>
            <a:r>
              <a:rPr lang="en-US" dirty="0">
                <a:solidFill>
                  <a:srgbClr val="808080"/>
                </a:solidFill>
                <a:latin typeface="Consolas" panose="020B0609020204030204" pitchFamily="49" charset="0"/>
              </a:rPr>
              <a:t>;</a:t>
            </a:r>
          </a:p>
          <a:p>
            <a:pPr marL="0" indent="0">
              <a:buNone/>
            </a:pPr>
            <a:r>
              <a:rPr lang="en-US" b="1" dirty="0">
                <a:solidFill>
                  <a:schemeClr val="tx2">
                    <a:lumMod val="75000"/>
                  </a:schemeClr>
                </a:solidFill>
              </a:rPr>
              <a:t>Fix: </a:t>
            </a:r>
            <a:r>
              <a:rPr lang="en-US" dirty="0"/>
              <a:t>Break large queries into smaller ones or optimize the query to limit the amount of data processed at once.</a:t>
            </a:r>
          </a:p>
          <a:p>
            <a:r>
              <a:rPr lang="en-US" dirty="0">
                <a:solidFill>
                  <a:srgbClr val="D10233"/>
                </a:solidFill>
              </a:rPr>
              <a:t>Break large queries into smaller parts or optimize memory usage</a:t>
            </a:r>
            <a:r>
              <a:rPr lang="en-US" dirty="0"/>
              <a:t>. </a:t>
            </a:r>
          </a:p>
          <a:p>
            <a:endParaRPr lang="en-IN" dirty="0"/>
          </a:p>
        </p:txBody>
      </p:sp>
    </p:spTree>
    <p:extLst>
      <p:ext uri="{BB962C8B-B14F-4D97-AF65-F5344CB8AC3E}">
        <p14:creationId xmlns:p14="http://schemas.microsoft.com/office/powerpoint/2010/main" val="3982937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D2C67-8891-E9E7-BE4B-B048C2614058}"/>
              </a:ext>
            </a:extLst>
          </p:cNvPr>
          <p:cNvSpPr>
            <a:spLocks noGrp="1"/>
          </p:cNvSpPr>
          <p:nvPr>
            <p:ph type="title"/>
          </p:nvPr>
        </p:nvSpPr>
        <p:spPr/>
        <p:txBody>
          <a:bodyPr/>
          <a:lstStyle/>
          <a:p>
            <a:r>
              <a:rPr lang="en-US" dirty="0"/>
              <a:t>6. Join Without Index Warning</a:t>
            </a:r>
            <a:endParaRPr lang="en-IN" dirty="0"/>
          </a:p>
        </p:txBody>
      </p:sp>
      <p:sp>
        <p:nvSpPr>
          <p:cNvPr id="3" name="Content Placeholder 2">
            <a:extLst>
              <a:ext uri="{FF2B5EF4-FFF2-40B4-BE49-F238E27FC236}">
                <a16:creationId xmlns:a16="http://schemas.microsoft.com/office/drawing/2014/main" id="{A8A19454-7351-D5D8-4BB5-BD32CB50E47A}"/>
              </a:ext>
            </a:extLst>
          </p:cNvPr>
          <p:cNvSpPr>
            <a:spLocks noGrp="1"/>
          </p:cNvSpPr>
          <p:nvPr>
            <p:ph idx="1"/>
          </p:nvPr>
        </p:nvSpPr>
        <p:spPr/>
        <p:txBody>
          <a:bodyPr/>
          <a:lstStyle/>
          <a:p>
            <a:r>
              <a:rPr lang="en-US" dirty="0">
                <a:solidFill>
                  <a:schemeClr val="tx2">
                    <a:lumMod val="75000"/>
                  </a:schemeClr>
                </a:solidFill>
              </a:rPr>
              <a:t>What It Is: </a:t>
            </a:r>
            <a:r>
              <a:rPr lang="en-US" dirty="0"/>
              <a:t>This warning appears </a:t>
            </a:r>
            <a:r>
              <a:rPr lang="en-US" dirty="0">
                <a:solidFill>
                  <a:srgbClr val="C00000"/>
                </a:solidFill>
              </a:rPr>
              <a:t>when SQL Server doesn’t find an index to optimize the join between two tables</a:t>
            </a:r>
            <a:r>
              <a:rPr lang="en-US" dirty="0"/>
              <a:t>.</a:t>
            </a:r>
          </a:p>
          <a:p>
            <a:r>
              <a:rPr lang="en-US" dirty="0">
                <a:solidFill>
                  <a:schemeClr val="tx2">
                    <a:lumMod val="75000"/>
                  </a:schemeClr>
                </a:solidFill>
              </a:rPr>
              <a:t>How to Spot It: </a:t>
            </a:r>
            <a:r>
              <a:rPr lang="en-US" dirty="0"/>
              <a:t>You'll see </a:t>
            </a:r>
            <a:r>
              <a:rPr lang="en-US" dirty="0">
                <a:solidFill>
                  <a:srgbClr val="C00000"/>
                </a:solidFill>
              </a:rPr>
              <a:t>inefficient execution plans </a:t>
            </a:r>
            <a:r>
              <a:rPr lang="en-US" dirty="0"/>
              <a:t>(like Nested Loop Joins without indexes).</a:t>
            </a:r>
          </a:p>
          <a:p>
            <a:pPr marL="0" indent="0">
              <a:lnSpc>
                <a:spcPct val="100000"/>
              </a:lnSpc>
              <a:buNone/>
            </a:pPr>
            <a:r>
              <a:rPr lang="en-US" b="1" dirty="0">
                <a:solidFill>
                  <a:schemeClr val="tx2">
                    <a:lumMod val="75000"/>
                  </a:schemeClr>
                </a:solidFill>
              </a:rPr>
              <a:t>Example:</a:t>
            </a:r>
          </a:p>
          <a:p>
            <a:pPr lvl="1"/>
            <a:r>
              <a:rPr lang="en-IN" dirty="0">
                <a:solidFill>
                  <a:srgbClr val="0000FF"/>
                </a:solidFill>
                <a:latin typeface="Consolas" panose="020B0609020204030204" pitchFamily="49" charset="0"/>
              </a:rPr>
              <a:t>SELECT</a:t>
            </a:r>
            <a:r>
              <a:rPr lang="en-IN" dirty="0">
                <a:solidFill>
                  <a:srgbClr val="000000"/>
                </a:solidFill>
                <a:latin typeface="Consolas" panose="020B0609020204030204" pitchFamily="49" charset="0"/>
              </a:rPr>
              <a:t> </a:t>
            </a:r>
            <a:r>
              <a:rPr lang="en-IN" dirty="0">
                <a:solidFill>
                  <a:srgbClr val="808080"/>
                </a:solidFill>
                <a:latin typeface="Consolas" panose="020B0609020204030204" pitchFamily="49" charset="0"/>
              </a:rPr>
              <a:t>*</a:t>
            </a:r>
            <a:r>
              <a:rPr lang="en-IN" dirty="0">
                <a:solidFill>
                  <a:srgbClr val="000000"/>
                </a:solidFill>
                <a:latin typeface="Consolas" panose="020B0609020204030204" pitchFamily="49" charset="0"/>
              </a:rPr>
              <a:t> </a:t>
            </a:r>
            <a:r>
              <a:rPr lang="en-IN" dirty="0">
                <a:solidFill>
                  <a:srgbClr val="0000FF"/>
                </a:solidFill>
                <a:latin typeface="Consolas" panose="020B0609020204030204" pitchFamily="49" charset="0"/>
              </a:rPr>
              <a:t>FROM</a:t>
            </a:r>
            <a:r>
              <a:rPr lang="en-IN" dirty="0">
                <a:solidFill>
                  <a:srgbClr val="000000"/>
                </a:solidFill>
                <a:latin typeface="Consolas" panose="020B0609020204030204" pitchFamily="49" charset="0"/>
              </a:rPr>
              <a:t> Orders o</a:t>
            </a:r>
          </a:p>
          <a:p>
            <a:pPr marL="457200" lvl="1" indent="0">
              <a:buNone/>
            </a:pPr>
            <a:r>
              <a:rPr lang="en-IN"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JOIN</a:t>
            </a:r>
            <a:r>
              <a:rPr lang="en-US" dirty="0">
                <a:solidFill>
                  <a:srgbClr val="000000"/>
                </a:solidFill>
                <a:latin typeface="Consolas" panose="020B0609020204030204" pitchFamily="49" charset="0"/>
              </a:rPr>
              <a:t> Customers c </a:t>
            </a:r>
            <a:r>
              <a:rPr lang="en-US" dirty="0">
                <a:solidFill>
                  <a:srgbClr val="0000FF"/>
                </a:solidFill>
                <a:latin typeface="Consolas" panose="020B0609020204030204" pitchFamily="49" charset="0"/>
              </a:rPr>
              <a:t>ON</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o</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CustomerID</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CustomerID</a:t>
            </a:r>
            <a:r>
              <a:rPr lang="en-US" dirty="0">
                <a:solidFill>
                  <a:srgbClr val="808080"/>
                </a:solidFill>
                <a:latin typeface="Consolas" panose="020B0609020204030204" pitchFamily="49" charset="0"/>
              </a:rPr>
              <a:t>;</a:t>
            </a:r>
          </a:p>
          <a:p>
            <a:pPr marL="0" indent="0">
              <a:buNone/>
            </a:pPr>
            <a:r>
              <a:rPr lang="en-US" b="1" dirty="0">
                <a:solidFill>
                  <a:schemeClr val="tx2">
                    <a:lumMod val="75000"/>
                  </a:schemeClr>
                </a:solidFill>
              </a:rPr>
              <a:t>Fix: </a:t>
            </a:r>
            <a:r>
              <a:rPr lang="en-US" dirty="0"/>
              <a:t>Ensure that there are indexes on the join columns</a:t>
            </a:r>
          </a:p>
          <a:p>
            <a:pPr lvl="1"/>
            <a:r>
              <a:rPr lang="en-US" dirty="0">
                <a:solidFill>
                  <a:srgbClr val="0000FF"/>
                </a:solidFill>
                <a:latin typeface="Consolas" panose="020B0609020204030204" pitchFamily="49" charset="0"/>
              </a:rPr>
              <a:t>CREATE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INDEX</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idx</a:t>
            </a:r>
            <a:r>
              <a:rPr lang="en-US" dirty="0">
                <a:solidFill>
                  <a:srgbClr val="000000"/>
                </a:solidFill>
                <a:latin typeface="Consolas" panose="020B0609020204030204" pitchFamily="49" charset="0"/>
              </a:rPr>
              <a:t>_ </a:t>
            </a:r>
            <a:r>
              <a:rPr lang="en-US" dirty="0" err="1">
                <a:solidFill>
                  <a:srgbClr val="000000"/>
                </a:solidFill>
                <a:latin typeface="Consolas" panose="020B0609020204030204" pitchFamily="49" charset="0"/>
              </a:rPr>
              <a:t>OrderID_Orders</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ON</a:t>
            </a:r>
            <a:r>
              <a:rPr lang="en-US" dirty="0">
                <a:solidFill>
                  <a:srgbClr val="000000"/>
                </a:solidFill>
                <a:latin typeface="Consolas" panose="020B0609020204030204" pitchFamily="49" charset="0"/>
              </a:rPr>
              <a:t> Orders</a:t>
            </a:r>
            <a:r>
              <a:rPr lang="en-US" dirty="0">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OrderID</a:t>
            </a:r>
            <a:r>
              <a:rPr lang="en-US" dirty="0">
                <a:solidFill>
                  <a:srgbClr val="808080"/>
                </a:solidFill>
                <a:latin typeface="Consolas" panose="020B0609020204030204" pitchFamily="49" charset="0"/>
              </a:rPr>
              <a:t>);</a:t>
            </a:r>
            <a:endParaRPr lang="en-US" dirty="0">
              <a:solidFill>
                <a:srgbClr val="000000"/>
              </a:solidFill>
              <a:latin typeface="Consolas" panose="020B0609020204030204" pitchFamily="49" charset="0"/>
            </a:endParaRPr>
          </a:p>
          <a:p>
            <a:pPr lvl="1"/>
            <a:r>
              <a:rPr lang="en-US" dirty="0">
                <a:solidFill>
                  <a:srgbClr val="0000FF"/>
                </a:solidFill>
                <a:latin typeface="Consolas" panose="020B0609020204030204" pitchFamily="49" charset="0"/>
              </a:rPr>
              <a:t>CREATE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INDEX</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idx_CustomerID_Customers</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ON</a:t>
            </a:r>
            <a:r>
              <a:rPr lang="en-US" dirty="0">
                <a:solidFill>
                  <a:srgbClr val="000000"/>
                </a:solidFill>
                <a:latin typeface="Consolas" panose="020B0609020204030204" pitchFamily="49" charset="0"/>
              </a:rPr>
              <a:t> Customers</a:t>
            </a:r>
            <a:r>
              <a:rPr lang="en-US" dirty="0">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CustomerID</a:t>
            </a:r>
            <a:r>
              <a:rPr lang="en-US" dirty="0">
                <a:solidFill>
                  <a:srgbClr val="808080"/>
                </a:solidFill>
                <a:latin typeface="Consolas" panose="020B0609020204030204" pitchFamily="49" charset="0"/>
              </a:rPr>
              <a:t>);</a:t>
            </a:r>
            <a:endParaRPr lang="en-US" dirty="0">
              <a:solidFill>
                <a:srgbClr val="000000"/>
              </a:solidFill>
              <a:latin typeface="Consolas" panose="020B0609020204030204" pitchFamily="49" charset="0"/>
            </a:endParaRPr>
          </a:p>
          <a:p>
            <a:r>
              <a:rPr lang="en-US" dirty="0">
                <a:solidFill>
                  <a:srgbClr val="D10233"/>
                </a:solidFill>
              </a:rPr>
              <a:t>Ensure that joining columns have indexes to speed up joins. </a:t>
            </a:r>
          </a:p>
          <a:p>
            <a:endParaRPr lang="en-IN" dirty="0"/>
          </a:p>
        </p:txBody>
      </p:sp>
    </p:spTree>
    <p:extLst>
      <p:ext uri="{BB962C8B-B14F-4D97-AF65-F5344CB8AC3E}">
        <p14:creationId xmlns:p14="http://schemas.microsoft.com/office/powerpoint/2010/main" val="611803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DDEB3-3DEA-2965-BC34-51ABBFD40F35}"/>
              </a:ext>
            </a:extLst>
          </p:cNvPr>
          <p:cNvSpPr>
            <a:spLocks noGrp="1"/>
          </p:cNvSpPr>
          <p:nvPr>
            <p:ph type="title"/>
          </p:nvPr>
        </p:nvSpPr>
        <p:spPr/>
        <p:txBody>
          <a:bodyPr/>
          <a:lstStyle/>
          <a:p>
            <a:r>
              <a:rPr lang="en-US" dirty="0"/>
              <a:t>7. Group By and Sorting Warning</a:t>
            </a:r>
            <a:endParaRPr lang="en-IN" dirty="0"/>
          </a:p>
        </p:txBody>
      </p:sp>
      <p:sp>
        <p:nvSpPr>
          <p:cNvPr id="3" name="Content Placeholder 2">
            <a:extLst>
              <a:ext uri="{FF2B5EF4-FFF2-40B4-BE49-F238E27FC236}">
                <a16:creationId xmlns:a16="http://schemas.microsoft.com/office/drawing/2014/main" id="{A07A9209-90B8-7D05-2192-C2FE66E54E69}"/>
              </a:ext>
            </a:extLst>
          </p:cNvPr>
          <p:cNvSpPr>
            <a:spLocks noGrp="1"/>
          </p:cNvSpPr>
          <p:nvPr>
            <p:ph idx="1"/>
          </p:nvPr>
        </p:nvSpPr>
        <p:spPr/>
        <p:txBody>
          <a:bodyPr/>
          <a:lstStyle/>
          <a:p>
            <a:r>
              <a:rPr lang="en-US" dirty="0">
                <a:solidFill>
                  <a:schemeClr val="tx2">
                    <a:lumMod val="75000"/>
                  </a:schemeClr>
                </a:solidFill>
              </a:rPr>
              <a:t>What It Is: </a:t>
            </a:r>
            <a:r>
              <a:rPr lang="en-US" dirty="0"/>
              <a:t>SQL Server may issue </a:t>
            </a:r>
            <a:r>
              <a:rPr lang="en-US" dirty="0">
                <a:solidFill>
                  <a:srgbClr val="C00000"/>
                </a:solidFill>
              </a:rPr>
              <a:t>warnings related to inefficient GROUP BY or ORDER BY operations that lack suitable indexes</a:t>
            </a:r>
            <a:r>
              <a:rPr lang="en-US" dirty="0"/>
              <a:t>.</a:t>
            </a:r>
          </a:p>
          <a:p>
            <a:r>
              <a:rPr lang="en-US" dirty="0">
                <a:solidFill>
                  <a:schemeClr val="tx2">
                    <a:lumMod val="75000"/>
                  </a:schemeClr>
                </a:solidFill>
              </a:rPr>
              <a:t>How to Spot It: </a:t>
            </a:r>
            <a:r>
              <a:rPr lang="en-US" dirty="0"/>
              <a:t>This can </a:t>
            </a:r>
            <a:r>
              <a:rPr lang="en-US" dirty="0">
                <a:solidFill>
                  <a:srgbClr val="C00000"/>
                </a:solidFill>
              </a:rPr>
              <a:t>lead to slow query performance, especially when large datasets </a:t>
            </a:r>
            <a:r>
              <a:rPr lang="en-US" dirty="0"/>
              <a:t>are involved.</a:t>
            </a:r>
          </a:p>
          <a:p>
            <a:pPr marL="0" indent="0">
              <a:lnSpc>
                <a:spcPct val="100000"/>
              </a:lnSpc>
              <a:buNone/>
            </a:pPr>
            <a:r>
              <a:rPr lang="en-US" b="1" dirty="0">
                <a:solidFill>
                  <a:schemeClr val="tx2">
                    <a:lumMod val="75000"/>
                  </a:schemeClr>
                </a:solidFill>
              </a:rPr>
              <a:t>Example:</a:t>
            </a:r>
          </a:p>
          <a:p>
            <a:pPr lvl="1"/>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CustomerID</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FF00FF"/>
                </a:solidFill>
                <a:latin typeface="Consolas" panose="020B0609020204030204" pitchFamily="49" charset="0"/>
              </a:rPr>
              <a:t>COUNT</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Orders </a:t>
            </a:r>
            <a:r>
              <a:rPr lang="en-US" dirty="0">
                <a:solidFill>
                  <a:srgbClr val="0000FF"/>
                </a:solidFill>
                <a:latin typeface="Consolas" panose="020B0609020204030204" pitchFamily="49" charset="0"/>
              </a:rPr>
              <a:t>GROUP</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BY</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CustomerID</a:t>
            </a:r>
            <a:r>
              <a:rPr lang="en-US" dirty="0">
                <a:solidFill>
                  <a:srgbClr val="808080"/>
                </a:solidFill>
                <a:latin typeface="Consolas" panose="020B0609020204030204" pitchFamily="49" charset="0"/>
              </a:rPr>
              <a:t>;</a:t>
            </a:r>
            <a:endParaRPr lang="en-US" dirty="0">
              <a:solidFill>
                <a:srgbClr val="000000"/>
              </a:solidFill>
              <a:latin typeface="Consolas" panose="020B0609020204030204" pitchFamily="49" charset="0"/>
            </a:endParaRPr>
          </a:p>
          <a:p>
            <a:pPr marL="0" indent="0">
              <a:buNone/>
            </a:pPr>
            <a:r>
              <a:rPr lang="en-US" b="1" dirty="0">
                <a:solidFill>
                  <a:schemeClr val="tx2">
                    <a:lumMod val="75000"/>
                  </a:schemeClr>
                </a:solidFill>
              </a:rPr>
              <a:t>Fix: </a:t>
            </a:r>
            <a:r>
              <a:rPr lang="en-US" dirty="0"/>
              <a:t>Create appropriate indexes on the grouping column (</a:t>
            </a:r>
            <a:r>
              <a:rPr lang="en-US" dirty="0" err="1"/>
              <a:t>CustomerID</a:t>
            </a:r>
            <a:r>
              <a:rPr lang="en-US" dirty="0"/>
              <a:t>).</a:t>
            </a:r>
          </a:p>
          <a:p>
            <a:pPr lvl="1"/>
            <a:r>
              <a:rPr lang="en-US" dirty="0">
                <a:solidFill>
                  <a:srgbClr val="0000FF"/>
                </a:solidFill>
                <a:latin typeface="Consolas" panose="020B0609020204030204" pitchFamily="49" charset="0"/>
              </a:rPr>
              <a:t>CREATE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INDEX</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idx_CustomerID</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ON</a:t>
            </a:r>
            <a:r>
              <a:rPr lang="en-US" dirty="0">
                <a:solidFill>
                  <a:srgbClr val="000000"/>
                </a:solidFill>
                <a:latin typeface="Consolas" panose="020B0609020204030204" pitchFamily="49" charset="0"/>
              </a:rPr>
              <a:t> Orders</a:t>
            </a:r>
            <a:r>
              <a:rPr lang="en-US" dirty="0">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CustomerID</a:t>
            </a:r>
            <a:r>
              <a:rPr lang="en-US" dirty="0">
                <a:solidFill>
                  <a:srgbClr val="808080"/>
                </a:solidFill>
                <a:latin typeface="Consolas" panose="020B0609020204030204" pitchFamily="49" charset="0"/>
              </a:rPr>
              <a:t>);</a:t>
            </a:r>
            <a:endParaRPr lang="en-US" dirty="0">
              <a:solidFill>
                <a:srgbClr val="000000"/>
              </a:solidFill>
              <a:latin typeface="Consolas" panose="020B0609020204030204" pitchFamily="49" charset="0"/>
            </a:endParaRPr>
          </a:p>
          <a:p>
            <a:r>
              <a:rPr lang="en-US" dirty="0">
                <a:solidFill>
                  <a:srgbClr val="D10233"/>
                </a:solidFill>
              </a:rPr>
              <a:t>Index columns involved in grouping and sorting to optimize query performance. </a:t>
            </a:r>
          </a:p>
          <a:p>
            <a:endParaRPr lang="en-IN" dirty="0"/>
          </a:p>
        </p:txBody>
      </p:sp>
    </p:spTree>
    <p:extLst>
      <p:ext uri="{BB962C8B-B14F-4D97-AF65-F5344CB8AC3E}">
        <p14:creationId xmlns:p14="http://schemas.microsoft.com/office/powerpoint/2010/main" val="3962003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B9D69-01D0-EC4B-CE93-07EBC1AFE62F}"/>
              </a:ext>
            </a:extLst>
          </p:cNvPr>
          <p:cNvSpPr>
            <a:spLocks noGrp="1"/>
          </p:cNvSpPr>
          <p:nvPr>
            <p:ph type="title"/>
          </p:nvPr>
        </p:nvSpPr>
        <p:spPr/>
        <p:txBody>
          <a:bodyPr/>
          <a:lstStyle/>
          <a:p>
            <a:r>
              <a:rPr lang="en-IN" dirty="0"/>
              <a:t>8. Missing Statistics Warning</a:t>
            </a:r>
          </a:p>
        </p:txBody>
      </p:sp>
      <p:sp>
        <p:nvSpPr>
          <p:cNvPr id="3" name="Content Placeholder 2">
            <a:extLst>
              <a:ext uri="{FF2B5EF4-FFF2-40B4-BE49-F238E27FC236}">
                <a16:creationId xmlns:a16="http://schemas.microsoft.com/office/drawing/2014/main" id="{8C50AD87-C3DD-0414-88FF-CDC6A3BD31C6}"/>
              </a:ext>
            </a:extLst>
          </p:cNvPr>
          <p:cNvSpPr>
            <a:spLocks noGrp="1"/>
          </p:cNvSpPr>
          <p:nvPr>
            <p:ph idx="1"/>
          </p:nvPr>
        </p:nvSpPr>
        <p:spPr/>
        <p:txBody>
          <a:bodyPr/>
          <a:lstStyle/>
          <a:p>
            <a:r>
              <a:rPr lang="en-US" dirty="0">
                <a:solidFill>
                  <a:schemeClr val="tx2">
                    <a:lumMod val="75000"/>
                  </a:schemeClr>
                </a:solidFill>
              </a:rPr>
              <a:t>What It Is: </a:t>
            </a:r>
            <a:r>
              <a:rPr lang="en-US" dirty="0"/>
              <a:t>SQL Server </a:t>
            </a:r>
            <a:r>
              <a:rPr lang="en-US" dirty="0">
                <a:solidFill>
                  <a:srgbClr val="C00000"/>
                </a:solidFill>
              </a:rPr>
              <a:t>uses statistics</a:t>
            </a:r>
            <a:r>
              <a:rPr lang="en-US" dirty="0"/>
              <a:t> to estimate the distribution of values in a column, helping it decide:</a:t>
            </a:r>
          </a:p>
          <a:p>
            <a:pPr lvl="1"/>
            <a:r>
              <a:rPr lang="en-US" dirty="0"/>
              <a:t>Which </a:t>
            </a:r>
            <a:r>
              <a:rPr lang="en-US" dirty="0">
                <a:solidFill>
                  <a:srgbClr val="C00000"/>
                </a:solidFill>
              </a:rPr>
              <a:t>indexes</a:t>
            </a:r>
            <a:r>
              <a:rPr lang="en-US" dirty="0"/>
              <a:t> to use</a:t>
            </a:r>
          </a:p>
          <a:p>
            <a:pPr lvl="1"/>
            <a:r>
              <a:rPr lang="en-US" dirty="0"/>
              <a:t>Whether to use an </a:t>
            </a:r>
            <a:r>
              <a:rPr lang="en-US" dirty="0">
                <a:solidFill>
                  <a:srgbClr val="C00000"/>
                </a:solidFill>
              </a:rPr>
              <a:t>index seek or scan</a:t>
            </a:r>
          </a:p>
          <a:p>
            <a:pPr lvl="1"/>
            <a:r>
              <a:rPr lang="en-US" dirty="0"/>
              <a:t>How to </a:t>
            </a:r>
            <a:r>
              <a:rPr lang="en-US" dirty="0">
                <a:solidFill>
                  <a:srgbClr val="C00000"/>
                </a:solidFill>
              </a:rPr>
              <a:t>optimize joins &amp; filters</a:t>
            </a:r>
          </a:p>
          <a:p>
            <a:r>
              <a:rPr lang="en-US" dirty="0"/>
              <a:t>If statistics are missing or outdated, SQL Server might choose a bad execution plan, causing slow performance.</a:t>
            </a:r>
          </a:p>
          <a:p>
            <a:r>
              <a:rPr lang="en-US" dirty="0"/>
              <a:t>If you run a query in SSMS with Include Actual Execution Plan (Ctrl + M), you might see:</a:t>
            </a:r>
          </a:p>
          <a:p>
            <a:pPr marL="0" indent="0">
              <a:buNone/>
            </a:pPr>
            <a:r>
              <a:rPr lang="en-US" dirty="0">
                <a:solidFill>
                  <a:srgbClr val="D10233"/>
                </a:solidFill>
              </a:rPr>
              <a:t>	⚠️ "Missing Statistics"⚠️ "Outdated Statistics"</a:t>
            </a:r>
            <a:endParaRPr lang="en-US" dirty="0"/>
          </a:p>
          <a:p>
            <a:r>
              <a:rPr lang="en-US" dirty="0">
                <a:solidFill>
                  <a:schemeClr val="tx2">
                    <a:lumMod val="75000"/>
                  </a:schemeClr>
                </a:solidFill>
              </a:rPr>
              <a:t>How to Spot It: </a:t>
            </a:r>
            <a:r>
              <a:rPr lang="en-US" dirty="0"/>
              <a:t>SQL Server may show a </a:t>
            </a:r>
            <a:r>
              <a:rPr lang="en-US" dirty="0">
                <a:solidFill>
                  <a:srgbClr val="C00000"/>
                </a:solidFill>
              </a:rPr>
              <a:t>warning about missing statistics for certain columns</a:t>
            </a:r>
            <a:r>
              <a:rPr lang="en-US" dirty="0"/>
              <a:t>.</a:t>
            </a:r>
          </a:p>
          <a:p>
            <a:pPr marL="0" indent="0">
              <a:lnSpc>
                <a:spcPct val="100000"/>
              </a:lnSpc>
              <a:buNone/>
            </a:pPr>
            <a:r>
              <a:rPr lang="en-US" b="1" dirty="0">
                <a:solidFill>
                  <a:schemeClr val="tx2">
                    <a:lumMod val="75000"/>
                  </a:schemeClr>
                </a:solidFill>
              </a:rPr>
              <a:t>Example:</a:t>
            </a:r>
          </a:p>
          <a:p>
            <a:pPr marL="887412" lvl="1" indent="-342900"/>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Orders </a:t>
            </a:r>
            <a:r>
              <a:rPr lang="en-US" dirty="0">
                <a:solidFill>
                  <a:srgbClr val="0000FF"/>
                </a:solidFill>
                <a:latin typeface="Consolas" panose="020B0609020204030204" pitchFamily="49" charset="0"/>
              </a:rPr>
              <a:t>WHERE</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OrderAmount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&gt;</a:t>
            </a:r>
            <a:r>
              <a:rPr lang="en-US" dirty="0">
                <a:solidFill>
                  <a:srgbClr val="000000"/>
                </a:solidFill>
                <a:latin typeface="Consolas" panose="020B0609020204030204" pitchFamily="49" charset="0"/>
              </a:rPr>
              <a:t> 500</a:t>
            </a:r>
            <a:r>
              <a:rPr lang="en-US" dirty="0">
                <a:solidFill>
                  <a:srgbClr val="808080"/>
                </a:solidFill>
                <a:latin typeface="Consolas" panose="020B0609020204030204" pitchFamily="49" charset="0"/>
              </a:rPr>
              <a:t>;</a:t>
            </a:r>
            <a:endParaRPr lang="en-US" dirty="0">
              <a:solidFill>
                <a:srgbClr val="000000"/>
              </a:solidFill>
              <a:latin typeface="Consolas" panose="020B0609020204030204" pitchFamily="49" charset="0"/>
            </a:endParaRPr>
          </a:p>
          <a:p>
            <a:pPr marL="0" indent="0">
              <a:buNone/>
            </a:pPr>
            <a:r>
              <a:rPr lang="en-US" b="1" dirty="0">
                <a:solidFill>
                  <a:schemeClr val="tx2">
                    <a:lumMod val="75000"/>
                  </a:schemeClr>
                </a:solidFill>
              </a:rPr>
              <a:t>Fix: </a:t>
            </a:r>
            <a:r>
              <a:rPr lang="en-US" dirty="0"/>
              <a:t>Update statistics on the relevant table or column.</a:t>
            </a:r>
          </a:p>
          <a:p>
            <a:pPr marL="887412" lvl="1" indent="-342900"/>
            <a:r>
              <a:rPr lang="en-IN" dirty="0">
                <a:solidFill>
                  <a:srgbClr val="FF00FF"/>
                </a:solidFill>
                <a:latin typeface="Consolas" panose="020B0609020204030204" pitchFamily="49" charset="0"/>
              </a:rPr>
              <a:t>UPDATE</a:t>
            </a:r>
            <a:r>
              <a:rPr lang="en-IN" dirty="0">
                <a:solidFill>
                  <a:srgbClr val="000000"/>
                </a:solidFill>
                <a:latin typeface="Consolas" panose="020B0609020204030204" pitchFamily="49" charset="0"/>
              </a:rPr>
              <a:t> </a:t>
            </a:r>
            <a:r>
              <a:rPr lang="en-IN" dirty="0">
                <a:solidFill>
                  <a:srgbClr val="0000FF"/>
                </a:solidFill>
                <a:latin typeface="Consolas" panose="020B0609020204030204" pitchFamily="49" charset="0"/>
              </a:rPr>
              <a:t>STATISTICS</a:t>
            </a:r>
            <a:r>
              <a:rPr lang="en-IN" dirty="0">
                <a:solidFill>
                  <a:srgbClr val="000000"/>
                </a:solidFill>
                <a:latin typeface="Consolas" panose="020B0609020204030204" pitchFamily="49" charset="0"/>
              </a:rPr>
              <a:t> Orders</a:t>
            </a:r>
            <a:r>
              <a:rPr lang="en-IN" dirty="0">
                <a:solidFill>
                  <a:srgbClr val="808080"/>
                </a:solidFill>
                <a:latin typeface="Consolas" panose="020B0609020204030204" pitchFamily="49" charset="0"/>
              </a:rPr>
              <a:t>; </a:t>
            </a:r>
            <a:r>
              <a:rPr lang="en-IN" dirty="0">
                <a:solidFill>
                  <a:srgbClr val="D10233"/>
                </a:solidFill>
              </a:rPr>
              <a:t>(</a:t>
            </a:r>
            <a:r>
              <a:rPr lang="en-US" dirty="0">
                <a:solidFill>
                  <a:srgbClr val="D10233"/>
                </a:solidFill>
              </a:rPr>
              <a:t>Regularly update statistics to optimize query plans)</a:t>
            </a:r>
          </a:p>
          <a:p>
            <a:endParaRPr lang="en-IN" dirty="0"/>
          </a:p>
        </p:txBody>
      </p:sp>
    </p:spTree>
    <p:extLst>
      <p:ext uri="{BB962C8B-B14F-4D97-AF65-F5344CB8AC3E}">
        <p14:creationId xmlns:p14="http://schemas.microsoft.com/office/powerpoint/2010/main" val="1164544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96FE4-ED4A-B655-9D92-ED33B8266B3C}"/>
              </a:ext>
            </a:extLst>
          </p:cNvPr>
          <p:cNvSpPr>
            <a:spLocks noGrp="1"/>
          </p:cNvSpPr>
          <p:nvPr>
            <p:ph type="title"/>
          </p:nvPr>
        </p:nvSpPr>
        <p:spPr/>
        <p:txBody>
          <a:bodyPr/>
          <a:lstStyle/>
          <a:p>
            <a:r>
              <a:rPr lang="en-IN" dirty="0"/>
              <a:t>9. Parallelism Warning</a:t>
            </a:r>
          </a:p>
        </p:txBody>
      </p:sp>
      <p:sp>
        <p:nvSpPr>
          <p:cNvPr id="3" name="Content Placeholder 2">
            <a:extLst>
              <a:ext uri="{FF2B5EF4-FFF2-40B4-BE49-F238E27FC236}">
                <a16:creationId xmlns:a16="http://schemas.microsoft.com/office/drawing/2014/main" id="{1418425A-9D90-C413-11B1-9DCA84DBC2E2}"/>
              </a:ext>
            </a:extLst>
          </p:cNvPr>
          <p:cNvSpPr>
            <a:spLocks noGrp="1"/>
          </p:cNvSpPr>
          <p:nvPr>
            <p:ph idx="1"/>
          </p:nvPr>
        </p:nvSpPr>
        <p:spPr/>
        <p:txBody>
          <a:bodyPr/>
          <a:lstStyle/>
          <a:p>
            <a:r>
              <a:rPr lang="en-US" dirty="0">
                <a:solidFill>
                  <a:schemeClr val="tx2">
                    <a:lumMod val="75000"/>
                  </a:schemeClr>
                </a:solidFill>
              </a:rPr>
              <a:t>What It Is: </a:t>
            </a:r>
            <a:r>
              <a:rPr lang="en-US" dirty="0"/>
              <a:t>SQL Server might attempt to parallelize a query, but sometimes it can slow things down instead of speeding them up.</a:t>
            </a:r>
          </a:p>
          <a:p>
            <a:r>
              <a:rPr lang="en-US" dirty="0">
                <a:solidFill>
                  <a:schemeClr val="tx2">
                    <a:lumMod val="75000"/>
                  </a:schemeClr>
                </a:solidFill>
              </a:rPr>
              <a:t>How to Spot It: </a:t>
            </a:r>
            <a:r>
              <a:rPr lang="en-US" dirty="0"/>
              <a:t>You'll see parallel plan operators in the execution plan, like Parallelism (Gather Streams).</a:t>
            </a:r>
          </a:p>
          <a:p>
            <a:pPr marL="0" indent="0">
              <a:lnSpc>
                <a:spcPct val="100000"/>
              </a:lnSpc>
              <a:buNone/>
            </a:pPr>
            <a:r>
              <a:rPr lang="en-US" b="1" dirty="0">
                <a:solidFill>
                  <a:schemeClr val="tx2">
                    <a:lumMod val="75000"/>
                  </a:schemeClr>
                </a:solidFill>
              </a:rPr>
              <a:t>Example:</a:t>
            </a:r>
          </a:p>
          <a:p>
            <a:pPr lvl="1"/>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Orders </a:t>
            </a:r>
            <a:r>
              <a:rPr lang="en-US" dirty="0">
                <a:solidFill>
                  <a:srgbClr val="0000FF"/>
                </a:solidFill>
                <a:latin typeface="Consolas" panose="020B0609020204030204" pitchFamily="49" charset="0"/>
              </a:rPr>
              <a:t>WHERE</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OrderAmount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&gt;</a:t>
            </a:r>
            <a:r>
              <a:rPr lang="en-US" dirty="0">
                <a:solidFill>
                  <a:srgbClr val="000000"/>
                </a:solidFill>
                <a:latin typeface="Consolas" panose="020B0609020204030204" pitchFamily="49" charset="0"/>
              </a:rPr>
              <a:t> 100</a:t>
            </a:r>
            <a:r>
              <a:rPr lang="en-US" dirty="0">
                <a:solidFill>
                  <a:srgbClr val="808080"/>
                </a:solidFill>
                <a:latin typeface="Consolas" panose="020B0609020204030204" pitchFamily="49" charset="0"/>
              </a:rPr>
              <a:t>;</a:t>
            </a:r>
          </a:p>
          <a:p>
            <a:pPr marL="0" indent="0">
              <a:buNone/>
            </a:pPr>
            <a:r>
              <a:rPr lang="en-US" b="1" dirty="0">
                <a:solidFill>
                  <a:schemeClr val="tx2">
                    <a:lumMod val="75000"/>
                  </a:schemeClr>
                </a:solidFill>
              </a:rPr>
              <a:t>Fix: </a:t>
            </a:r>
            <a:r>
              <a:rPr lang="en-US" dirty="0"/>
              <a:t>Limit parallelism using OPTION (MAXDOP 1) to use only one processor.</a:t>
            </a:r>
          </a:p>
          <a:p>
            <a:pPr lvl="1"/>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Orders </a:t>
            </a:r>
            <a:r>
              <a:rPr lang="en-US" dirty="0">
                <a:solidFill>
                  <a:srgbClr val="0000FF"/>
                </a:solidFill>
                <a:latin typeface="Consolas" panose="020B0609020204030204" pitchFamily="49" charset="0"/>
              </a:rPr>
              <a:t>WHERE</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OrderAmount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&gt;</a:t>
            </a:r>
            <a:r>
              <a:rPr lang="en-US" dirty="0">
                <a:solidFill>
                  <a:srgbClr val="000000"/>
                </a:solidFill>
                <a:latin typeface="Consolas" panose="020B0609020204030204" pitchFamily="49" charset="0"/>
              </a:rPr>
              <a:t> 100 </a:t>
            </a:r>
            <a:r>
              <a:rPr lang="en-US" dirty="0">
                <a:solidFill>
                  <a:srgbClr val="0000FF"/>
                </a:solidFill>
                <a:latin typeface="Consolas" panose="020B0609020204030204" pitchFamily="49" charset="0"/>
              </a:rPr>
              <a:t>OPTION </a:t>
            </a:r>
            <a:r>
              <a:rPr lang="en-US" dirty="0">
                <a:solidFill>
                  <a:srgbClr val="808080"/>
                </a:solidFill>
                <a:latin typeface="Consolas" panose="020B0609020204030204" pitchFamily="49" charset="0"/>
              </a:rPr>
              <a:t>(</a:t>
            </a:r>
            <a:r>
              <a:rPr lang="en-US" dirty="0">
                <a:solidFill>
                  <a:srgbClr val="0000FF"/>
                </a:solidFill>
                <a:latin typeface="Consolas" panose="020B0609020204030204" pitchFamily="49" charset="0"/>
              </a:rPr>
              <a:t>MAXDOP</a:t>
            </a:r>
            <a:r>
              <a:rPr lang="en-US" dirty="0">
                <a:solidFill>
                  <a:srgbClr val="000000"/>
                </a:solidFill>
                <a:latin typeface="Consolas" panose="020B0609020204030204" pitchFamily="49" charset="0"/>
              </a:rPr>
              <a:t> 1</a:t>
            </a:r>
            <a:r>
              <a:rPr lang="en-US" dirty="0">
                <a:solidFill>
                  <a:srgbClr val="808080"/>
                </a:solidFill>
                <a:latin typeface="Consolas" panose="020B0609020204030204" pitchFamily="49" charset="0"/>
              </a:rPr>
              <a:t>);</a:t>
            </a:r>
            <a:endParaRPr lang="en-US" dirty="0">
              <a:solidFill>
                <a:srgbClr val="000000"/>
              </a:solidFill>
              <a:latin typeface="Consolas" panose="020B0609020204030204" pitchFamily="49" charset="0"/>
            </a:endParaRPr>
          </a:p>
          <a:p>
            <a:r>
              <a:rPr lang="en-US" dirty="0">
                <a:solidFill>
                  <a:srgbClr val="D10233"/>
                </a:solidFill>
              </a:rPr>
              <a:t>Control parallelism when necessary to prevent performance degradation. </a:t>
            </a:r>
          </a:p>
          <a:p>
            <a:endParaRPr lang="en-IN" dirty="0"/>
          </a:p>
        </p:txBody>
      </p:sp>
    </p:spTree>
    <p:extLst>
      <p:ext uri="{BB962C8B-B14F-4D97-AF65-F5344CB8AC3E}">
        <p14:creationId xmlns:p14="http://schemas.microsoft.com/office/powerpoint/2010/main" val="3942505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BFFED9D-8F53-1DC9-47BA-C29BC21C9554}"/>
              </a:ext>
            </a:extLst>
          </p:cNvPr>
          <p:cNvSpPr>
            <a:spLocks noGrp="1"/>
          </p:cNvSpPr>
          <p:nvPr>
            <p:ph type="title"/>
          </p:nvPr>
        </p:nvSpPr>
        <p:spPr/>
        <p:txBody>
          <a:bodyPr/>
          <a:lstStyle/>
          <a:p>
            <a:r>
              <a:rPr lang="en-US" dirty="0"/>
              <a:t>Do's &amp; Don'ts While Writing a Query (Query Optimization)</a:t>
            </a:r>
            <a:endParaRPr lang="en-IN" dirty="0"/>
          </a:p>
        </p:txBody>
      </p:sp>
      <p:sp>
        <p:nvSpPr>
          <p:cNvPr id="5" name="Text Placeholder 4">
            <a:extLst>
              <a:ext uri="{FF2B5EF4-FFF2-40B4-BE49-F238E27FC236}">
                <a16:creationId xmlns:a16="http://schemas.microsoft.com/office/drawing/2014/main" id="{B44344E2-E041-72DE-BF78-422E9F7FCCF5}"/>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7760089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CC0B5-B934-F447-DD61-8E4FEE2112FD}"/>
              </a:ext>
            </a:extLst>
          </p:cNvPr>
          <p:cNvSpPr>
            <a:spLocks noGrp="1"/>
          </p:cNvSpPr>
          <p:nvPr>
            <p:ph type="title"/>
          </p:nvPr>
        </p:nvSpPr>
        <p:spPr/>
        <p:txBody>
          <a:bodyPr>
            <a:normAutofit/>
          </a:bodyPr>
          <a:lstStyle/>
          <a:p>
            <a:r>
              <a:rPr lang="en-US" dirty="0"/>
              <a:t>Query Optimization</a:t>
            </a:r>
          </a:p>
        </p:txBody>
      </p:sp>
      <p:sp>
        <p:nvSpPr>
          <p:cNvPr id="3" name="Content Placeholder 2">
            <a:extLst>
              <a:ext uri="{FF2B5EF4-FFF2-40B4-BE49-F238E27FC236}">
                <a16:creationId xmlns:a16="http://schemas.microsoft.com/office/drawing/2014/main" id="{720D7694-BB66-01B9-837D-3260EE6F21D9}"/>
              </a:ext>
            </a:extLst>
          </p:cNvPr>
          <p:cNvSpPr>
            <a:spLocks noGrp="1"/>
          </p:cNvSpPr>
          <p:nvPr>
            <p:ph idx="1"/>
          </p:nvPr>
        </p:nvSpPr>
        <p:spPr/>
        <p:txBody>
          <a:bodyPr/>
          <a:lstStyle/>
          <a:p>
            <a:r>
              <a:rPr lang="en-US" dirty="0"/>
              <a:t>Query optimization is the process of improving SQL queries in:</a:t>
            </a:r>
          </a:p>
          <a:p>
            <a:pPr marL="887412" lvl="1" indent="-342900"/>
            <a:r>
              <a:rPr lang="en-US" b="1" dirty="0"/>
              <a:t>Better performance</a:t>
            </a:r>
          </a:p>
          <a:p>
            <a:pPr marL="887412" lvl="1" indent="-342900"/>
            <a:r>
              <a:rPr lang="en-US" b="1" dirty="0"/>
              <a:t>Lower execution time</a:t>
            </a:r>
          </a:p>
          <a:p>
            <a:pPr marL="887412" lvl="1" indent="-342900"/>
            <a:r>
              <a:rPr lang="en-US" b="1" dirty="0"/>
              <a:t>Reduced resource usage</a:t>
            </a:r>
            <a:r>
              <a:rPr lang="en-US" dirty="0"/>
              <a:t> (CPU, memory, and I/O).</a:t>
            </a:r>
          </a:p>
          <a:p>
            <a:r>
              <a:rPr lang="en-US" dirty="0"/>
              <a:t>SQL performance tuning can be an incredibly </a:t>
            </a:r>
            <a:r>
              <a:rPr lang="en-US" dirty="0">
                <a:solidFill>
                  <a:srgbClr val="C00000"/>
                </a:solidFill>
              </a:rPr>
              <a:t>challenging task</a:t>
            </a:r>
            <a:r>
              <a:rPr lang="en-US" dirty="0"/>
              <a:t>, especially </a:t>
            </a:r>
            <a:r>
              <a:rPr lang="en-US" dirty="0">
                <a:solidFill>
                  <a:srgbClr val="C00000"/>
                </a:solidFill>
              </a:rPr>
              <a:t>when working with large-scale data </a:t>
            </a:r>
            <a:r>
              <a:rPr lang="en-US" dirty="0"/>
              <a:t>where even </a:t>
            </a:r>
            <a:r>
              <a:rPr lang="en-US" dirty="0">
                <a:solidFill>
                  <a:srgbClr val="C00000"/>
                </a:solidFill>
              </a:rPr>
              <a:t>the smallest change can have a dramatic performance effect, positively or negatively</a:t>
            </a:r>
            <a:r>
              <a:rPr lang="en-US" dirty="0"/>
              <a:t>. </a:t>
            </a:r>
          </a:p>
        </p:txBody>
      </p:sp>
    </p:spTree>
    <p:extLst>
      <p:ext uri="{BB962C8B-B14F-4D97-AF65-F5344CB8AC3E}">
        <p14:creationId xmlns:p14="http://schemas.microsoft.com/office/powerpoint/2010/main" val="1503406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1. Use of Varchar instead of Char Data Type</a:t>
            </a:r>
          </a:p>
        </p:txBody>
      </p:sp>
      <p:sp>
        <p:nvSpPr>
          <p:cNvPr id="3" name="Content Placeholder 2"/>
          <p:cNvSpPr>
            <a:spLocks noGrp="1"/>
          </p:cNvSpPr>
          <p:nvPr>
            <p:ph idx="1"/>
          </p:nvPr>
        </p:nvSpPr>
        <p:spPr/>
        <p:txBody>
          <a:bodyPr/>
          <a:lstStyle/>
          <a:p>
            <a:r>
              <a:rPr lang="en-US" b="1" dirty="0">
                <a:solidFill>
                  <a:schemeClr val="tx2"/>
                </a:solidFill>
              </a:rPr>
              <a:t>CHAR(n):</a:t>
            </a:r>
            <a:r>
              <a:rPr lang="en-US" dirty="0"/>
              <a:t> Fixed-length, always takes n bytes (pads spaces if shorter). </a:t>
            </a:r>
          </a:p>
          <a:p>
            <a:pPr lvl="1"/>
            <a:r>
              <a:rPr lang="en-US" dirty="0"/>
              <a:t>Example: CHAR(100) takes 100 bytes even if storing 1 character.</a:t>
            </a:r>
          </a:p>
          <a:p>
            <a:r>
              <a:rPr lang="en-US" b="1" dirty="0">
                <a:solidFill>
                  <a:schemeClr val="tx2"/>
                </a:solidFill>
              </a:rPr>
              <a:t>VARCHAR(n)</a:t>
            </a:r>
            <a:r>
              <a:rPr lang="en-US" dirty="0"/>
              <a:t>: Variable-length, stores only actual data length + 2 bytes overhead. </a:t>
            </a:r>
          </a:p>
          <a:p>
            <a:pPr lvl="1"/>
            <a:r>
              <a:rPr lang="en-US" dirty="0"/>
              <a:t>Example: VARCHAR(100) takes 1 byte for a single character.</a:t>
            </a:r>
          </a:p>
          <a:p>
            <a:r>
              <a:rPr lang="en-US" b="1" dirty="0"/>
              <a:t>Memory Efficiency </a:t>
            </a:r>
            <a:r>
              <a:rPr lang="en-US" dirty="0"/>
              <a:t>→ VARCHAR is more efficient than CHAR as it avoids unnecessary padding.</a:t>
            </a:r>
          </a:p>
          <a:p>
            <a:r>
              <a:rPr lang="en-US" b="1" dirty="0"/>
              <a:t>Usage</a:t>
            </a:r>
            <a:r>
              <a:rPr lang="en-US" dirty="0"/>
              <a:t> → Use CHAR only for fixed-length data (e.g., country codes, PAN number), VARCHAR for variable-length data (e.g., names, descriptions).</a:t>
            </a:r>
          </a:p>
        </p:txBody>
      </p:sp>
    </p:spTree>
    <p:extLst>
      <p:ext uri="{BB962C8B-B14F-4D97-AF65-F5344CB8AC3E}">
        <p14:creationId xmlns:p14="http://schemas.microsoft.com/office/powerpoint/2010/main" val="961121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2. SELECT fields, rather than using SELECT *</a:t>
            </a:r>
          </a:p>
        </p:txBody>
      </p:sp>
      <p:sp>
        <p:nvSpPr>
          <p:cNvPr id="3" name="Content Placeholder 2"/>
          <p:cNvSpPr>
            <a:spLocks noGrp="1"/>
          </p:cNvSpPr>
          <p:nvPr>
            <p:ph idx="1"/>
          </p:nvPr>
        </p:nvSpPr>
        <p:spPr/>
        <p:txBody>
          <a:bodyPr/>
          <a:lstStyle/>
          <a:p>
            <a:r>
              <a:rPr lang="en-US" dirty="0"/>
              <a:t>Use the SELECT statement optimally, instead of always fetching all data from the table. </a:t>
            </a:r>
          </a:p>
          <a:p>
            <a:r>
              <a:rPr lang="en-US" dirty="0"/>
              <a:t>Fetch only the necessary data from the table, thereby avoiding the costs of transferring unwanted data and processing it.</a:t>
            </a:r>
          </a:p>
          <a:p>
            <a:r>
              <a:rPr lang="en-US" b="1" dirty="0">
                <a:solidFill>
                  <a:srgbClr val="FF0000"/>
                </a:solidFill>
              </a:rPr>
              <a:t>Inefficient</a:t>
            </a:r>
          </a:p>
          <a:p>
            <a:pPr marL="457200" lvl="1" indent="0">
              <a:buNone/>
            </a:pP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Business</a:t>
            </a:r>
          </a:p>
          <a:p>
            <a:pPr lvl="1"/>
            <a:endParaRPr lang="en-US" dirty="0">
              <a:solidFill>
                <a:srgbClr val="000000"/>
              </a:solidFill>
              <a:latin typeface="Consolas" panose="020B0609020204030204" pitchFamily="49" charset="0"/>
            </a:endParaRPr>
          </a:p>
          <a:p>
            <a:pPr marL="265113" lvl="1" indent="-265113">
              <a:spcBef>
                <a:spcPts val="1000"/>
              </a:spcBef>
              <a:buFont typeface="Wingdings 3" panose="05040102010807070707" pitchFamily="18" charset="2"/>
              <a:buChar char=""/>
            </a:pPr>
            <a:r>
              <a:rPr lang="en-US" sz="2400" b="1" dirty="0">
                <a:solidFill>
                  <a:schemeClr val="accent4"/>
                </a:solidFill>
              </a:rPr>
              <a:t>Efficient</a:t>
            </a:r>
          </a:p>
          <a:p>
            <a:pPr marL="457200" lvl="1" indent="0">
              <a:buNone/>
            </a:pP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CustName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Phone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C_Address</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CompanyZip</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Business</a:t>
            </a:r>
          </a:p>
          <a:p>
            <a:pPr lvl="1"/>
            <a:r>
              <a:rPr lang="en-US" dirty="0"/>
              <a:t>This query is much simpler, and only pulls the required details from the business table.</a:t>
            </a:r>
          </a:p>
        </p:txBody>
      </p:sp>
    </p:spTree>
    <p:extLst>
      <p:ext uri="{BB962C8B-B14F-4D97-AF65-F5344CB8AC3E}">
        <p14:creationId xmlns:p14="http://schemas.microsoft.com/office/powerpoint/2010/main" val="248419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3. Avoid DISTINCT in SELECT query</a:t>
            </a:r>
          </a:p>
        </p:txBody>
      </p:sp>
      <p:sp>
        <p:nvSpPr>
          <p:cNvPr id="3" name="Content Placeholder 2"/>
          <p:cNvSpPr>
            <a:spLocks noGrp="1"/>
          </p:cNvSpPr>
          <p:nvPr>
            <p:ph idx="1"/>
          </p:nvPr>
        </p:nvSpPr>
        <p:spPr/>
        <p:txBody>
          <a:bodyPr/>
          <a:lstStyle/>
          <a:p>
            <a:r>
              <a:rPr lang="en-US" dirty="0"/>
              <a:t>SELECT </a:t>
            </a:r>
            <a:r>
              <a:rPr lang="en-US" b="1" dirty="0"/>
              <a:t>DISTINCT</a:t>
            </a:r>
            <a:r>
              <a:rPr lang="en-US" dirty="0"/>
              <a:t> is a simple way of removing duplicates from a database.</a:t>
            </a:r>
          </a:p>
          <a:p>
            <a:r>
              <a:rPr lang="en-US" dirty="0"/>
              <a:t>SELECT </a:t>
            </a:r>
            <a:r>
              <a:rPr lang="en-US" b="1" dirty="0"/>
              <a:t>DISTINCT</a:t>
            </a:r>
            <a:r>
              <a:rPr lang="en-US" dirty="0"/>
              <a:t> works to generate distinct outcomes by using the </a:t>
            </a:r>
            <a:r>
              <a:rPr lang="en-US" b="1" dirty="0"/>
              <a:t>GROUP BY </a:t>
            </a:r>
            <a:r>
              <a:rPr lang="en-US" dirty="0"/>
              <a:t>clause, which groups all the fields in the query.</a:t>
            </a:r>
          </a:p>
          <a:p>
            <a:r>
              <a:rPr lang="en-US" dirty="0"/>
              <a:t>However, a large amount of processing power is required to do this. So, avoid DISTINCT in SELECT queries if not required.</a:t>
            </a:r>
          </a:p>
          <a:p>
            <a:r>
              <a:rPr lang="en-US" b="1" dirty="0">
                <a:solidFill>
                  <a:srgbClr val="FF0000"/>
                </a:solidFill>
              </a:rPr>
              <a:t>Inefficient</a:t>
            </a:r>
          </a:p>
          <a:p>
            <a:pPr marL="457200" lvl="1" indent="0">
              <a:buNone/>
            </a:pP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DISTINCT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FName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LName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Country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Customers</a:t>
            </a:r>
          </a:p>
          <a:p>
            <a:pPr lvl="1"/>
            <a:r>
              <a:rPr lang="en-US" dirty="0">
                <a:solidFill>
                  <a:schemeClr val="accent6"/>
                </a:solidFill>
              </a:rPr>
              <a:t>Multiple people in the same country might have the same first and last name.</a:t>
            </a:r>
            <a:endParaRPr lang="en-US" dirty="0">
              <a:solidFill>
                <a:schemeClr val="accent6"/>
              </a:solidFill>
              <a:latin typeface="Consolas" panose="020B0609020204030204" pitchFamily="49" charset="0"/>
            </a:endParaRPr>
          </a:p>
          <a:p>
            <a:pPr lvl="1"/>
            <a:endParaRPr lang="en-US" dirty="0">
              <a:solidFill>
                <a:srgbClr val="000000"/>
              </a:solidFill>
              <a:latin typeface="Consolas" panose="020B0609020204030204" pitchFamily="49" charset="0"/>
            </a:endParaRPr>
          </a:p>
          <a:p>
            <a:pPr marL="265113" lvl="1" indent="-265113">
              <a:spcBef>
                <a:spcPts val="1000"/>
              </a:spcBef>
              <a:buFont typeface="Wingdings 3" panose="05040102010807070707" pitchFamily="18" charset="2"/>
              <a:buChar char=""/>
            </a:pPr>
            <a:r>
              <a:rPr lang="en-US" sz="2400" b="1" dirty="0">
                <a:solidFill>
                  <a:schemeClr val="accent4"/>
                </a:solidFill>
              </a:rPr>
              <a:t>Efficient</a:t>
            </a:r>
          </a:p>
          <a:p>
            <a:pPr marL="457200" lvl="1" indent="0">
              <a:buNone/>
            </a:pP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ID</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FName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LName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Country</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State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City</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Zip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Customers</a:t>
            </a:r>
          </a:p>
          <a:p>
            <a:pPr lvl="1"/>
            <a:r>
              <a:rPr lang="en-US" dirty="0"/>
              <a:t>Unduplicated records are returned without using SELECT DISTINCT by adding more fields.</a:t>
            </a:r>
          </a:p>
          <a:p>
            <a:endParaRPr lang="en-US" dirty="0"/>
          </a:p>
        </p:txBody>
      </p:sp>
    </p:spTree>
    <p:extLst>
      <p:ext uri="{BB962C8B-B14F-4D97-AF65-F5344CB8AC3E}">
        <p14:creationId xmlns:p14="http://schemas.microsoft.com/office/powerpoint/2010/main" val="612618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Be aware of NULL in your results</a:t>
            </a:r>
          </a:p>
        </p:txBody>
      </p:sp>
      <p:sp>
        <p:nvSpPr>
          <p:cNvPr id="3" name="Content Placeholder 2"/>
          <p:cNvSpPr>
            <a:spLocks noGrp="1"/>
          </p:cNvSpPr>
          <p:nvPr>
            <p:ph idx="1"/>
          </p:nvPr>
        </p:nvSpPr>
        <p:spPr/>
        <p:txBody>
          <a:bodyPr/>
          <a:lstStyle/>
          <a:p>
            <a:r>
              <a:rPr lang="en-US" dirty="0"/>
              <a:t>A field with a </a:t>
            </a:r>
            <a:r>
              <a:rPr lang="en-US" dirty="0">
                <a:solidFill>
                  <a:srgbClr val="C00000"/>
                </a:solidFill>
              </a:rPr>
              <a:t>NULL value is a field with no value</a:t>
            </a:r>
            <a:r>
              <a:rPr lang="en-US" dirty="0"/>
              <a:t>. </a:t>
            </a:r>
          </a:p>
          <a:p>
            <a:r>
              <a:rPr lang="en-US" dirty="0"/>
              <a:t>If a field in a table is optional, it is possible to insert a new record or update a record without adding a value to this field.</a:t>
            </a:r>
          </a:p>
          <a:p>
            <a:r>
              <a:rPr lang="en-US" dirty="0"/>
              <a:t>Then, the field will be saved with a NULL value.</a:t>
            </a:r>
          </a:p>
          <a:p>
            <a:r>
              <a:rPr lang="en-US" b="1" i="1" dirty="0"/>
              <a:t>Note</a:t>
            </a:r>
            <a:r>
              <a:rPr lang="en-US" dirty="0"/>
              <a:t>: </a:t>
            </a:r>
            <a:r>
              <a:rPr lang="en-US" dirty="0">
                <a:solidFill>
                  <a:srgbClr val="C00000"/>
                </a:solidFill>
              </a:rPr>
              <a:t>A NULL value is different from a zero value or a field that contains spaces</a:t>
            </a:r>
            <a:r>
              <a:rPr lang="en-US" dirty="0"/>
              <a:t>.</a:t>
            </a:r>
          </a:p>
          <a:p>
            <a:r>
              <a:rPr lang="en-US" b="1" dirty="0">
                <a:solidFill>
                  <a:srgbClr val="FF0000"/>
                </a:solidFill>
              </a:rPr>
              <a:t>Inefficient</a:t>
            </a:r>
          </a:p>
          <a:p>
            <a:pPr marL="457200" lvl="1" indent="0">
              <a:buNone/>
            </a:pP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1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NULL</a:t>
            </a:r>
          </a:p>
          <a:p>
            <a:pPr lvl="1"/>
            <a:r>
              <a:rPr lang="en-US" dirty="0"/>
              <a:t>Answer will be NULL, but in real world this is wrong because many columns with having null values and when you do any operation on it then result will be null</a:t>
            </a:r>
            <a:r>
              <a:rPr lang="en-US" dirty="0">
                <a:solidFill>
                  <a:schemeClr val="accent6"/>
                </a:solidFill>
              </a:rPr>
              <a:t>.</a:t>
            </a:r>
            <a:endParaRPr lang="en-US" dirty="0">
              <a:solidFill>
                <a:schemeClr val="accent6"/>
              </a:solidFill>
              <a:latin typeface="Consolas" panose="020B0609020204030204" pitchFamily="49" charset="0"/>
            </a:endParaRPr>
          </a:p>
          <a:p>
            <a:pPr lvl="1"/>
            <a:endParaRPr lang="en-US" dirty="0">
              <a:solidFill>
                <a:srgbClr val="000000"/>
              </a:solidFill>
              <a:latin typeface="Consolas" panose="020B0609020204030204" pitchFamily="49" charset="0"/>
            </a:endParaRPr>
          </a:p>
          <a:p>
            <a:pPr marL="265113" lvl="1" indent="-265113">
              <a:spcBef>
                <a:spcPts val="1000"/>
              </a:spcBef>
              <a:buFont typeface="Wingdings 3" panose="05040102010807070707" pitchFamily="18" charset="2"/>
              <a:buChar char=""/>
            </a:pPr>
            <a:r>
              <a:rPr lang="en-US" sz="2400" b="1" dirty="0">
                <a:solidFill>
                  <a:schemeClr val="accent4"/>
                </a:solidFill>
              </a:rPr>
              <a:t>Efficient</a:t>
            </a:r>
          </a:p>
          <a:p>
            <a:pPr marL="457200" lvl="1" indent="0">
              <a:buNone/>
            </a:pP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1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FF00FF"/>
                </a:solidFill>
                <a:latin typeface="Consolas" panose="020B0609020204030204" pitchFamily="49" charset="0"/>
              </a:rPr>
              <a:t>ISNULL</a:t>
            </a:r>
            <a:r>
              <a:rPr lang="en-US" dirty="0">
                <a:solidFill>
                  <a:srgbClr val="808080"/>
                </a:solidFill>
                <a:latin typeface="Consolas" panose="020B0609020204030204" pitchFamily="49" charset="0"/>
              </a:rPr>
              <a:t>(NULL,</a:t>
            </a:r>
            <a:r>
              <a:rPr lang="en-US" dirty="0">
                <a:solidFill>
                  <a:srgbClr val="000000"/>
                </a:solidFill>
                <a:latin typeface="Consolas" panose="020B0609020204030204" pitchFamily="49" charset="0"/>
              </a:rPr>
              <a:t>0</a:t>
            </a:r>
            <a:r>
              <a:rPr lang="en-US" dirty="0">
                <a:solidFill>
                  <a:srgbClr val="808080"/>
                </a:solidFill>
                <a:latin typeface="Consolas" panose="020B0609020204030204" pitchFamily="49" charset="0"/>
              </a:rPr>
              <a:t>)</a:t>
            </a:r>
          </a:p>
          <a:p>
            <a:pPr lvl="1"/>
            <a:r>
              <a:rPr lang="en-US" dirty="0"/>
              <a:t>Answer will be 1. Replaces NULL with the specified value.</a:t>
            </a:r>
          </a:p>
          <a:p>
            <a:endParaRPr lang="en-US" dirty="0"/>
          </a:p>
        </p:txBody>
      </p:sp>
    </p:spTree>
    <p:extLst>
      <p:ext uri="{BB962C8B-B14F-4D97-AF65-F5344CB8AC3E}">
        <p14:creationId xmlns:p14="http://schemas.microsoft.com/office/powerpoint/2010/main" val="1981095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Do not include column numbers in ORDER BY</a:t>
            </a:r>
          </a:p>
        </p:txBody>
      </p:sp>
      <p:sp>
        <p:nvSpPr>
          <p:cNvPr id="3" name="Content Placeholder 2"/>
          <p:cNvSpPr>
            <a:spLocks noGrp="1"/>
          </p:cNvSpPr>
          <p:nvPr>
            <p:ph idx="1"/>
          </p:nvPr>
        </p:nvSpPr>
        <p:spPr/>
        <p:txBody>
          <a:bodyPr/>
          <a:lstStyle/>
          <a:p>
            <a:r>
              <a:rPr lang="en-US" dirty="0"/>
              <a:t>The main purpose of using this is for usability and scalability and not just performance. </a:t>
            </a:r>
          </a:p>
          <a:p>
            <a:r>
              <a:rPr lang="en-US" dirty="0"/>
              <a:t>When you use </a:t>
            </a:r>
            <a:r>
              <a:rPr lang="en-US" dirty="0" err="1"/>
              <a:t>ColumnNumber</a:t>
            </a:r>
            <a:r>
              <a:rPr lang="en-US" dirty="0"/>
              <a:t>, then the results will be unpredictable and wrong in terms of ORDER BY.</a:t>
            </a:r>
          </a:p>
          <a:p>
            <a:r>
              <a:rPr lang="en-US" b="1" dirty="0">
                <a:solidFill>
                  <a:srgbClr val="FF0000"/>
                </a:solidFill>
              </a:rPr>
              <a:t>Inefficient</a:t>
            </a:r>
          </a:p>
          <a:p>
            <a:pPr marL="457200" lvl="1" indent="0">
              <a:buNone/>
            </a:pP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StateName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StateCode</a:t>
            </a:r>
            <a:r>
              <a:rPr lang="en-US" dirty="0">
                <a:solidFill>
                  <a:srgbClr val="000000"/>
                </a:solidFill>
                <a:latin typeface="Consolas" panose="020B0609020204030204" pitchFamily="49" charset="0"/>
              </a:rPr>
              <a:t>, Remarks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State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Order</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By</a:t>
            </a:r>
            <a:r>
              <a:rPr lang="en-US" dirty="0">
                <a:solidFill>
                  <a:srgbClr val="000000"/>
                </a:solidFill>
                <a:latin typeface="Consolas" panose="020B0609020204030204" pitchFamily="49" charset="0"/>
              </a:rPr>
              <a:t> 1</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2</a:t>
            </a:r>
          </a:p>
          <a:p>
            <a:pPr lvl="1"/>
            <a:r>
              <a:rPr lang="en-US" dirty="0"/>
              <a:t>This will perform order by with column sequence of your table.</a:t>
            </a:r>
            <a:endParaRPr lang="en-US" dirty="0">
              <a:solidFill>
                <a:schemeClr val="accent6"/>
              </a:solidFill>
              <a:latin typeface="Consolas" panose="020B0609020204030204" pitchFamily="49" charset="0"/>
            </a:endParaRPr>
          </a:p>
          <a:p>
            <a:pPr lvl="1"/>
            <a:endParaRPr lang="en-US" dirty="0">
              <a:solidFill>
                <a:srgbClr val="000000"/>
              </a:solidFill>
              <a:latin typeface="Consolas" panose="020B0609020204030204" pitchFamily="49" charset="0"/>
            </a:endParaRPr>
          </a:p>
          <a:p>
            <a:pPr marL="265113" lvl="1" indent="-265113">
              <a:spcBef>
                <a:spcPts val="1000"/>
              </a:spcBef>
              <a:buFont typeface="Wingdings 3" panose="05040102010807070707" pitchFamily="18" charset="2"/>
              <a:buChar char=""/>
            </a:pPr>
            <a:r>
              <a:rPr lang="en-US" sz="2400" b="1" dirty="0">
                <a:solidFill>
                  <a:schemeClr val="accent4"/>
                </a:solidFill>
              </a:rPr>
              <a:t>Efficient</a:t>
            </a:r>
          </a:p>
          <a:p>
            <a:pPr marL="457200" lvl="1" indent="0">
              <a:buClr>
                <a:srgbClr val="1D6FA9"/>
              </a:buClr>
              <a:buNone/>
            </a:pP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StateName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StateCode</a:t>
            </a:r>
            <a:r>
              <a:rPr lang="en-US" dirty="0">
                <a:solidFill>
                  <a:srgbClr val="000000"/>
                </a:solidFill>
                <a:latin typeface="Consolas" panose="020B0609020204030204" pitchFamily="49" charset="0"/>
              </a:rPr>
              <a:t>, Remarks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State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Order</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By</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StateCode</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StateName</a:t>
            </a:r>
            <a:endParaRPr lang="en-US" dirty="0">
              <a:solidFill>
                <a:srgbClr val="000000"/>
              </a:solidFill>
              <a:latin typeface="Consolas" panose="020B0609020204030204" pitchFamily="49" charset="0"/>
            </a:endParaRPr>
          </a:p>
          <a:p>
            <a:pPr lvl="1"/>
            <a:r>
              <a:rPr lang="en-US" dirty="0"/>
              <a:t>Always write column names in order by instead of numbers.</a:t>
            </a:r>
          </a:p>
          <a:p>
            <a:endParaRPr lang="en-US" dirty="0"/>
          </a:p>
          <a:p>
            <a:endParaRPr lang="en-US" dirty="0"/>
          </a:p>
        </p:txBody>
      </p:sp>
    </p:spTree>
    <p:extLst>
      <p:ext uri="{BB962C8B-B14F-4D97-AF65-F5344CB8AC3E}">
        <p14:creationId xmlns:p14="http://schemas.microsoft.com/office/powerpoint/2010/main" val="2516458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 Prefix for stored procedures should not that starts with “</a:t>
            </a:r>
            <a:r>
              <a:rPr lang="en-US" dirty="0" err="1"/>
              <a:t>sp</a:t>
            </a:r>
            <a:r>
              <a:rPr lang="en-US" dirty="0"/>
              <a:t>_”</a:t>
            </a:r>
          </a:p>
        </p:txBody>
      </p:sp>
      <p:sp>
        <p:nvSpPr>
          <p:cNvPr id="3" name="Content Placeholder 2"/>
          <p:cNvSpPr>
            <a:spLocks noGrp="1"/>
          </p:cNvSpPr>
          <p:nvPr>
            <p:ph idx="1"/>
          </p:nvPr>
        </p:nvSpPr>
        <p:spPr/>
        <p:txBody>
          <a:bodyPr/>
          <a:lstStyle/>
          <a:p>
            <a:r>
              <a:rPr lang="en-US" dirty="0"/>
              <a:t>Do not use a prefix for stored procedures that starts with “</a:t>
            </a:r>
            <a:r>
              <a:rPr lang="en-US" dirty="0" err="1"/>
              <a:t>sp</a:t>
            </a:r>
            <a:r>
              <a:rPr lang="en-US" dirty="0"/>
              <a:t>_”.</a:t>
            </a:r>
          </a:p>
          <a:p>
            <a:r>
              <a:rPr lang="en-US" dirty="0"/>
              <a:t>Reason: </a:t>
            </a:r>
            <a:r>
              <a:rPr lang="en-US" dirty="0" err="1">
                <a:solidFill>
                  <a:schemeClr val="tx2"/>
                </a:solidFill>
              </a:rPr>
              <a:t>sp</a:t>
            </a:r>
            <a:r>
              <a:rPr lang="en-US" dirty="0">
                <a:solidFill>
                  <a:schemeClr val="tx2"/>
                </a:solidFill>
              </a:rPr>
              <a:t>_</a:t>
            </a:r>
            <a:r>
              <a:rPr lang="en-US" dirty="0"/>
              <a:t> is reserved for system stored procedures in SQL Server</a:t>
            </a:r>
          </a:p>
          <a:p>
            <a:r>
              <a:rPr lang="en-US" dirty="0"/>
              <a:t>It is advised to follow a unique pattern to name procedures that can be differentiated easily.</a:t>
            </a:r>
          </a:p>
          <a:p>
            <a:r>
              <a:rPr lang="en-US" dirty="0"/>
              <a:t>It helps to avoid </a:t>
            </a:r>
            <a:r>
              <a:rPr lang="en-IN" b="1" dirty="0"/>
              <a:t>Performance issue</a:t>
            </a:r>
            <a:r>
              <a:rPr lang="en-IN" dirty="0"/>
              <a:t> and </a:t>
            </a:r>
            <a:r>
              <a:rPr lang="en-IN" b="1" dirty="0"/>
              <a:t>Naming conflicts</a:t>
            </a:r>
            <a:endParaRPr lang="en-US" b="1" dirty="0"/>
          </a:p>
          <a:p>
            <a:r>
              <a:rPr lang="en-US" dirty="0"/>
              <a:t>Because system procedures also starts with “</a:t>
            </a:r>
            <a:r>
              <a:rPr lang="en-US" dirty="0" err="1"/>
              <a:t>sp</a:t>
            </a:r>
            <a:r>
              <a:rPr lang="en-US" dirty="0"/>
              <a:t>_” like </a:t>
            </a:r>
            <a:r>
              <a:rPr lang="en-US" dirty="0" err="1">
                <a:solidFill>
                  <a:srgbClr val="800000"/>
                </a:solidFill>
                <a:latin typeface="Consolas" panose="020B0609020204030204" pitchFamily="49" charset="0"/>
              </a:rPr>
              <a:t>sp_helptext</a:t>
            </a:r>
            <a:r>
              <a:rPr lang="en-US" dirty="0">
                <a:solidFill>
                  <a:srgbClr val="800000"/>
                </a:solidFill>
                <a:latin typeface="Consolas" panose="020B0609020204030204" pitchFamily="49" charset="0"/>
              </a:rPr>
              <a:t>, </a:t>
            </a:r>
            <a:r>
              <a:rPr lang="en-US" dirty="0" err="1">
                <a:solidFill>
                  <a:srgbClr val="800000"/>
                </a:solidFill>
                <a:latin typeface="Consolas" panose="020B0609020204030204" pitchFamily="49" charset="0"/>
              </a:rPr>
              <a:t>sp_helpindex</a:t>
            </a:r>
            <a:r>
              <a:rPr lang="en-US" dirty="0">
                <a:solidFill>
                  <a:srgbClr val="800000"/>
                </a:solidFill>
                <a:latin typeface="Consolas" panose="020B0609020204030204" pitchFamily="49" charset="0"/>
              </a:rPr>
              <a:t> </a:t>
            </a:r>
            <a:r>
              <a:rPr lang="en-US" dirty="0"/>
              <a:t>etc.</a:t>
            </a:r>
          </a:p>
          <a:p>
            <a:r>
              <a:rPr lang="en-US" b="1" dirty="0">
                <a:solidFill>
                  <a:srgbClr val="FF0000"/>
                </a:solidFill>
              </a:rPr>
              <a:t>Inefficient</a:t>
            </a:r>
          </a:p>
          <a:p>
            <a:pPr marL="457200" lvl="1" indent="0">
              <a:buNone/>
            </a:pPr>
            <a:r>
              <a:rPr lang="en-US" dirty="0">
                <a:solidFill>
                  <a:srgbClr val="0000FF"/>
                </a:solidFill>
                <a:latin typeface="Consolas" panose="020B0609020204030204" pitchFamily="49" charset="0"/>
              </a:rPr>
              <a:t>Create Procedure </a:t>
            </a:r>
            <a:r>
              <a:rPr lang="en-US" dirty="0" err="1">
                <a:solidFill>
                  <a:srgbClr val="000000"/>
                </a:solidFill>
                <a:latin typeface="Consolas" panose="020B0609020204030204" pitchFamily="49" charset="0"/>
              </a:rPr>
              <a:t>sp_tblState_insert</a:t>
            </a:r>
            <a:endParaRPr lang="en-US" dirty="0">
              <a:solidFill>
                <a:srgbClr val="000000"/>
              </a:solidFill>
              <a:latin typeface="Consolas" panose="020B0609020204030204" pitchFamily="49" charset="0"/>
            </a:endParaRPr>
          </a:p>
          <a:p>
            <a:pPr marL="457200" lvl="1" indent="0">
              <a:buNone/>
            </a:pPr>
            <a:endParaRPr lang="en-US" dirty="0">
              <a:solidFill>
                <a:srgbClr val="000000"/>
              </a:solidFill>
              <a:latin typeface="Consolas" panose="020B0609020204030204" pitchFamily="49" charset="0"/>
            </a:endParaRPr>
          </a:p>
          <a:p>
            <a:pPr marL="265113" lvl="1" indent="-265113">
              <a:spcBef>
                <a:spcPts val="1000"/>
              </a:spcBef>
              <a:buFont typeface="Wingdings 3" panose="05040102010807070707" pitchFamily="18" charset="2"/>
              <a:buChar char=""/>
            </a:pPr>
            <a:r>
              <a:rPr lang="en-US" sz="2400" b="1" dirty="0">
                <a:solidFill>
                  <a:schemeClr val="accent4"/>
                </a:solidFill>
              </a:rPr>
              <a:t>Efficient</a:t>
            </a:r>
          </a:p>
          <a:p>
            <a:pPr marL="457200" lvl="1" indent="0">
              <a:buNone/>
            </a:pPr>
            <a:r>
              <a:rPr lang="en-US" dirty="0">
                <a:solidFill>
                  <a:srgbClr val="0000FF"/>
                </a:solidFill>
                <a:latin typeface="Consolas" panose="020B0609020204030204" pitchFamily="49" charset="0"/>
              </a:rPr>
              <a:t>Create Procedure </a:t>
            </a:r>
            <a:r>
              <a:rPr lang="en-US" dirty="0" err="1">
                <a:solidFill>
                  <a:srgbClr val="000000"/>
                </a:solidFill>
                <a:latin typeface="Consolas" panose="020B0609020204030204" pitchFamily="49" charset="0"/>
              </a:rPr>
              <a:t>PR_LOC_State_Insert</a:t>
            </a:r>
            <a:endParaRPr lang="en-US" dirty="0">
              <a:solidFill>
                <a:srgbClr val="000000"/>
              </a:solidFill>
              <a:latin typeface="Consolas" panose="020B0609020204030204" pitchFamily="49" charset="0"/>
            </a:endParaRPr>
          </a:p>
          <a:p>
            <a:pPr marL="457200" lvl="1" indent="0">
              <a:buNone/>
            </a:pPr>
            <a:r>
              <a:rPr lang="en-US" dirty="0">
                <a:solidFill>
                  <a:srgbClr val="0000FF"/>
                </a:solidFill>
                <a:latin typeface="Consolas" panose="020B0609020204030204" pitchFamily="49" charset="0"/>
              </a:rPr>
              <a:t>Create Procedure </a:t>
            </a:r>
            <a:r>
              <a:rPr lang="en-US" dirty="0" err="1">
                <a:solidFill>
                  <a:srgbClr val="000000"/>
                </a:solidFill>
                <a:latin typeface="Consolas" panose="020B0609020204030204" pitchFamily="49" charset="0"/>
              </a:rPr>
              <a:t>PR_LOC_State_SelectForAll</a:t>
            </a:r>
            <a:endParaRPr lang="en-US" dirty="0">
              <a:solidFill>
                <a:srgbClr val="000000"/>
              </a:solidFill>
              <a:latin typeface="Consolas" panose="020B0609020204030204" pitchFamily="49" charset="0"/>
            </a:endParaRPr>
          </a:p>
          <a:p>
            <a:pPr marL="457200" lvl="1" indent="0">
              <a:buNone/>
            </a:pPr>
            <a:r>
              <a:rPr lang="en-US" dirty="0">
                <a:solidFill>
                  <a:srgbClr val="0000FF"/>
                </a:solidFill>
                <a:latin typeface="Consolas" panose="020B0609020204030204" pitchFamily="49" charset="0"/>
              </a:rPr>
              <a:t>Create Procedure </a:t>
            </a:r>
            <a:r>
              <a:rPr lang="en-US" dirty="0" err="1">
                <a:solidFill>
                  <a:srgbClr val="000000"/>
                </a:solidFill>
                <a:latin typeface="Consolas" panose="020B0609020204030204" pitchFamily="49" charset="0"/>
              </a:rPr>
              <a:t>PR_LOC_State_Delete</a:t>
            </a:r>
            <a:endParaRPr lang="en-US" dirty="0">
              <a:solidFill>
                <a:srgbClr val="000000"/>
              </a:solidFill>
              <a:latin typeface="Consolas" panose="020B0609020204030204" pitchFamily="49" charset="0"/>
            </a:endParaRPr>
          </a:p>
          <a:p>
            <a:endParaRPr lang="en-US" dirty="0"/>
          </a:p>
          <a:p>
            <a:endParaRPr lang="en-US" dirty="0"/>
          </a:p>
        </p:txBody>
      </p:sp>
    </p:spTree>
    <p:extLst>
      <p:ext uri="{BB962C8B-B14F-4D97-AF65-F5344CB8AC3E}">
        <p14:creationId xmlns:p14="http://schemas.microsoft.com/office/powerpoint/2010/main" val="1913333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 Indexing</a:t>
            </a:r>
          </a:p>
        </p:txBody>
      </p:sp>
      <p:sp>
        <p:nvSpPr>
          <p:cNvPr id="3" name="Content Placeholder 2"/>
          <p:cNvSpPr>
            <a:spLocks noGrp="1"/>
          </p:cNvSpPr>
          <p:nvPr>
            <p:ph idx="1"/>
          </p:nvPr>
        </p:nvSpPr>
        <p:spPr/>
        <p:txBody>
          <a:bodyPr/>
          <a:lstStyle/>
          <a:p>
            <a:r>
              <a:rPr lang="en-US" dirty="0">
                <a:solidFill>
                  <a:srgbClr val="C00000"/>
                </a:solidFill>
              </a:rPr>
              <a:t>Boosts Query Performance </a:t>
            </a:r>
            <a:r>
              <a:rPr lang="en-US" dirty="0"/>
              <a:t>→ Indexes help retrieve data faster by optimizing query execution.</a:t>
            </a:r>
          </a:p>
          <a:p>
            <a:r>
              <a:rPr lang="en-US" dirty="0"/>
              <a:t>Types of Indexes: </a:t>
            </a:r>
          </a:p>
          <a:p>
            <a:pPr lvl="1"/>
            <a:r>
              <a:rPr lang="en-US" dirty="0">
                <a:solidFill>
                  <a:schemeClr val="tx2"/>
                </a:solidFill>
              </a:rPr>
              <a:t>Clustered Index </a:t>
            </a:r>
            <a:r>
              <a:rPr lang="en-US" dirty="0"/>
              <a:t>→ Data is stored physically in order, no extra disk space needed.</a:t>
            </a:r>
          </a:p>
          <a:p>
            <a:pPr lvl="1"/>
            <a:r>
              <a:rPr lang="en-US" dirty="0">
                <a:solidFill>
                  <a:schemeClr val="tx2"/>
                </a:solidFill>
              </a:rPr>
              <a:t>Non-Clustered Index </a:t>
            </a:r>
            <a:r>
              <a:rPr lang="en-US" dirty="0"/>
              <a:t>→ Stored separately from the table, requires additional disk space.</a:t>
            </a:r>
          </a:p>
          <a:p>
            <a:r>
              <a:rPr lang="en-US" dirty="0">
                <a:solidFill>
                  <a:srgbClr val="C00000"/>
                </a:solidFill>
              </a:rPr>
              <a:t>Reduces Query Execution Time </a:t>
            </a:r>
            <a:r>
              <a:rPr lang="en-US" dirty="0"/>
              <a:t>→ Optimizes frequently used queries.</a:t>
            </a:r>
          </a:p>
          <a:p>
            <a:r>
              <a:rPr lang="en-US" dirty="0">
                <a:solidFill>
                  <a:srgbClr val="C00000"/>
                </a:solidFill>
              </a:rPr>
              <a:t>Disk Space Consideration </a:t>
            </a:r>
            <a:r>
              <a:rPr lang="en-US" dirty="0"/>
              <a:t>→ </a:t>
            </a:r>
            <a:r>
              <a:rPr lang="en-US" b="1" dirty="0"/>
              <a:t>More indexes = More disk usage</a:t>
            </a:r>
            <a:r>
              <a:rPr lang="en-US" dirty="0"/>
              <a:t>. (a clustered index requires no additional disk space, but any non-clustered index needs additional disk space as it is stored separately from the list)</a:t>
            </a:r>
          </a:p>
          <a:p>
            <a:r>
              <a:rPr lang="en-US" dirty="0">
                <a:solidFill>
                  <a:srgbClr val="C00000"/>
                </a:solidFill>
              </a:rPr>
              <a:t>Execution Plan Suggests Missing Indexes</a:t>
            </a:r>
            <a:r>
              <a:rPr lang="en-US" dirty="0"/>
              <a:t> → SQL Server’s optimizer recommends indexes if it detects a potential improvement.</a:t>
            </a:r>
          </a:p>
        </p:txBody>
      </p:sp>
    </p:spTree>
    <p:extLst>
      <p:ext uri="{BB962C8B-B14F-4D97-AF65-F5344CB8AC3E}">
        <p14:creationId xmlns:p14="http://schemas.microsoft.com/office/powerpoint/2010/main" val="1216638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8. To check the existence of records, use EXISTS() rather than COUNT()</a:t>
            </a:r>
          </a:p>
        </p:txBody>
      </p:sp>
      <p:sp>
        <p:nvSpPr>
          <p:cNvPr id="3" name="Content Placeholder 2"/>
          <p:cNvSpPr>
            <a:spLocks noGrp="1"/>
          </p:cNvSpPr>
          <p:nvPr>
            <p:ph idx="1"/>
          </p:nvPr>
        </p:nvSpPr>
        <p:spPr/>
        <p:txBody>
          <a:bodyPr/>
          <a:lstStyle/>
          <a:p>
            <a:r>
              <a:rPr lang="en-US" dirty="0"/>
              <a:t>Both </a:t>
            </a:r>
            <a:r>
              <a:rPr lang="en-US" b="1" dirty="0"/>
              <a:t>EXISTS()</a:t>
            </a:r>
            <a:r>
              <a:rPr lang="en-US" dirty="0"/>
              <a:t> and </a:t>
            </a:r>
            <a:r>
              <a:rPr lang="en-US" b="1" dirty="0"/>
              <a:t>COUNT()</a:t>
            </a:r>
            <a:r>
              <a:rPr lang="en-US" dirty="0"/>
              <a:t> methods can be used to check the existence of a record entry in the table.</a:t>
            </a:r>
          </a:p>
          <a:p>
            <a:r>
              <a:rPr lang="en-US" dirty="0"/>
              <a:t>The </a:t>
            </a:r>
            <a:r>
              <a:rPr lang="en-US" dirty="0">
                <a:solidFill>
                  <a:srgbClr val="C00000"/>
                </a:solidFill>
              </a:rPr>
              <a:t>COUNT() </a:t>
            </a:r>
            <a:r>
              <a:rPr lang="en-US" dirty="0"/>
              <a:t>method would </a:t>
            </a:r>
            <a:r>
              <a:rPr lang="en-US" dirty="0">
                <a:solidFill>
                  <a:srgbClr val="C00000"/>
                </a:solidFill>
              </a:rPr>
              <a:t>scan the entire table to return the number of records in the table </a:t>
            </a:r>
            <a:r>
              <a:rPr lang="en-US" dirty="0"/>
              <a:t>that match the provided constraint.</a:t>
            </a:r>
          </a:p>
          <a:p>
            <a:r>
              <a:rPr lang="en-US" dirty="0"/>
              <a:t>The </a:t>
            </a:r>
            <a:r>
              <a:rPr lang="en-US" dirty="0">
                <a:solidFill>
                  <a:srgbClr val="C00000"/>
                </a:solidFill>
              </a:rPr>
              <a:t>EXISTS() </a:t>
            </a:r>
            <a:r>
              <a:rPr lang="en-US" dirty="0"/>
              <a:t>method </a:t>
            </a:r>
            <a:r>
              <a:rPr lang="en-US" dirty="0">
                <a:solidFill>
                  <a:srgbClr val="C00000"/>
                </a:solidFill>
              </a:rPr>
              <a:t>is more effective as it exits processing as soon as it finds the first entry </a:t>
            </a:r>
            <a:r>
              <a:rPr lang="en-US" dirty="0"/>
              <a:t>of the record in the table. </a:t>
            </a:r>
          </a:p>
          <a:p>
            <a:r>
              <a:rPr lang="en-US" b="1" dirty="0">
                <a:solidFill>
                  <a:srgbClr val="FF0000"/>
                </a:solidFill>
              </a:rPr>
              <a:t>Inefficient</a:t>
            </a:r>
          </a:p>
          <a:p>
            <a:pPr marL="457200" lvl="1" indent="0" algn="l">
              <a:buNone/>
            </a:pPr>
            <a:r>
              <a:rPr lang="en-US" dirty="0">
                <a:solidFill>
                  <a:srgbClr val="0000FF"/>
                </a:solidFill>
                <a:latin typeface="Consolas" panose="020B0609020204030204" pitchFamily="49" charset="0"/>
              </a:rPr>
              <a:t>IF </a:t>
            </a:r>
            <a:r>
              <a:rPr lang="en-US" dirty="0">
                <a:solidFill>
                  <a:srgbClr val="808080"/>
                </a:solidFill>
                <a:latin typeface="Consolas" panose="020B0609020204030204" pitchFamily="49" charset="0"/>
              </a:rPr>
              <a:t>(</a:t>
            </a: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a:solidFill>
                  <a:srgbClr val="FF00FF"/>
                </a:solidFill>
                <a:latin typeface="Consolas" panose="020B0609020204030204" pitchFamily="49" charset="0"/>
              </a:rPr>
              <a:t>COUNT</a:t>
            </a:r>
            <a:r>
              <a:rPr lang="en-US" dirty="0">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CountryID</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Country </a:t>
            </a:r>
            <a:r>
              <a:rPr lang="en-US" dirty="0">
                <a:solidFill>
                  <a:srgbClr val="0000FF"/>
                </a:solidFill>
                <a:latin typeface="Consolas" panose="020B0609020204030204" pitchFamily="49" charset="0"/>
              </a:rPr>
              <a:t>WHERE</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CountryName</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like</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'in%'</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&gt;</a:t>
            </a:r>
            <a:r>
              <a:rPr lang="en-US" dirty="0">
                <a:solidFill>
                  <a:srgbClr val="000000"/>
                </a:solidFill>
                <a:latin typeface="Consolas" panose="020B0609020204030204" pitchFamily="49" charset="0"/>
              </a:rPr>
              <a:t> 0</a:t>
            </a:r>
          </a:p>
          <a:p>
            <a:pPr marL="457200" lvl="1" indent="0" algn="l">
              <a:buNone/>
            </a:pPr>
            <a:r>
              <a:rPr lang="en-US" dirty="0">
                <a:solidFill>
                  <a:srgbClr val="0000FF"/>
                </a:solidFill>
                <a:latin typeface="Consolas" panose="020B0609020204030204" pitchFamily="49" charset="0"/>
              </a:rPr>
              <a:t>PRINT</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'Yes'</a:t>
            </a:r>
          </a:p>
          <a:p>
            <a:pPr marL="457200" lvl="1" indent="0" algn="l">
              <a:buNone/>
            </a:pPr>
            <a:endParaRPr lang="en-US" dirty="0">
              <a:solidFill>
                <a:srgbClr val="000000"/>
              </a:solidFill>
              <a:latin typeface="Consolas" panose="020B0609020204030204" pitchFamily="49" charset="0"/>
            </a:endParaRPr>
          </a:p>
          <a:p>
            <a:pPr marL="265113" lvl="1" indent="-265113">
              <a:spcBef>
                <a:spcPts val="1000"/>
              </a:spcBef>
              <a:buFont typeface="Wingdings 3" panose="05040102010807070707" pitchFamily="18" charset="2"/>
              <a:buChar char=""/>
            </a:pPr>
            <a:r>
              <a:rPr lang="en-US" sz="2400" b="1" dirty="0">
                <a:solidFill>
                  <a:schemeClr val="accent4"/>
                </a:solidFill>
              </a:rPr>
              <a:t>Efficient</a:t>
            </a:r>
          </a:p>
          <a:p>
            <a:pPr marL="457200" lvl="1" indent="0" algn="l">
              <a:buNone/>
            </a:pPr>
            <a:r>
              <a:rPr lang="en-US" dirty="0">
                <a:solidFill>
                  <a:srgbClr val="0000FF"/>
                </a:solidFill>
                <a:latin typeface="Consolas" panose="020B0609020204030204" pitchFamily="49" charset="0"/>
              </a:rPr>
              <a:t>IF</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EXISTS</a:t>
            </a:r>
            <a:r>
              <a:rPr lang="en-US" dirty="0">
                <a:solidFill>
                  <a:srgbClr val="0000FF"/>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CountryID</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Country </a:t>
            </a:r>
            <a:r>
              <a:rPr lang="en-US" dirty="0">
                <a:solidFill>
                  <a:srgbClr val="0000FF"/>
                </a:solidFill>
                <a:latin typeface="Consolas" panose="020B0609020204030204" pitchFamily="49" charset="0"/>
              </a:rPr>
              <a:t>WHERE</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CountryName</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like</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'in%'</a:t>
            </a:r>
            <a:r>
              <a:rPr lang="en-US" dirty="0">
                <a:solidFill>
                  <a:srgbClr val="808080"/>
                </a:solidFill>
                <a:latin typeface="Consolas" panose="020B0609020204030204" pitchFamily="49" charset="0"/>
              </a:rPr>
              <a:t>)</a:t>
            </a:r>
            <a:endParaRPr lang="en-US" dirty="0">
              <a:solidFill>
                <a:srgbClr val="000000"/>
              </a:solidFill>
              <a:latin typeface="Consolas" panose="020B0609020204030204" pitchFamily="49" charset="0"/>
            </a:endParaRPr>
          </a:p>
          <a:p>
            <a:pPr marL="457200" lvl="1" indent="0" algn="l">
              <a:buNone/>
            </a:pPr>
            <a:r>
              <a:rPr lang="en-US" dirty="0">
                <a:solidFill>
                  <a:srgbClr val="0000FF"/>
                </a:solidFill>
                <a:latin typeface="Consolas" panose="020B0609020204030204" pitchFamily="49" charset="0"/>
              </a:rPr>
              <a:t>PRINT</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'Yes'</a:t>
            </a:r>
            <a:endParaRPr lang="en-US" dirty="0"/>
          </a:p>
          <a:p>
            <a:endParaRPr lang="en-US" dirty="0"/>
          </a:p>
        </p:txBody>
      </p:sp>
    </p:spTree>
    <p:extLst>
      <p:ext uri="{BB962C8B-B14F-4D97-AF65-F5344CB8AC3E}">
        <p14:creationId xmlns:p14="http://schemas.microsoft.com/office/powerpoint/2010/main" val="1356004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9. Use WHERE instead of HAVING</a:t>
            </a:r>
          </a:p>
        </p:txBody>
      </p:sp>
      <p:sp>
        <p:nvSpPr>
          <p:cNvPr id="3" name="Content Placeholder 2"/>
          <p:cNvSpPr>
            <a:spLocks noGrp="1"/>
          </p:cNvSpPr>
          <p:nvPr>
            <p:ph idx="1"/>
          </p:nvPr>
        </p:nvSpPr>
        <p:spPr/>
        <p:txBody>
          <a:bodyPr/>
          <a:lstStyle/>
          <a:p>
            <a:r>
              <a:rPr lang="en-US" dirty="0"/>
              <a:t>The </a:t>
            </a:r>
            <a:r>
              <a:rPr lang="en-US" b="1" dirty="0"/>
              <a:t>HAVING</a:t>
            </a:r>
            <a:r>
              <a:rPr lang="en-US" dirty="0"/>
              <a:t> clause filters the rows </a:t>
            </a:r>
            <a:r>
              <a:rPr lang="en-US" dirty="0">
                <a:solidFill>
                  <a:srgbClr val="C00000"/>
                </a:solidFill>
              </a:rPr>
              <a:t>after all the rows are selected</a:t>
            </a:r>
            <a:r>
              <a:rPr lang="en-US" dirty="0"/>
              <a:t>. </a:t>
            </a:r>
          </a:p>
          <a:p>
            <a:r>
              <a:rPr lang="en-US" dirty="0"/>
              <a:t>It works just like a filter, do not apply the </a:t>
            </a:r>
            <a:r>
              <a:rPr lang="en-US" b="1" dirty="0"/>
              <a:t>HAVING</a:t>
            </a:r>
            <a:r>
              <a:rPr lang="en-US" dirty="0"/>
              <a:t> clause for any other purpose.</a:t>
            </a:r>
          </a:p>
          <a:p>
            <a:r>
              <a:rPr lang="en-US" dirty="0"/>
              <a:t>You should only </a:t>
            </a:r>
            <a:r>
              <a:rPr lang="en-US" dirty="0">
                <a:solidFill>
                  <a:srgbClr val="C00000"/>
                </a:solidFill>
              </a:rPr>
              <a:t>use HAVING when filtering aggregated values</a:t>
            </a:r>
            <a:r>
              <a:rPr lang="en-US" dirty="0"/>
              <a:t>.</a:t>
            </a:r>
          </a:p>
          <a:p>
            <a:r>
              <a:rPr lang="en-US" b="1" dirty="0">
                <a:solidFill>
                  <a:srgbClr val="FF0000"/>
                </a:solidFill>
              </a:rPr>
              <a:t>Inefficient</a:t>
            </a:r>
          </a:p>
          <a:p>
            <a:pPr marL="457200" lvl="1" indent="0">
              <a:buNone/>
            </a:pP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c</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ID</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CompanyName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CreatedDate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Business b</a:t>
            </a:r>
          </a:p>
          <a:p>
            <a:pPr marL="457200" lvl="1" indent="0">
              <a:buNone/>
            </a:pPr>
            <a:r>
              <a:rPr lang="en-US" dirty="0">
                <a:solidFill>
                  <a:srgbClr val="808080"/>
                </a:solidFill>
                <a:latin typeface="Consolas" panose="020B0609020204030204" pitchFamily="49" charset="0"/>
              </a:rPr>
              <a:t>INNER JOIN</a:t>
            </a:r>
            <a:r>
              <a:rPr lang="en-US" dirty="0">
                <a:solidFill>
                  <a:srgbClr val="000000"/>
                </a:solidFill>
                <a:latin typeface="Consolas" panose="020B0609020204030204" pitchFamily="49" charset="0"/>
              </a:rPr>
              <a:t> Company c </a:t>
            </a:r>
            <a:r>
              <a:rPr lang="en-US" dirty="0">
                <a:solidFill>
                  <a:srgbClr val="0000FF"/>
                </a:solidFill>
                <a:latin typeface="Consolas" panose="020B0609020204030204" pitchFamily="49" charset="0"/>
              </a:rPr>
              <a:t>ON</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CompanyID</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c</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ID</a:t>
            </a:r>
          </a:p>
          <a:p>
            <a:pPr marL="457200" lvl="1" indent="0">
              <a:buNone/>
            </a:pPr>
            <a:r>
              <a:rPr lang="en-US" dirty="0">
                <a:solidFill>
                  <a:srgbClr val="0000FF"/>
                </a:solidFill>
                <a:latin typeface="Consolas" panose="020B0609020204030204" pitchFamily="49" charset="0"/>
              </a:rPr>
              <a:t>GROUP</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BY</a:t>
            </a:r>
            <a:r>
              <a:rPr lang="en-US" dirty="0">
                <a:solidFill>
                  <a:srgbClr val="000000"/>
                </a:solidFill>
                <a:latin typeface="Consolas" panose="020B0609020204030204" pitchFamily="49" charset="0"/>
              </a:rPr>
              <a:t> c</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ID</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CompanyName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CreatedDate</a:t>
            </a:r>
            <a:endParaRPr lang="en-US" dirty="0">
              <a:solidFill>
                <a:srgbClr val="000000"/>
              </a:solidFill>
              <a:latin typeface="Consolas" panose="020B0609020204030204" pitchFamily="49" charset="0"/>
            </a:endParaRPr>
          </a:p>
          <a:p>
            <a:pPr marL="457200" lvl="1" indent="0">
              <a:buNone/>
            </a:pPr>
            <a:r>
              <a:rPr lang="en-US" dirty="0">
                <a:solidFill>
                  <a:srgbClr val="0000FF"/>
                </a:solidFill>
                <a:latin typeface="Consolas" panose="020B0609020204030204" pitchFamily="49" charset="0"/>
              </a:rPr>
              <a:t>HAVING</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CreatedDate</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BETWEEN</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'2020-01-01'</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AND</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'2020-12-31'</a:t>
            </a:r>
            <a:endParaRPr lang="en-US" dirty="0">
              <a:solidFill>
                <a:srgbClr val="000000"/>
              </a:solidFill>
              <a:latin typeface="Consolas" panose="020B0609020204030204" pitchFamily="49" charset="0"/>
            </a:endParaRPr>
          </a:p>
          <a:p>
            <a:pPr marL="265113" lvl="1" indent="-265113">
              <a:spcBef>
                <a:spcPts val="1000"/>
              </a:spcBef>
              <a:buFont typeface="Wingdings 3" panose="05040102010807070707" pitchFamily="18" charset="2"/>
              <a:buChar char=""/>
            </a:pPr>
            <a:r>
              <a:rPr lang="en-US" sz="2400" b="1" dirty="0">
                <a:solidFill>
                  <a:schemeClr val="accent4"/>
                </a:solidFill>
              </a:rPr>
              <a:t>Efficient</a:t>
            </a:r>
          </a:p>
          <a:p>
            <a:pPr marL="457200" lvl="1" indent="0">
              <a:buNone/>
            </a:pP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c</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ID</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CompanyName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CreatedDate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Business b</a:t>
            </a:r>
          </a:p>
          <a:p>
            <a:pPr marL="457200" lvl="1" indent="0">
              <a:buNone/>
            </a:pPr>
            <a:r>
              <a:rPr lang="en-US" dirty="0">
                <a:solidFill>
                  <a:srgbClr val="808080"/>
                </a:solidFill>
                <a:latin typeface="Consolas" panose="020B0609020204030204" pitchFamily="49" charset="0"/>
              </a:rPr>
              <a:t>INNER JOIN</a:t>
            </a:r>
            <a:r>
              <a:rPr lang="en-US" dirty="0">
                <a:solidFill>
                  <a:srgbClr val="000000"/>
                </a:solidFill>
                <a:latin typeface="Consolas" panose="020B0609020204030204" pitchFamily="49" charset="0"/>
              </a:rPr>
              <a:t> Company c </a:t>
            </a:r>
            <a:r>
              <a:rPr lang="en-US" dirty="0">
                <a:solidFill>
                  <a:srgbClr val="0000FF"/>
                </a:solidFill>
                <a:latin typeface="Consolas" panose="020B0609020204030204" pitchFamily="49" charset="0"/>
              </a:rPr>
              <a:t>ON</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CompanyID</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c</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ID</a:t>
            </a:r>
          </a:p>
          <a:p>
            <a:pPr marL="457200" lvl="1" indent="0">
              <a:buNone/>
            </a:pPr>
            <a:r>
              <a:rPr lang="en-US" dirty="0">
                <a:solidFill>
                  <a:srgbClr val="0000FF"/>
                </a:solidFill>
                <a:latin typeface="Consolas" panose="020B0609020204030204" pitchFamily="49" charset="0"/>
              </a:rPr>
              <a:t>WHERE</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CreatedDate</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BETWEEN</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'2020-01-01'</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AND</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'2020-12-31'</a:t>
            </a:r>
            <a:endParaRPr lang="en-US" dirty="0">
              <a:solidFill>
                <a:srgbClr val="000000"/>
              </a:solidFill>
              <a:latin typeface="Consolas" panose="020B0609020204030204" pitchFamily="49" charset="0"/>
            </a:endParaRPr>
          </a:p>
          <a:p>
            <a:pPr marL="457200" lvl="1" indent="0">
              <a:buNone/>
            </a:pPr>
            <a:r>
              <a:rPr lang="en-US" dirty="0">
                <a:solidFill>
                  <a:srgbClr val="0000FF"/>
                </a:solidFill>
                <a:latin typeface="Consolas" panose="020B0609020204030204" pitchFamily="49" charset="0"/>
              </a:rPr>
              <a:t>GROUP</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BY</a:t>
            </a:r>
            <a:r>
              <a:rPr lang="en-US" dirty="0">
                <a:solidFill>
                  <a:srgbClr val="000000"/>
                </a:solidFill>
                <a:latin typeface="Consolas" panose="020B0609020204030204" pitchFamily="49" charset="0"/>
              </a:rPr>
              <a:t> c</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ID</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CompanyName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CreatedDate</a:t>
            </a:r>
            <a:endParaRPr lang="en-US" dirty="0"/>
          </a:p>
          <a:p>
            <a:endParaRPr lang="en-US" dirty="0"/>
          </a:p>
          <a:p>
            <a:endParaRPr lang="en-US" dirty="0"/>
          </a:p>
        </p:txBody>
      </p:sp>
    </p:spTree>
    <p:extLst>
      <p:ext uri="{BB962C8B-B14F-4D97-AF65-F5344CB8AC3E}">
        <p14:creationId xmlns:p14="http://schemas.microsoft.com/office/powerpoint/2010/main" val="7803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10. Ignore linked sub queries</a:t>
            </a:r>
          </a:p>
        </p:txBody>
      </p:sp>
      <p:sp>
        <p:nvSpPr>
          <p:cNvPr id="3" name="Content Placeholder 2"/>
          <p:cNvSpPr>
            <a:spLocks noGrp="1"/>
          </p:cNvSpPr>
          <p:nvPr>
            <p:ph idx="1"/>
          </p:nvPr>
        </p:nvSpPr>
        <p:spPr/>
        <p:txBody>
          <a:bodyPr/>
          <a:lstStyle/>
          <a:p>
            <a:r>
              <a:rPr lang="en-US" dirty="0"/>
              <a:t>A linked </a:t>
            </a:r>
            <a:r>
              <a:rPr lang="en-US" dirty="0" err="1"/>
              <a:t>subquery</a:t>
            </a:r>
            <a:r>
              <a:rPr lang="en-US" dirty="0"/>
              <a:t> depends on the query from the parent or from an external source. </a:t>
            </a:r>
          </a:p>
          <a:p>
            <a:r>
              <a:rPr lang="en-US" dirty="0"/>
              <a:t>It runs row by row, so the average cycle speed is greatly affected.</a:t>
            </a:r>
          </a:p>
          <a:p>
            <a:r>
              <a:rPr lang="en-US" b="1" dirty="0">
                <a:solidFill>
                  <a:srgbClr val="FF0000"/>
                </a:solidFill>
              </a:rPr>
              <a:t>Inefficient</a:t>
            </a:r>
          </a:p>
          <a:p>
            <a:pPr marL="457200" lvl="1" indent="0">
              <a:buNone/>
            </a:pP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FF"/>
                </a:solidFill>
                <a:latin typeface="Consolas" panose="020B0609020204030204" pitchFamily="49" charset="0"/>
              </a:rPr>
              <a:t>Name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Phone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FF"/>
                </a:solidFill>
                <a:latin typeface="Consolas" panose="020B0609020204030204" pitchFamily="49" charset="0"/>
              </a:rPr>
              <a:t>Address</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Zip</a:t>
            </a:r>
            <a:r>
              <a:rPr lang="en-US" dirty="0">
                <a:solidFill>
                  <a:srgbClr val="808080"/>
                </a:solidFill>
                <a:latin typeface="Consolas" panose="020B0609020204030204" pitchFamily="49" charset="0"/>
              </a:rPr>
              <a:t>,</a:t>
            </a:r>
            <a:r>
              <a:rPr lang="en-US" dirty="0">
                <a:solidFill>
                  <a:srgbClr val="0000FF"/>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CompanyName</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Company </a:t>
            </a:r>
            <a:r>
              <a:rPr lang="en-US" dirty="0">
                <a:solidFill>
                  <a:srgbClr val="0000FF"/>
                </a:solidFill>
                <a:latin typeface="Consolas" panose="020B0609020204030204" pitchFamily="49" charset="0"/>
              </a:rPr>
              <a:t>WHERE</a:t>
            </a:r>
            <a:r>
              <a:rPr lang="en-US" dirty="0">
                <a:solidFill>
                  <a:srgbClr val="000000"/>
                </a:solidFill>
                <a:latin typeface="Consolas" panose="020B0609020204030204" pitchFamily="49" charset="0"/>
              </a:rPr>
              <a:t> ID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CompanyID</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AS</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CompanyName</a:t>
            </a:r>
            <a:r>
              <a:rPr lang="en-US" dirty="0">
                <a:solidFill>
                  <a:srgbClr val="000000"/>
                </a:solidFill>
                <a:latin typeface="Consolas" panose="020B0609020204030204" pitchFamily="49" charset="0"/>
              </a:rPr>
              <a:t> </a:t>
            </a:r>
          </a:p>
          <a:p>
            <a:pPr marL="457200" lvl="1" indent="0">
              <a:buNone/>
            </a:pP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Business b</a:t>
            </a:r>
          </a:p>
          <a:p>
            <a:pPr lvl="1"/>
            <a:r>
              <a:rPr lang="en-US" dirty="0"/>
              <a:t>For each row returned by the external query, the inner query is run every time. Alternatively, </a:t>
            </a:r>
            <a:r>
              <a:rPr lang="en-US" b="1" dirty="0"/>
              <a:t>JOIN</a:t>
            </a:r>
            <a:r>
              <a:rPr lang="en-US" dirty="0"/>
              <a:t> can be used to solve these problems for SQL database optimization.</a:t>
            </a:r>
          </a:p>
          <a:p>
            <a:pPr lvl="1"/>
            <a:endParaRPr lang="en-US" dirty="0">
              <a:solidFill>
                <a:srgbClr val="000000"/>
              </a:solidFill>
              <a:latin typeface="Consolas" panose="020B0609020204030204" pitchFamily="49" charset="0"/>
            </a:endParaRPr>
          </a:p>
          <a:p>
            <a:pPr marL="265113" lvl="1" indent="-265113">
              <a:spcBef>
                <a:spcPts val="1000"/>
              </a:spcBef>
              <a:buFont typeface="Wingdings 3" panose="05040102010807070707" pitchFamily="18" charset="2"/>
              <a:buChar char=""/>
            </a:pPr>
            <a:r>
              <a:rPr lang="en-US" sz="2400" b="1" dirty="0">
                <a:solidFill>
                  <a:schemeClr val="accent4"/>
                </a:solidFill>
              </a:rPr>
              <a:t>Efficient</a:t>
            </a:r>
          </a:p>
          <a:p>
            <a:pPr marL="544512" lvl="1" indent="0">
              <a:buNone/>
            </a:pP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FF"/>
                </a:solidFill>
                <a:latin typeface="Consolas" panose="020B0609020204030204" pitchFamily="49" charset="0"/>
              </a:rPr>
              <a:t>Name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Phone</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FF"/>
                </a:solidFill>
                <a:latin typeface="Consolas" panose="020B0609020204030204" pitchFamily="49" charset="0"/>
              </a:rPr>
              <a:t>Address</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Zip</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CompanyName</a:t>
            </a:r>
            <a:r>
              <a:rPr lang="en-US" dirty="0">
                <a:solidFill>
                  <a:srgbClr val="000000"/>
                </a:solidFill>
                <a:latin typeface="Consolas" panose="020B0609020204030204" pitchFamily="49" charset="0"/>
              </a:rPr>
              <a:t> </a:t>
            </a:r>
          </a:p>
          <a:p>
            <a:pPr marL="544512" lvl="1" indent="0">
              <a:buNone/>
            </a:pP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Business b</a:t>
            </a:r>
          </a:p>
          <a:p>
            <a:pPr marL="544512" lvl="1" indent="0">
              <a:buNone/>
            </a:pPr>
            <a:r>
              <a:rPr lang="en-US" dirty="0">
                <a:solidFill>
                  <a:srgbClr val="808080"/>
                </a:solidFill>
                <a:latin typeface="Consolas" panose="020B0609020204030204" pitchFamily="49" charset="0"/>
              </a:rPr>
              <a:t>Inner</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Join</a:t>
            </a:r>
            <a:r>
              <a:rPr lang="en-US" dirty="0">
                <a:solidFill>
                  <a:srgbClr val="000000"/>
                </a:solidFill>
                <a:latin typeface="Consolas" panose="020B0609020204030204" pitchFamily="49" charset="0"/>
              </a:rPr>
              <a:t> Company c </a:t>
            </a:r>
          </a:p>
          <a:p>
            <a:pPr marL="544512" lvl="1" indent="0">
              <a:buNone/>
            </a:pPr>
            <a:r>
              <a:rPr lang="en-US" dirty="0">
                <a:solidFill>
                  <a:srgbClr val="0000FF"/>
                </a:solidFill>
                <a:latin typeface="Consolas" panose="020B0609020204030204" pitchFamily="49" charset="0"/>
              </a:rPr>
              <a:t>ON</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b</a:t>
            </a:r>
            <a:r>
              <a:rPr lang="en-US" dirty="0" err="1">
                <a:solidFill>
                  <a:srgbClr val="808080"/>
                </a:solidFill>
                <a:latin typeface="Consolas" panose="020B0609020204030204" pitchFamily="49" charset="0"/>
              </a:rPr>
              <a:t>.</a:t>
            </a:r>
            <a:r>
              <a:rPr lang="en-US" dirty="0" err="1">
                <a:solidFill>
                  <a:srgbClr val="000000"/>
                </a:solidFill>
                <a:latin typeface="Consolas" panose="020B0609020204030204" pitchFamily="49" charset="0"/>
              </a:rPr>
              <a:t>CompanyID</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c</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ID</a:t>
            </a:r>
            <a:endParaRPr lang="en-US" dirty="0"/>
          </a:p>
        </p:txBody>
      </p:sp>
    </p:spTree>
    <p:extLst>
      <p:ext uri="{BB962C8B-B14F-4D97-AF65-F5344CB8AC3E}">
        <p14:creationId xmlns:p14="http://schemas.microsoft.com/office/powerpoint/2010/main" val="3319408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11. Ordering JOINs from a Larger Table to a Smaller Table</a:t>
            </a:r>
          </a:p>
        </p:txBody>
      </p:sp>
      <p:sp>
        <p:nvSpPr>
          <p:cNvPr id="3" name="Content Placeholder 2"/>
          <p:cNvSpPr>
            <a:spLocks noGrp="1"/>
          </p:cNvSpPr>
          <p:nvPr>
            <p:ph idx="1"/>
          </p:nvPr>
        </p:nvSpPr>
        <p:spPr/>
        <p:txBody>
          <a:bodyPr/>
          <a:lstStyle/>
          <a:p>
            <a:r>
              <a:rPr lang="en-US" dirty="0"/>
              <a:t>Applying the JOIN operation from a larger table to a smaller table is a common SQL optimization technique. </a:t>
            </a:r>
          </a:p>
          <a:p>
            <a:r>
              <a:rPr lang="en-US" dirty="0"/>
              <a:t>Because </a:t>
            </a:r>
            <a:r>
              <a:rPr lang="en-US" dirty="0">
                <a:solidFill>
                  <a:srgbClr val="C00000"/>
                </a:solidFill>
              </a:rPr>
              <a:t>joining from a larger table to a smaller table will make your query to execute faster</a:t>
            </a:r>
            <a:r>
              <a:rPr lang="en-US" dirty="0"/>
              <a:t>. </a:t>
            </a:r>
          </a:p>
          <a:p>
            <a:r>
              <a:rPr lang="en-US" dirty="0"/>
              <a:t>If we apply a JOIN operation from a smaller table to a larger table, our SQL engine has to search in a larger table for matching rows. </a:t>
            </a:r>
          </a:p>
          <a:p>
            <a:r>
              <a:rPr lang="en-US" dirty="0"/>
              <a:t>This is more resource-intensive and time-consuming. </a:t>
            </a:r>
          </a:p>
          <a:p>
            <a:r>
              <a:rPr lang="en-US" dirty="0"/>
              <a:t>But on the other hand, if the JOIN is applied from a larger table to a smaller table, then the SQL engine has to search in a smaller table for matching rows.</a:t>
            </a:r>
          </a:p>
          <a:p>
            <a:endParaRPr lang="en-US" dirty="0"/>
          </a:p>
        </p:txBody>
      </p:sp>
    </p:spTree>
    <p:extLst>
      <p:ext uri="{BB962C8B-B14F-4D97-AF65-F5344CB8AC3E}">
        <p14:creationId xmlns:p14="http://schemas.microsoft.com/office/powerpoint/2010/main" val="1335876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11. Ordering JOINs from a Larger Table to a Smaller Table</a:t>
            </a:r>
          </a:p>
        </p:txBody>
      </p:sp>
      <p:sp>
        <p:nvSpPr>
          <p:cNvPr id="3" name="Content Placeholder 2"/>
          <p:cNvSpPr>
            <a:spLocks noGrp="1"/>
          </p:cNvSpPr>
          <p:nvPr>
            <p:ph idx="1"/>
          </p:nvPr>
        </p:nvSpPr>
        <p:spPr/>
        <p:txBody>
          <a:bodyPr/>
          <a:lstStyle/>
          <a:p>
            <a:r>
              <a:rPr lang="en-US" b="1" dirty="0">
                <a:solidFill>
                  <a:srgbClr val="FF0000"/>
                </a:solidFill>
              </a:rPr>
              <a:t>Inefficient</a:t>
            </a:r>
          </a:p>
          <a:p>
            <a:pPr marL="544512" lvl="1" indent="0">
              <a:buNone/>
            </a:pPr>
            <a:r>
              <a:rPr lang="en-US" dirty="0">
                <a:solidFill>
                  <a:srgbClr val="008000"/>
                </a:solidFill>
                <a:latin typeface="Consolas" panose="020B0609020204030204" pitchFamily="49" charset="0"/>
              </a:rPr>
              <a:t>-- Join from a smaller table to a larger table</a:t>
            </a:r>
            <a:endParaRPr lang="en-US" dirty="0">
              <a:solidFill>
                <a:srgbClr val="000000"/>
              </a:solidFill>
              <a:latin typeface="Consolas" panose="020B0609020204030204" pitchFamily="49" charset="0"/>
            </a:endParaRPr>
          </a:p>
          <a:p>
            <a:pPr marL="544512" lvl="1" indent="0">
              <a:buNone/>
            </a:pP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a:t>
            </a:r>
            <a:r>
              <a:rPr lang="en-US" u="sng" dirty="0">
                <a:solidFill>
                  <a:srgbClr val="000000"/>
                </a:solidFill>
                <a:latin typeface="Consolas" panose="020B0609020204030204" pitchFamily="49" charset="0"/>
              </a:rPr>
              <a:t>Customer</a:t>
            </a:r>
            <a:r>
              <a:rPr lang="en-US" dirty="0">
                <a:solidFill>
                  <a:srgbClr val="000000"/>
                </a:solidFill>
                <a:latin typeface="Consolas" panose="020B0609020204030204" pitchFamily="49" charset="0"/>
              </a:rPr>
              <a:t> </a:t>
            </a:r>
          </a:p>
          <a:p>
            <a:pPr marL="544512" lvl="1" indent="0">
              <a:buNone/>
            </a:pPr>
            <a:r>
              <a:rPr lang="en-US" dirty="0">
                <a:solidFill>
                  <a:srgbClr val="808080"/>
                </a:solidFill>
                <a:latin typeface="Consolas" panose="020B0609020204030204" pitchFamily="49" charset="0"/>
              </a:rPr>
              <a:t>LEFT OUTER JOIN</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Order</a:t>
            </a:r>
            <a:r>
              <a:rPr lang="en-US" dirty="0">
                <a:solidFill>
                  <a:srgbClr val="000000"/>
                </a:solidFill>
                <a:latin typeface="Consolas" panose="020B0609020204030204" pitchFamily="49" charset="0"/>
              </a:rPr>
              <a:t> </a:t>
            </a:r>
          </a:p>
          <a:p>
            <a:pPr marL="544512" lvl="1" indent="0">
              <a:buNone/>
            </a:pPr>
            <a:r>
              <a:rPr lang="en-US" dirty="0">
                <a:solidFill>
                  <a:srgbClr val="0000FF"/>
                </a:solidFill>
                <a:latin typeface="Consolas" panose="020B0609020204030204" pitchFamily="49" charset="0"/>
              </a:rPr>
              <a:t>ON</a:t>
            </a:r>
            <a:r>
              <a:rPr lang="en-US" dirty="0">
                <a:solidFill>
                  <a:srgbClr val="000000"/>
                </a:solidFill>
                <a:latin typeface="Consolas" panose="020B0609020204030204" pitchFamily="49" charset="0"/>
              </a:rPr>
              <a:t> Customer</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id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Order</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id</a:t>
            </a:r>
          </a:p>
          <a:p>
            <a:pPr marL="544512" lvl="1" indent="0">
              <a:buNone/>
            </a:pPr>
            <a:endParaRPr lang="en-US" b="1" dirty="0">
              <a:solidFill>
                <a:srgbClr val="FF0000"/>
              </a:solidFill>
            </a:endParaRPr>
          </a:p>
          <a:p>
            <a:r>
              <a:rPr lang="en-US" b="1" dirty="0">
                <a:solidFill>
                  <a:schemeClr val="accent4"/>
                </a:solidFill>
              </a:rPr>
              <a:t>Efficient</a:t>
            </a:r>
          </a:p>
          <a:p>
            <a:pPr marL="544512" lvl="1" indent="0">
              <a:buNone/>
            </a:pPr>
            <a:r>
              <a:rPr lang="en-US" dirty="0">
                <a:solidFill>
                  <a:srgbClr val="008000"/>
                </a:solidFill>
                <a:latin typeface="Consolas" panose="020B0609020204030204" pitchFamily="49" charset="0"/>
              </a:rPr>
              <a:t>-- Join from a larger table to a smaller table</a:t>
            </a:r>
            <a:endParaRPr lang="en-US" dirty="0">
              <a:solidFill>
                <a:srgbClr val="000000"/>
              </a:solidFill>
              <a:latin typeface="Consolas" panose="020B0609020204030204" pitchFamily="49" charset="0"/>
            </a:endParaRPr>
          </a:p>
          <a:p>
            <a:pPr marL="544512" lvl="1" indent="0">
              <a:buNone/>
            </a:pPr>
            <a:r>
              <a:rPr lang="en-US" dirty="0">
                <a:solidFill>
                  <a:srgbClr val="0000FF"/>
                </a:solidFill>
                <a:latin typeface="Consolas" panose="020B0609020204030204" pitchFamily="49" charset="0"/>
              </a:rPr>
              <a:t>SELECT</a:t>
            </a:r>
            <a:r>
              <a:rPr lang="en-US" dirty="0">
                <a:solidFill>
                  <a:srgbClr val="000000"/>
                </a:solidFill>
                <a:latin typeface="Consolas" panose="020B0609020204030204" pitchFamily="49" charset="0"/>
              </a:rPr>
              <a:t>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FROM</a:t>
            </a:r>
            <a:r>
              <a:rPr lang="en-US" dirty="0">
                <a:solidFill>
                  <a:srgbClr val="000000"/>
                </a:solidFill>
                <a:latin typeface="Consolas" panose="020B0609020204030204" pitchFamily="49" charset="0"/>
              </a:rPr>
              <a:t> </a:t>
            </a:r>
            <a:r>
              <a:rPr lang="en-US" u="sng" dirty="0">
                <a:solidFill>
                  <a:srgbClr val="0000FF"/>
                </a:solidFill>
                <a:latin typeface="Consolas" panose="020B0609020204030204" pitchFamily="49" charset="0"/>
              </a:rPr>
              <a:t>Order</a:t>
            </a:r>
            <a:r>
              <a:rPr lang="en-US" u="sng" dirty="0">
                <a:solidFill>
                  <a:srgbClr val="000000"/>
                </a:solidFill>
                <a:latin typeface="Consolas" panose="020B0609020204030204" pitchFamily="49" charset="0"/>
              </a:rPr>
              <a:t> </a:t>
            </a:r>
          </a:p>
          <a:p>
            <a:pPr marL="544512" lvl="1" indent="0">
              <a:buNone/>
            </a:pPr>
            <a:r>
              <a:rPr lang="en-US" dirty="0">
                <a:solidFill>
                  <a:srgbClr val="808080"/>
                </a:solidFill>
                <a:latin typeface="Consolas" panose="020B0609020204030204" pitchFamily="49" charset="0"/>
              </a:rPr>
              <a:t>LEFT OUTER JOIN</a:t>
            </a:r>
            <a:r>
              <a:rPr lang="en-US" dirty="0">
                <a:solidFill>
                  <a:srgbClr val="000000"/>
                </a:solidFill>
                <a:latin typeface="Consolas" panose="020B0609020204030204" pitchFamily="49" charset="0"/>
              </a:rPr>
              <a:t> Customer </a:t>
            </a:r>
          </a:p>
          <a:p>
            <a:pPr marL="544512" lvl="1" indent="0">
              <a:buNone/>
            </a:pPr>
            <a:r>
              <a:rPr lang="en-US" dirty="0">
                <a:solidFill>
                  <a:srgbClr val="0000FF"/>
                </a:solidFill>
                <a:latin typeface="Consolas" panose="020B0609020204030204" pitchFamily="49" charset="0"/>
              </a:rPr>
              <a:t>ON</a:t>
            </a:r>
            <a:r>
              <a:rPr lang="en-US" dirty="0">
                <a:solidFill>
                  <a:srgbClr val="000000"/>
                </a:solidFill>
                <a:latin typeface="Consolas" panose="020B0609020204030204" pitchFamily="49" charset="0"/>
              </a:rPr>
              <a:t> Customer</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id </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Order</a:t>
            </a:r>
            <a:r>
              <a:rPr lang="en-US" dirty="0">
                <a:solidFill>
                  <a:srgbClr val="808080"/>
                </a:solidFill>
                <a:latin typeface="Consolas" panose="020B0609020204030204" pitchFamily="49" charset="0"/>
              </a:rPr>
              <a:t>.</a:t>
            </a:r>
            <a:r>
              <a:rPr lang="en-US" dirty="0">
                <a:solidFill>
                  <a:srgbClr val="000000"/>
                </a:solidFill>
                <a:latin typeface="Consolas" panose="020B0609020204030204" pitchFamily="49" charset="0"/>
              </a:rPr>
              <a:t>id</a:t>
            </a:r>
            <a:endParaRPr lang="en-US" dirty="0"/>
          </a:p>
        </p:txBody>
      </p:sp>
    </p:spTree>
    <p:extLst>
      <p:ext uri="{BB962C8B-B14F-4D97-AF65-F5344CB8AC3E}">
        <p14:creationId xmlns:p14="http://schemas.microsoft.com/office/powerpoint/2010/main" val="1145487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C7CCDAA-B200-81DC-FE71-B1857DAE1E28}"/>
              </a:ext>
            </a:extLst>
          </p:cNvPr>
          <p:cNvSpPr>
            <a:spLocks noGrp="1"/>
          </p:cNvSpPr>
          <p:nvPr>
            <p:ph type="title"/>
          </p:nvPr>
        </p:nvSpPr>
        <p:spPr/>
        <p:txBody>
          <a:bodyPr/>
          <a:lstStyle/>
          <a:p>
            <a:r>
              <a:rPr lang="en-IN" dirty="0"/>
              <a:t>Table Variable</a:t>
            </a:r>
          </a:p>
        </p:txBody>
      </p:sp>
      <p:sp>
        <p:nvSpPr>
          <p:cNvPr id="5" name="Text Placeholder 4">
            <a:extLst>
              <a:ext uri="{FF2B5EF4-FFF2-40B4-BE49-F238E27FC236}">
                <a16:creationId xmlns:a16="http://schemas.microsoft.com/office/drawing/2014/main" id="{AC9C179D-A12D-15B0-1994-333E7B182A2F}"/>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5384480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B9828-5671-6D16-FB6A-0A8AF285488E}"/>
              </a:ext>
            </a:extLst>
          </p:cNvPr>
          <p:cNvSpPr>
            <a:spLocks noGrp="1"/>
          </p:cNvSpPr>
          <p:nvPr>
            <p:ph type="title"/>
          </p:nvPr>
        </p:nvSpPr>
        <p:spPr/>
        <p:txBody>
          <a:bodyPr/>
          <a:lstStyle/>
          <a:p>
            <a:r>
              <a:rPr lang="en-US" dirty="0"/>
              <a:t>Table Variable</a:t>
            </a:r>
            <a:endParaRPr lang="en-IN" dirty="0"/>
          </a:p>
        </p:txBody>
      </p:sp>
      <p:sp>
        <p:nvSpPr>
          <p:cNvPr id="3" name="Content Placeholder 2">
            <a:extLst>
              <a:ext uri="{FF2B5EF4-FFF2-40B4-BE49-F238E27FC236}">
                <a16:creationId xmlns:a16="http://schemas.microsoft.com/office/drawing/2014/main" id="{7C9E62C3-B434-E0DB-3547-7473AF625C83}"/>
              </a:ext>
            </a:extLst>
          </p:cNvPr>
          <p:cNvSpPr>
            <a:spLocks noGrp="1"/>
          </p:cNvSpPr>
          <p:nvPr>
            <p:ph idx="1"/>
          </p:nvPr>
        </p:nvSpPr>
        <p:spPr/>
        <p:txBody>
          <a:bodyPr/>
          <a:lstStyle/>
          <a:p>
            <a:r>
              <a:rPr lang="en-US" dirty="0"/>
              <a:t>SQL Server Table variable is a local variable that stores data temporarily, similar to the temporary table in SQL Server.</a:t>
            </a:r>
          </a:p>
          <a:p>
            <a:r>
              <a:rPr lang="en-US" dirty="0" err="1">
                <a:solidFill>
                  <a:srgbClr val="C00000"/>
                </a:solidFill>
              </a:rPr>
              <a:t>Tempdb</a:t>
            </a:r>
            <a:r>
              <a:rPr lang="en-US" dirty="0">
                <a:solidFill>
                  <a:srgbClr val="C00000"/>
                </a:solidFill>
              </a:rPr>
              <a:t> database </a:t>
            </a:r>
            <a:r>
              <a:rPr lang="en-US" dirty="0"/>
              <a:t>is used to store table variables.</a:t>
            </a:r>
            <a:endParaRPr lang="en-IN" dirty="0"/>
          </a:p>
        </p:txBody>
      </p:sp>
      <p:sp>
        <p:nvSpPr>
          <p:cNvPr id="10" name="TextBox 9">
            <a:extLst>
              <a:ext uri="{FF2B5EF4-FFF2-40B4-BE49-F238E27FC236}">
                <a16:creationId xmlns:a16="http://schemas.microsoft.com/office/drawing/2014/main" id="{39F07709-761E-DF45-9E2F-07E4CD925503}"/>
              </a:ext>
            </a:extLst>
          </p:cNvPr>
          <p:cNvSpPr txBox="1"/>
          <p:nvPr/>
        </p:nvSpPr>
        <p:spPr>
          <a:xfrm>
            <a:off x="253575" y="2541398"/>
            <a:ext cx="1035152" cy="369332"/>
          </a:xfrm>
          <a:prstGeom prst="rect">
            <a:avLst/>
          </a:prstGeom>
          <a:noFill/>
        </p:spPr>
        <p:txBody>
          <a:bodyPr wrap="square" rtlCol="0">
            <a:spAutoFit/>
          </a:bodyPr>
          <a:lstStyle/>
          <a:p>
            <a:r>
              <a:rPr lang="en-US" b="1" u="sng" dirty="0"/>
              <a:t>Syntax</a:t>
            </a:r>
          </a:p>
        </p:txBody>
      </p:sp>
      <p:sp>
        <p:nvSpPr>
          <p:cNvPr id="11" name="Rectangle 10">
            <a:extLst>
              <a:ext uri="{FF2B5EF4-FFF2-40B4-BE49-F238E27FC236}">
                <a16:creationId xmlns:a16="http://schemas.microsoft.com/office/drawing/2014/main" id="{4B272BC8-E938-D123-EBC4-A5CEA667DCCA}"/>
              </a:ext>
            </a:extLst>
          </p:cNvPr>
          <p:cNvSpPr/>
          <p:nvPr/>
        </p:nvSpPr>
        <p:spPr>
          <a:xfrm>
            <a:off x="674829" y="2865987"/>
            <a:ext cx="8876103" cy="1989469"/>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B4C90F20-1AFB-7D3B-9C11-6F8D6007B46F}"/>
              </a:ext>
            </a:extLst>
          </p:cNvPr>
          <p:cNvSpPr/>
          <p:nvPr/>
        </p:nvSpPr>
        <p:spPr>
          <a:xfrm>
            <a:off x="729646" y="3033681"/>
            <a:ext cx="1035152"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DECLARE</a:t>
            </a:r>
            <a:r>
              <a:rPr lang="en-IN" i="1" dirty="0"/>
              <a:t> </a:t>
            </a:r>
            <a:endParaRPr lang="en-US" dirty="0">
              <a:solidFill>
                <a:srgbClr val="0000FF"/>
              </a:solidFill>
            </a:endParaRPr>
          </a:p>
        </p:txBody>
      </p:sp>
      <p:sp>
        <p:nvSpPr>
          <p:cNvPr id="13" name="Rectangle 12">
            <a:extLst>
              <a:ext uri="{FF2B5EF4-FFF2-40B4-BE49-F238E27FC236}">
                <a16:creationId xmlns:a16="http://schemas.microsoft.com/office/drawing/2014/main" id="{B931CED1-04B7-3E51-32CB-6438E7A0EEB4}"/>
              </a:ext>
            </a:extLst>
          </p:cNvPr>
          <p:cNvSpPr/>
          <p:nvPr/>
        </p:nvSpPr>
        <p:spPr>
          <a:xfrm>
            <a:off x="3811284" y="3033681"/>
            <a:ext cx="104264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TABLE</a:t>
            </a:r>
          </a:p>
        </p:txBody>
      </p:sp>
      <p:sp>
        <p:nvSpPr>
          <p:cNvPr id="14" name="Rectangle 13">
            <a:extLst>
              <a:ext uri="{FF2B5EF4-FFF2-40B4-BE49-F238E27FC236}">
                <a16:creationId xmlns:a16="http://schemas.microsoft.com/office/drawing/2014/main" id="{720BC8AE-4D07-931C-E4C0-5CD4D699D28C}"/>
              </a:ext>
            </a:extLst>
          </p:cNvPr>
          <p:cNvSpPr/>
          <p:nvPr/>
        </p:nvSpPr>
        <p:spPr>
          <a:xfrm>
            <a:off x="1815600" y="3033681"/>
            <a:ext cx="195206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ln w="0"/>
                <a:solidFill>
                  <a:schemeClr val="tx1"/>
                </a:solidFill>
              </a:rPr>
              <a:t>@TABLEVARIABLE</a:t>
            </a:r>
            <a:endParaRPr lang="en-US" dirty="0">
              <a:ln w="0"/>
              <a:solidFill>
                <a:schemeClr val="tx1"/>
              </a:solidFill>
            </a:endParaRPr>
          </a:p>
        </p:txBody>
      </p:sp>
      <p:sp>
        <p:nvSpPr>
          <p:cNvPr id="15" name="Rectangle 14">
            <a:extLst>
              <a:ext uri="{FF2B5EF4-FFF2-40B4-BE49-F238E27FC236}">
                <a16:creationId xmlns:a16="http://schemas.microsoft.com/office/drawing/2014/main" id="{DE096FDC-00AF-602E-8A6A-EB9AF45B1A85}"/>
              </a:ext>
            </a:extLst>
          </p:cNvPr>
          <p:cNvSpPr/>
          <p:nvPr/>
        </p:nvSpPr>
        <p:spPr>
          <a:xfrm>
            <a:off x="5178665" y="3031502"/>
            <a:ext cx="16002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ColumnName1</a:t>
            </a:r>
            <a:endParaRPr lang="en-US" dirty="0"/>
          </a:p>
        </p:txBody>
      </p:sp>
      <p:sp>
        <p:nvSpPr>
          <p:cNvPr id="16" name="Rectangle 15">
            <a:extLst>
              <a:ext uri="{FF2B5EF4-FFF2-40B4-BE49-F238E27FC236}">
                <a16:creationId xmlns:a16="http://schemas.microsoft.com/office/drawing/2014/main" id="{EC862C33-22B2-46C4-F1CC-46327BBF7472}"/>
              </a:ext>
            </a:extLst>
          </p:cNvPr>
          <p:cNvSpPr/>
          <p:nvPr/>
        </p:nvSpPr>
        <p:spPr>
          <a:xfrm>
            <a:off x="6893618" y="3041157"/>
            <a:ext cx="188877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solidFill>
                  <a:srgbClr val="0000FF"/>
                </a:solidFill>
              </a:rPr>
              <a:t>Datatype</a:t>
            </a:r>
            <a:r>
              <a:rPr lang="en-US" dirty="0">
                <a:solidFill>
                  <a:srgbClr val="0000FF"/>
                </a:solidFill>
              </a:rPr>
              <a:t>(Size)</a:t>
            </a:r>
          </a:p>
        </p:txBody>
      </p:sp>
      <p:sp>
        <p:nvSpPr>
          <p:cNvPr id="17" name="Rectangle 16">
            <a:extLst>
              <a:ext uri="{FF2B5EF4-FFF2-40B4-BE49-F238E27FC236}">
                <a16:creationId xmlns:a16="http://schemas.microsoft.com/office/drawing/2014/main" id="{1DA7E2F9-1D4B-822F-20F6-B95D488D3A26}"/>
              </a:ext>
            </a:extLst>
          </p:cNvPr>
          <p:cNvSpPr/>
          <p:nvPr/>
        </p:nvSpPr>
        <p:spPr>
          <a:xfrm>
            <a:off x="8877808" y="3041157"/>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18" name="Rectangle 17">
            <a:extLst>
              <a:ext uri="{FF2B5EF4-FFF2-40B4-BE49-F238E27FC236}">
                <a16:creationId xmlns:a16="http://schemas.microsoft.com/office/drawing/2014/main" id="{42B1026F-34EC-7BA6-EA51-12E38EFAD33C}"/>
              </a:ext>
            </a:extLst>
          </p:cNvPr>
          <p:cNvSpPr/>
          <p:nvPr/>
        </p:nvSpPr>
        <p:spPr>
          <a:xfrm>
            <a:off x="4929779" y="3033681"/>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19" name="Rectangle 18">
            <a:extLst>
              <a:ext uri="{FF2B5EF4-FFF2-40B4-BE49-F238E27FC236}">
                <a16:creationId xmlns:a16="http://schemas.microsoft.com/office/drawing/2014/main" id="{9189E1DC-9F06-4F19-2E1F-3E46DB794FBD}"/>
              </a:ext>
            </a:extLst>
          </p:cNvPr>
          <p:cNvSpPr/>
          <p:nvPr/>
        </p:nvSpPr>
        <p:spPr>
          <a:xfrm>
            <a:off x="4812183" y="4264001"/>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20" name="Rectangle 19">
            <a:extLst>
              <a:ext uri="{FF2B5EF4-FFF2-40B4-BE49-F238E27FC236}">
                <a16:creationId xmlns:a16="http://schemas.microsoft.com/office/drawing/2014/main" id="{494FA8D6-948F-8104-C3B3-B5149BB400AA}"/>
              </a:ext>
            </a:extLst>
          </p:cNvPr>
          <p:cNvSpPr/>
          <p:nvPr/>
        </p:nvSpPr>
        <p:spPr>
          <a:xfrm>
            <a:off x="5079893" y="4268573"/>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21" name="Rectangle 20">
            <a:extLst>
              <a:ext uri="{FF2B5EF4-FFF2-40B4-BE49-F238E27FC236}">
                <a16:creationId xmlns:a16="http://schemas.microsoft.com/office/drawing/2014/main" id="{F0E52484-3F2A-F040-7BA6-2455819940C3}"/>
              </a:ext>
            </a:extLst>
          </p:cNvPr>
          <p:cNvSpPr/>
          <p:nvPr/>
        </p:nvSpPr>
        <p:spPr>
          <a:xfrm>
            <a:off x="5178665" y="3564902"/>
            <a:ext cx="16002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ColumnName2</a:t>
            </a:r>
            <a:endParaRPr lang="en-US" dirty="0"/>
          </a:p>
        </p:txBody>
      </p:sp>
      <p:sp>
        <p:nvSpPr>
          <p:cNvPr id="22" name="Rectangle 21">
            <a:extLst>
              <a:ext uri="{FF2B5EF4-FFF2-40B4-BE49-F238E27FC236}">
                <a16:creationId xmlns:a16="http://schemas.microsoft.com/office/drawing/2014/main" id="{EFBDF007-D4FF-754B-EC1F-6D3523864C99}"/>
              </a:ext>
            </a:extLst>
          </p:cNvPr>
          <p:cNvSpPr/>
          <p:nvPr/>
        </p:nvSpPr>
        <p:spPr>
          <a:xfrm>
            <a:off x="6893618" y="3574557"/>
            <a:ext cx="188877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solidFill>
                  <a:srgbClr val="0000FF"/>
                </a:solidFill>
              </a:rPr>
              <a:t>Datatype</a:t>
            </a:r>
            <a:r>
              <a:rPr lang="en-US" dirty="0">
                <a:solidFill>
                  <a:srgbClr val="0000FF"/>
                </a:solidFill>
              </a:rPr>
              <a:t>(Size)</a:t>
            </a:r>
          </a:p>
        </p:txBody>
      </p:sp>
      <p:sp>
        <p:nvSpPr>
          <p:cNvPr id="23" name="Rectangle 22">
            <a:extLst>
              <a:ext uri="{FF2B5EF4-FFF2-40B4-BE49-F238E27FC236}">
                <a16:creationId xmlns:a16="http://schemas.microsoft.com/office/drawing/2014/main" id="{8C8111B0-0115-0570-C755-F7CA1FBABE63}"/>
              </a:ext>
            </a:extLst>
          </p:cNvPr>
          <p:cNvSpPr/>
          <p:nvPr/>
        </p:nvSpPr>
        <p:spPr>
          <a:xfrm>
            <a:off x="8877807" y="3574557"/>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24" name="Rectangle 23">
            <a:extLst>
              <a:ext uri="{FF2B5EF4-FFF2-40B4-BE49-F238E27FC236}">
                <a16:creationId xmlns:a16="http://schemas.microsoft.com/office/drawing/2014/main" id="{90997C88-294B-9D78-B431-A8AD38C14F5F}"/>
              </a:ext>
            </a:extLst>
          </p:cNvPr>
          <p:cNvSpPr/>
          <p:nvPr/>
        </p:nvSpPr>
        <p:spPr>
          <a:xfrm>
            <a:off x="6626465" y="4147787"/>
            <a:ext cx="685800" cy="224028"/>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b" anchorCtr="0"/>
          <a:lstStyle/>
          <a:p>
            <a:pPr algn="ctr"/>
            <a:r>
              <a:rPr lang="en-US" dirty="0"/>
              <a:t>….</a:t>
            </a:r>
          </a:p>
        </p:txBody>
      </p:sp>
      <p:sp>
        <p:nvSpPr>
          <p:cNvPr id="25" name="TextBox 24">
            <a:extLst>
              <a:ext uri="{FF2B5EF4-FFF2-40B4-BE49-F238E27FC236}">
                <a16:creationId xmlns:a16="http://schemas.microsoft.com/office/drawing/2014/main" id="{E2DB2FCD-587F-2D33-0EA7-E48825C3E67C}"/>
              </a:ext>
            </a:extLst>
          </p:cNvPr>
          <p:cNvSpPr txBox="1"/>
          <p:nvPr/>
        </p:nvSpPr>
        <p:spPr>
          <a:xfrm>
            <a:off x="253575" y="2167237"/>
            <a:ext cx="2873168" cy="369332"/>
          </a:xfrm>
          <a:prstGeom prst="rect">
            <a:avLst/>
          </a:prstGeom>
          <a:noFill/>
        </p:spPr>
        <p:txBody>
          <a:bodyPr wrap="square" rtlCol="0">
            <a:spAutoFit/>
          </a:bodyPr>
          <a:lstStyle/>
          <a:p>
            <a:r>
              <a:rPr lang="en-US" b="1" u="sng" dirty="0"/>
              <a:t>Declare Table Variable</a:t>
            </a:r>
          </a:p>
        </p:txBody>
      </p:sp>
    </p:spTree>
    <p:extLst>
      <p:ext uri="{BB962C8B-B14F-4D97-AF65-F5344CB8AC3E}">
        <p14:creationId xmlns:p14="http://schemas.microsoft.com/office/powerpoint/2010/main" val="3661320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9"/>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4F017-FBD7-1252-3CB7-D16FB9EDF1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8BDB3F-D079-DD8A-B226-A771F81B6E39}"/>
              </a:ext>
            </a:extLst>
          </p:cNvPr>
          <p:cNvSpPr>
            <a:spLocks noGrp="1"/>
          </p:cNvSpPr>
          <p:nvPr>
            <p:ph type="title"/>
          </p:nvPr>
        </p:nvSpPr>
        <p:spPr/>
        <p:txBody>
          <a:bodyPr/>
          <a:lstStyle/>
          <a:p>
            <a:r>
              <a:rPr lang="en-US" dirty="0"/>
              <a:t>Table Variable : Example</a:t>
            </a:r>
            <a:endParaRPr lang="en-IN" dirty="0"/>
          </a:p>
        </p:txBody>
      </p:sp>
      <p:sp>
        <p:nvSpPr>
          <p:cNvPr id="3" name="Content Placeholder 2">
            <a:extLst>
              <a:ext uri="{FF2B5EF4-FFF2-40B4-BE49-F238E27FC236}">
                <a16:creationId xmlns:a16="http://schemas.microsoft.com/office/drawing/2014/main" id="{BDEAF910-44B4-0679-4FA5-7833FF540C52}"/>
              </a:ext>
            </a:extLst>
          </p:cNvPr>
          <p:cNvSpPr>
            <a:spLocks noGrp="1"/>
          </p:cNvSpPr>
          <p:nvPr>
            <p:ph idx="1"/>
          </p:nvPr>
        </p:nvSpPr>
        <p:spPr/>
        <p:txBody>
          <a:bodyPr/>
          <a:lstStyle/>
          <a:p>
            <a:endParaRPr lang="en-IN" dirty="0"/>
          </a:p>
        </p:txBody>
      </p:sp>
      <p:sp>
        <p:nvSpPr>
          <p:cNvPr id="10" name="TextBox 9">
            <a:extLst>
              <a:ext uri="{FF2B5EF4-FFF2-40B4-BE49-F238E27FC236}">
                <a16:creationId xmlns:a16="http://schemas.microsoft.com/office/drawing/2014/main" id="{54A8A265-BE94-F664-4395-7F011AC01D25}"/>
              </a:ext>
            </a:extLst>
          </p:cNvPr>
          <p:cNvSpPr txBox="1"/>
          <p:nvPr/>
        </p:nvSpPr>
        <p:spPr>
          <a:xfrm>
            <a:off x="411837" y="878895"/>
            <a:ext cx="1035152" cy="369332"/>
          </a:xfrm>
          <a:prstGeom prst="rect">
            <a:avLst/>
          </a:prstGeom>
          <a:noFill/>
        </p:spPr>
        <p:txBody>
          <a:bodyPr wrap="square" rtlCol="0">
            <a:spAutoFit/>
          </a:bodyPr>
          <a:lstStyle/>
          <a:p>
            <a:r>
              <a:rPr lang="en-US" b="1" u="sng" dirty="0"/>
              <a:t>Example</a:t>
            </a:r>
          </a:p>
        </p:txBody>
      </p:sp>
      <p:sp>
        <p:nvSpPr>
          <p:cNvPr id="11" name="Rectangle 10">
            <a:extLst>
              <a:ext uri="{FF2B5EF4-FFF2-40B4-BE49-F238E27FC236}">
                <a16:creationId xmlns:a16="http://schemas.microsoft.com/office/drawing/2014/main" id="{2291B145-D8A3-1ACC-60E3-FBCEA45C3E4E}"/>
              </a:ext>
            </a:extLst>
          </p:cNvPr>
          <p:cNvSpPr/>
          <p:nvPr/>
        </p:nvSpPr>
        <p:spPr>
          <a:xfrm>
            <a:off x="507775" y="1263678"/>
            <a:ext cx="8876103" cy="2596145"/>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AB1D2996-CA76-2AFC-DC5A-70A86E192AEC}"/>
              </a:ext>
            </a:extLst>
          </p:cNvPr>
          <p:cNvSpPr/>
          <p:nvPr/>
        </p:nvSpPr>
        <p:spPr>
          <a:xfrm>
            <a:off x="562592" y="1431372"/>
            <a:ext cx="129699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DECLARE</a:t>
            </a:r>
            <a:r>
              <a:rPr lang="en-IN" i="1" dirty="0"/>
              <a:t> </a:t>
            </a:r>
            <a:endParaRPr lang="en-US" dirty="0">
              <a:solidFill>
                <a:srgbClr val="0000FF"/>
              </a:solidFill>
            </a:endParaRPr>
          </a:p>
        </p:txBody>
      </p:sp>
      <p:sp>
        <p:nvSpPr>
          <p:cNvPr id="13" name="Rectangle 12">
            <a:extLst>
              <a:ext uri="{FF2B5EF4-FFF2-40B4-BE49-F238E27FC236}">
                <a16:creationId xmlns:a16="http://schemas.microsoft.com/office/drawing/2014/main" id="{B69E2049-FEE0-8943-BE53-386406A13166}"/>
              </a:ext>
            </a:extLst>
          </p:cNvPr>
          <p:cNvSpPr/>
          <p:nvPr/>
        </p:nvSpPr>
        <p:spPr>
          <a:xfrm>
            <a:off x="3644230" y="1431372"/>
            <a:ext cx="104264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TABLE</a:t>
            </a:r>
          </a:p>
        </p:txBody>
      </p:sp>
      <p:sp>
        <p:nvSpPr>
          <p:cNvPr id="14" name="Rectangle 13">
            <a:extLst>
              <a:ext uri="{FF2B5EF4-FFF2-40B4-BE49-F238E27FC236}">
                <a16:creationId xmlns:a16="http://schemas.microsoft.com/office/drawing/2014/main" id="{4A79EDC7-EC85-CFB2-D24E-F6B7DC75586B}"/>
              </a:ext>
            </a:extLst>
          </p:cNvPr>
          <p:cNvSpPr/>
          <p:nvPr/>
        </p:nvSpPr>
        <p:spPr>
          <a:xfrm>
            <a:off x="1974339" y="1431372"/>
            <a:ext cx="162627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ln w="0"/>
                <a:solidFill>
                  <a:schemeClr val="tx1"/>
                </a:solidFill>
              </a:rPr>
              <a:t>@WeekDays</a:t>
            </a:r>
            <a:endParaRPr lang="en-US" dirty="0">
              <a:ln w="0"/>
              <a:solidFill>
                <a:schemeClr val="tx1"/>
              </a:solidFill>
            </a:endParaRPr>
          </a:p>
        </p:txBody>
      </p:sp>
      <p:sp>
        <p:nvSpPr>
          <p:cNvPr id="15" name="Rectangle 14">
            <a:extLst>
              <a:ext uri="{FF2B5EF4-FFF2-40B4-BE49-F238E27FC236}">
                <a16:creationId xmlns:a16="http://schemas.microsoft.com/office/drawing/2014/main" id="{EFA62BD3-CDE2-39C1-0B65-BF3C166A473A}"/>
              </a:ext>
            </a:extLst>
          </p:cNvPr>
          <p:cNvSpPr/>
          <p:nvPr/>
        </p:nvSpPr>
        <p:spPr>
          <a:xfrm>
            <a:off x="5011611" y="1429193"/>
            <a:ext cx="16002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Number</a:t>
            </a:r>
            <a:endParaRPr lang="en-US" dirty="0"/>
          </a:p>
        </p:txBody>
      </p:sp>
      <p:sp>
        <p:nvSpPr>
          <p:cNvPr id="16" name="Rectangle 15">
            <a:extLst>
              <a:ext uri="{FF2B5EF4-FFF2-40B4-BE49-F238E27FC236}">
                <a16:creationId xmlns:a16="http://schemas.microsoft.com/office/drawing/2014/main" id="{9A1F6C64-A53F-683E-129E-D34DF9B83E14}"/>
              </a:ext>
            </a:extLst>
          </p:cNvPr>
          <p:cNvSpPr/>
          <p:nvPr/>
        </p:nvSpPr>
        <p:spPr>
          <a:xfrm>
            <a:off x="6726564" y="1438848"/>
            <a:ext cx="188877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Int </a:t>
            </a:r>
          </a:p>
        </p:txBody>
      </p:sp>
      <p:sp>
        <p:nvSpPr>
          <p:cNvPr id="17" name="Rectangle 16">
            <a:extLst>
              <a:ext uri="{FF2B5EF4-FFF2-40B4-BE49-F238E27FC236}">
                <a16:creationId xmlns:a16="http://schemas.microsoft.com/office/drawing/2014/main" id="{C8AAC6CB-0749-C68E-9781-2E492F3C2B69}"/>
              </a:ext>
            </a:extLst>
          </p:cNvPr>
          <p:cNvSpPr/>
          <p:nvPr/>
        </p:nvSpPr>
        <p:spPr>
          <a:xfrm>
            <a:off x="8710754" y="1438848"/>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18" name="Rectangle 17">
            <a:extLst>
              <a:ext uri="{FF2B5EF4-FFF2-40B4-BE49-F238E27FC236}">
                <a16:creationId xmlns:a16="http://schemas.microsoft.com/office/drawing/2014/main" id="{0744DD8B-1979-DFDA-0B2D-62949EF78A06}"/>
              </a:ext>
            </a:extLst>
          </p:cNvPr>
          <p:cNvSpPr/>
          <p:nvPr/>
        </p:nvSpPr>
        <p:spPr>
          <a:xfrm>
            <a:off x="4762725" y="1431372"/>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19" name="Rectangle 18">
            <a:extLst>
              <a:ext uri="{FF2B5EF4-FFF2-40B4-BE49-F238E27FC236}">
                <a16:creationId xmlns:a16="http://schemas.microsoft.com/office/drawing/2014/main" id="{A55CFF35-C5E1-E0A4-39E4-201EC1F8C584}"/>
              </a:ext>
            </a:extLst>
          </p:cNvPr>
          <p:cNvSpPr/>
          <p:nvPr/>
        </p:nvSpPr>
        <p:spPr>
          <a:xfrm>
            <a:off x="4666970" y="3129879"/>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20" name="Rectangle 19">
            <a:extLst>
              <a:ext uri="{FF2B5EF4-FFF2-40B4-BE49-F238E27FC236}">
                <a16:creationId xmlns:a16="http://schemas.microsoft.com/office/drawing/2014/main" id="{D8A73D34-7D08-0B3F-EEA6-A560F6D933C1}"/>
              </a:ext>
            </a:extLst>
          </p:cNvPr>
          <p:cNvSpPr/>
          <p:nvPr/>
        </p:nvSpPr>
        <p:spPr>
          <a:xfrm>
            <a:off x="4919060" y="3129879"/>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21" name="Rectangle 20">
            <a:extLst>
              <a:ext uri="{FF2B5EF4-FFF2-40B4-BE49-F238E27FC236}">
                <a16:creationId xmlns:a16="http://schemas.microsoft.com/office/drawing/2014/main" id="{B94FF324-2129-350F-7FC1-EAF63F1E37F9}"/>
              </a:ext>
            </a:extLst>
          </p:cNvPr>
          <p:cNvSpPr/>
          <p:nvPr/>
        </p:nvSpPr>
        <p:spPr>
          <a:xfrm>
            <a:off x="5011611" y="1962593"/>
            <a:ext cx="16002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Day</a:t>
            </a:r>
          </a:p>
        </p:txBody>
      </p:sp>
      <p:sp>
        <p:nvSpPr>
          <p:cNvPr id="22" name="Rectangle 21">
            <a:extLst>
              <a:ext uri="{FF2B5EF4-FFF2-40B4-BE49-F238E27FC236}">
                <a16:creationId xmlns:a16="http://schemas.microsoft.com/office/drawing/2014/main" id="{571751A5-B77D-7E7A-BFD6-8396DDF0DF56}"/>
              </a:ext>
            </a:extLst>
          </p:cNvPr>
          <p:cNvSpPr/>
          <p:nvPr/>
        </p:nvSpPr>
        <p:spPr>
          <a:xfrm>
            <a:off x="6726564" y="1972248"/>
            <a:ext cx="188877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Varchar (40)</a:t>
            </a:r>
          </a:p>
        </p:txBody>
      </p:sp>
      <p:sp>
        <p:nvSpPr>
          <p:cNvPr id="23" name="Rectangle 22">
            <a:extLst>
              <a:ext uri="{FF2B5EF4-FFF2-40B4-BE49-F238E27FC236}">
                <a16:creationId xmlns:a16="http://schemas.microsoft.com/office/drawing/2014/main" id="{BBBB366A-D881-2850-7C60-D5A6EC2C57DE}"/>
              </a:ext>
            </a:extLst>
          </p:cNvPr>
          <p:cNvSpPr/>
          <p:nvPr/>
        </p:nvSpPr>
        <p:spPr>
          <a:xfrm>
            <a:off x="8710753" y="1972248"/>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5" name="Rectangle 4">
            <a:extLst>
              <a:ext uri="{FF2B5EF4-FFF2-40B4-BE49-F238E27FC236}">
                <a16:creationId xmlns:a16="http://schemas.microsoft.com/office/drawing/2014/main" id="{F880EBF7-D5C7-C480-5EFA-DF2DAD959DEE}"/>
              </a:ext>
            </a:extLst>
          </p:cNvPr>
          <p:cNvSpPr/>
          <p:nvPr/>
        </p:nvSpPr>
        <p:spPr>
          <a:xfrm>
            <a:off x="5011611" y="2492858"/>
            <a:ext cx="16002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Name</a:t>
            </a:r>
          </a:p>
        </p:txBody>
      </p:sp>
      <p:sp>
        <p:nvSpPr>
          <p:cNvPr id="6" name="Rectangle 5">
            <a:extLst>
              <a:ext uri="{FF2B5EF4-FFF2-40B4-BE49-F238E27FC236}">
                <a16:creationId xmlns:a16="http://schemas.microsoft.com/office/drawing/2014/main" id="{13F6AA7D-1AC7-B872-AC69-D7DABBCFAB0C}"/>
              </a:ext>
            </a:extLst>
          </p:cNvPr>
          <p:cNvSpPr/>
          <p:nvPr/>
        </p:nvSpPr>
        <p:spPr>
          <a:xfrm>
            <a:off x="6726564" y="2502513"/>
            <a:ext cx="188877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Varchar (40)</a:t>
            </a:r>
          </a:p>
        </p:txBody>
      </p:sp>
    </p:spTree>
    <p:extLst>
      <p:ext uri="{BB962C8B-B14F-4D97-AF65-F5344CB8AC3E}">
        <p14:creationId xmlns:p14="http://schemas.microsoft.com/office/powerpoint/2010/main" val="3835004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9"/>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5" grpId="0" animBg="1"/>
      <p:bldP spid="6"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7B4F3-1818-2D51-7762-097B582D3B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1DF16F-2290-E806-ABA0-8F222034090F}"/>
              </a:ext>
            </a:extLst>
          </p:cNvPr>
          <p:cNvSpPr>
            <a:spLocks noGrp="1"/>
          </p:cNvSpPr>
          <p:nvPr>
            <p:ph type="title"/>
          </p:nvPr>
        </p:nvSpPr>
        <p:spPr/>
        <p:txBody>
          <a:bodyPr/>
          <a:lstStyle/>
          <a:p>
            <a:r>
              <a:rPr lang="en-US" dirty="0"/>
              <a:t>Table Variable : Example</a:t>
            </a:r>
            <a:endParaRPr lang="en-IN" dirty="0"/>
          </a:p>
        </p:txBody>
      </p:sp>
      <p:sp>
        <p:nvSpPr>
          <p:cNvPr id="3" name="Content Placeholder 2">
            <a:extLst>
              <a:ext uri="{FF2B5EF4-FFF2-40B4-BE49-F238E27FC236}">
                <a16:creationId xmlns:a16="http://schemas.microsoft.com/office/drawing/2014/main" id="{B155614A-87F3-E097-BEBA-006E14D23160}"/>
              </a:ext>
            </a:extLst>
          </p:cNvPr>
          <p:cNvSpPr>
            <a:spLocks noGrp="1"/>
          </p:cNvSpPr>
          <p:nvPr>
            <p:ph idx="1"/>
          </p:nvPr>
        </p:nvSpPr>
        <p:spPr/>
        <p:txBody>
          <a:bodyPr/>
          <a:lstStyle/>
          <a:p>
            <a:endParaRPr lang="en-IN" dirty="0"/>
          </a:p>
        </p:txBody>
      </p:sp>
      <p:sp>
        <p:nvSpPr>
          <p:cNvPr id="10" name="TextBox 9">
            <a:extLst>
              <a:ext uri="{FF2B5EF4-FFF2-40B4-BE49-F238E27FC236}">
                <a16:creationId xmlns:a16="http://schemas.microsoft.com/office/drawing/2014/main" id="{01A29655-38B4-3DCB-9BE1-29E78AE9D6C6}"/>
              </a:ext>
            </a:extLst>
          </p:cNvPr>
          <p:cNvSpPr txBox="1"/>
          <p:nvPr/>
        </p:nvSpPr>
        <p:spPr>
          <a:xfrm>
            <a:off x="411837" y="878895"/>
            <a:ext cx="1035152" cy="369332"/>
          </a:xfrm>
          <a:prstGeom prst="rect">
            <a:avLst/>
          </a:prstGeom>
          <a:noFill/>
        </p:spPr>
        <p:txBody>
          <a:bodyPr wrap="square" rtlCol="0">
            <a:spAutoFit/>
          </a:bodyPr>
          <a:lstStyle/>
          <a:p>
            <a:r>
              <a:rPr lang="en-US" b="1" u="sng" dirty="0"/>
              <a:t>Example</a:t>
            </a:r>
          </a:p>
        </p:txBody>
      </p:sp>
      <p:sp>
        <p:nvSpPr>
          <p:cNvPr id="11" name="Rectangle 10">
            <a:extLst>
              <a:ext uri="{FF2B5EF4-FFF2-40B4-BE49-F238E27FC236}">
                <a16:creationId xmlns:a16="http://schemas.microsoft.com/office/drawing/2014/main" id="{3AD7A852-4091-D15E-C2C8-BAD48E9D7678}"/>
              </a:ext>
            </a:extLst>
          </p:cNvPr>
          <p:cNvSpPr/>
          <p:nvPr/>
        </p:nvSpPr>
        <p:spPr>
          <a:xfrm>
            <a:off x="507775" y="1263678"/>
            <a:ext cx="8876103" cy="4064460"/>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5471766A-90A7-2937-F8E3-BD22C154F5B8}"/>
              </a:ext>
            </a:extLst>
          </p:cNvPr>
          <p:cNvSpPr/>
          <p:nvPr/>
        </p:nvSpPr>
        <p:spPr>
          <a:xfrm>
            <a:off x="562592" y="1431372"/>
            <a:ext cx="88439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INSERT</a:t>
            </a:r>
            <a:r>
              <a:rPr lang="en-IN" i="1" dirty="0"/>
              <a:t> </a:t>
            </a:r>
            <a:endParaRPr lang="en-US" dirty="0">
              <a:solidFill>
                <a:srgbClr val="0000FF"/>
              </a:solidFill>
            </a:endParaRPr>
          </a:p>
        </p:txBody>
      </p:sp>
      <p:sp>
        <p:nvSpPr>
          <p:cNvPr id="13" name="Rectangle 12">
            <a:extLst>
              <a:ext uri="{FF2B5EF4-FFF2-40B4-BE49-F238E27FC236}">
                <a16:creationId xmlns:a16="http://schemas.microsoft.com/office/drawing/2014/main" id="{1312BDA8-3950-16EC-23A2-6809B0C6C116}"/>
              </a:ext>
            </a:extLst>
          </p:cNvPr>
          <p:cNvSpPr/>
          <p:nvPr/>
        </p:nvSpPr>
        <p:spPr>
          <a:xfrm>
            <a:off x="2316051" y="1429193"/>
            <a:ext cx="1348864"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ln w="0"/>
                <a:solidFill>
                  <a:schemeClr val="tx1"/>
                </a:solidFill>
              </a:rPr>
              <a:t>@WeekDays</a:t>
            </a:r>
            <a:endParaRPr lang="en-US" dirty="0">
              <a:solidFill>
                <a:srgbClr val="0000FF"/>
              </a:solidFill>
            </a:endParaRPr>
          </a:p>
        </p:txBody>
      </p:sp>
      <p:sp>
        <p:nvSpPr>
          <p:cNvPr id="14" name="Rectangle 13">
            <a:extLst>
              <a:ext uri="{FF2B5EF4-FFF2-40B4-BE49-F238E27FC236}">
                <a16:creationId xmlns:a16="http://schemas.microsoft.com/office/drawing/2014/main" id="{CC9BC39D-AAA2-0670-B50D-E88AA3B46F1D}"/>
              </a:ext>
            </a:extLst>
          </p:cNvPr>
          <p:cNvSpPr/>
          <p:nvPr/>
        </p:nvSpPr>
        <p:spPr>
          <a:xfrm>
            <a:off x="1496851" y="1429193"/>
            <a:ext cx="76933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INTO</a:t>
            </a:r>
            <a:endParaRPr lang="en-US" dirty="0">
              <a:ln w="0"/>
              <a:solidFill>
                <a:schemeClr val="tx1"/>
              </a:solidFill>
            </a:endParaRPr>
          </a:p>
        </p:txBody>
      </p:sp>
      <p:sp>
        <p:nvSpPr>
          <p:cNvPr id="15" name="Rectangle 14">
            <a:extLst>
              <a:ext uri="{FF2B5EF4-FFF2-40B4-BE49-F238E27FC236}">
                <a16:creationId xmlns:a16="http://schemas.microsoft.com/office/drawing/2014/main" id="{09F76318-1A75-4BA5-B81B-5A9CBE0E7641}"/>
              </a:ext>
            </a:extLst>
          </p:cNvPr>
          <p:cNvSpPr/>
          <p:nvPr/>
        </p:nvSpPr>
        <p:spPr>
          <a:xfrm>
            <a:off x="5011611" y="1429193"/>
            <a:ext cx="31622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1</a:t>
            </a:r>
            <a:endParaRPr lang="en-US" dirty="0"/>
          </a:p>
        </p:txBody>
      </p:sp>
      <p:sp>
        <p:nvSpPr>
          <p:cNvPr id="16" name="Rectangle 15">
            <a:extLst>
              <a:ext uri="{FF2B5EF4-FFF2-40B4-BE49-F238E27FC236}">
                <a16:creationId xmlns:a16="http://schemas.microsoft.com/office/drawing/2014/main" id="{7FE5434D-D4CE-794B-0302-A460B7F0C670}"/>
              </a:ext>
            </a:extLst>
          </p:cNvPr>
          <p:cNvSpPr/>
          <p:nvPr/>
        </p:nvSpPr>
        <p:spPr>
          <a:xfrm>
            <a:off x="5596090" y="1432540"/>
            <a:ext cx="836242"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FF0000"/>
                </a:solidFill>
                <a:latin typeface="Consolas" panose="020B0609020204030204" pitchFamily="49" charset="0"/>
              </a:rPr>
              <a:t>'Mon'</a:t>
            </a:r>
            <a:endParaRPr lang="en-US" dirty="0">
              <a:solidFill>
                <a:srgbClr val="0000FF"/>
              </a:solidFill>
            </a:endParaRPr>
          </a:p>
        </p:txBody>
      </p:sp>
      <p:sp>
        <p:nvSpPr>
          <p:cNvPr id="17" name="Rectangle 16">
            <a:extLst>
              <a:ext uri="{FF2B5EF4-FFF2-40B4-BE49-F238E27FC236}">
                <a16:creationId xmlns:a16="http://schemas.microsoft.com/office/drawing/2014/main" id="{796AF81D-9BA9-67CB-C6C5-DBD3743545DF}"/>
              </a:ext>
            </a:extLst>
          </p:cNvPr>
          <p:cNvSpPr/>
          <p:nvPr/>
        </p:nvSpPr>
        <p:spPr>
          <a:xfrm>
            <a:off x="8710754" y="1438848"/>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18" name="Rectangle 17">
            <a:extLst>
              <a:ext uri="{FF2B5EF4-FFF2-40B4-BE49-F238E27FC236}">
                <a16:creationId xmlns:a16="http://schemas.microsoft.com/office/drawing/2014/main" id="{8E4B8E9A-2B02-A472-841E-F7336288BB9C}"/>
              </a:ext>
            </a:extLst>
          </p:cNvPr>
          <p:cNvSpPr/>
          <p:nvPr/>
        </p:nvSpPr>
        <p:spPr>
          <a:xfrm>
            <a:off x="4762725" y="1431372"/>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20" name="Rectangle 19">
            <a:extLst>
              <a:ext uri="{FF2B5EF4-FFF2-40B4-BE49-F238E27FC236}">
                <a16:creationId xmlns:a16="http://schemas.microsoft.com/office/drawing/2014/main" id="{622DB175-654D-F222-D315-022F9AAC5FDC}"/>
              </a:ext>
            </a:extLst>
          </p:cNvPr>
          <p:cNvSpPr/>
          <p:nvPr/>
        </p:nvSpPr>
        <p:spPr>
          <a:xfrm>
            <a:off x="9124514" y="4731364"/>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7" name="Rectangle 6">
            <a:extLst>
              <a:ext uri="{FF2B5EF4-FFF2-40B4-BE49-F238E27FC236}">
                <a16:creationId xmlns:a16="http://schemas.microsoft.com/office/drawing/2014/main" id="{ABE4FA55-F902-04FA-B273-BE9722D573E2}"/>
              </a:ext>
            </a:extLst>
          </p:cNvPr>
          <p:cNvSpPr/>
          <p:nvPr/>
        </p:nvSpPr>
        <p:spPr>
          <a:xfrm>
            <a:off x="3714777" y="1429193"/>
            <a:ext cx="973702"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VALUES</a:t>
            </a:r>
            <a:endParaRPr lang="en-US" dirty="0">
              <a:ln w="0"/>
              <a:solidFill>
                <a:schemeClr val="tx1"/>
              </a:solidFill>
            </a:endParaRPr>
          </a:p>
        </p:txBody>
      </p:sp>
      <p:sp>
        <p:nvSpPr>
          <p:cNvPr id="9" name="Rectangle 8">
            <a:extLst>
              <a:ext uri="{FF2B5EF4-FFF2-40B4-BE49-F238E27FC236}">
                <a16:creationId xmlns:a16="http://schemas.microsoft.com/office/drawing/2014/main" id="{6941B032-7EB6-BAF7-9702-F0095EC3D628}"/>
              </a:ext>
            </a:extLst>
          </p:cNvPr>
          <p:cNvSpPr/>
          <p:nvPr/>
        </p:nvSpPr>
        <p:spPr>
          <a:xfrm>
            <a:off x="5383637" y="1431109"/>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24" name="Rectangle 23">
            <a:extLst>
              <a:ext uri="{FF2B5EF4-FFF2-40B4-BE49-F238E27FC236}">
                <a16:creationId xmlns:a16="http://schemas.microsoft.com/office/drawing/2014/main" id="{96263658-8FFF-6E49-4EA9-B840534496A1}"/>
              </a:ext>
            </a:extLst>
          </p:cNvPr>
          <p:cNvSpPr/>
          <p:nvPr/>
        </p:nvSpPr>
        <p:spPr>
          <a:xfrm>
            <a:off x="6507362" y="1429193"/>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25" name="Rectangle 24">
            <a:extLst>
              <a:ext uri="{FF2B5EF4-FFF2-40B4-BE49-F238E27FC236}">
                <a16:creationId xmlns:a16="http://schemas.microsoft.com/office/drawing/2014/main" id="{5964DBEF-C4D4-1EC0-7747-ADC2F2B8B74E}"/>
              </a:ext>
            </a:extLst>
          </p:cNvPr>
          <p:cNvSpPr/>
          <p:nvPr/>
        </p:nvSpPr>
        <p:spPr>
          <a:xfrm>
            <a:off x="6741338" y="1447861"/>
            <a:ext cx="187399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FF0000"/>
                </a:solidFill>
                <a:latin typeface="Consolas" panose="020B0609020204030204" pitchFamily="49" charset="0"/>
              </a:rPr>
              <a:t>'Monday'</a:t>
            </a:r>
            <a:endParaRPr lang="en-US" dirty="0">
              <a:solidFill>
                <a:srgbClr val="0000FF"/>
              </a:solidFill>
            </a:endParaRPr>
          </a:p>
        </p:txBody>
      </p:sp>
      <p:sp>
        <p:nvSpPr>
          <p:cNvPr id="26" name="Rectangle 25">
            <a:extLst>
              <a:ext uri="{FF2B5EF4-FFF2-40B4-BE49-F238E27FC236}">
                <a16:creationId xmlns:a16="http://schemas.microsoft.com/office/drawing/2014/main" id="{1B0F34C0-EE2F-6C41-47FD-E6D302A86677}"/>
              </a:ext>
            </a:extLst>
          </p:cNvPr>
          <p:cNvSpPr/>
          <p:nvPr/>
        </p:nvSpPr>
        <p:spPr>
          <a:xfrm>
            <a:off x="8911826" y="1447861"/>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27" name="Rectangle 26">
            <a:extLst>
              <a:ext uri="{FF2B5EF4-FFF2-40B4-BE49-F238E27FC236}">
                <a16:creationId xmlns:a16="http://schemas.microsoft.com/office/drawing/2014/main" id="{B7458073-71BE-0246-2F2C-2F13917EDFAD}"/>
              </a:ext>
            </a:extLst>
          </p:cNvPr>
          <p:cNvSpPr/>
          <p:nvPr/>
        </p:nvSpPr>
        <p:spPr>
          <a:xfrm>
            <a:off x="9160054" y="1447861"/>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46" name="Rectangle 45">
            <a:extLst>
              <a:ext uri="{FF2B5EF4-FFF2-40B4-BE49-F238E27FC236}">
                <a16:creationId xmlns:a16="http://schemas.microsoft.com/office/drawing/2014/main" id="{CEB1C65D-0AE1-00DA-1771-AB75121BD5B5}"/>
              </a:ext>
            </a:extLst>
          </p:cNvPr>
          <p:cNvSpPr/>
          <p:nvPr/>
        </p:nvSpPr>
        <p:spPr>
          <a:xfrm>
            <a:off x="5011611" y="1985895"/>
            <a:ext cx="31622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2</a:t>
            </a:r>
          </a:p>
        </p:txBody>
      </p:sp>
      <p:sp>
        <p:nvSpPr>
          <p:cNvPr id="47" name="Rectangle 46">
            <a:extLst>
              <a:ext uri="{FF2B5EF4-FFF2-40B4-BE49-F238E27FC236}">
                <a16:creationId xmlns:a16="http://schemas.microsoft.com/office/drawing/2014/main" id="{456B202D-2DA0-411F-31DD-252888A733F6}"/>
              </a:ext>
            </a:extLst>
          </p:cNvPr>
          <p:cNvSpPr/>
          <p:nvPr/>
        </p:nvSpPr>
        <p:spPr>
          <a:xfrm>
            <a:off x="5596090" y="1989242"/>
            <a:ext cx="836242"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FF0000"/>
                </a:solidFill>
                <a:latin typeface="Consolas" panose="020B0609020204030204" pitchFamily="49" charset="0"/>
              </a:rPr>
              <a:t>'Tue'</a:t>
            </a:r>
            <a:endParaRPr lang="en-US" dirty="0">
              <a:solidFill>
                <a:srgbClr val="0000FF"/>
              </a:solidFill>
            </a:endParaRPr>
          </a:p>
        </p:txBody>
      </p:sp>
      <p:sp>
        <p:nvSpPr>
          <p:cNvPr id="48" name="Rectangle 47">
            <a:extLst>
              <a:ext uri="{FF2B5EF4-FFF2-40B4-BE49-F238E27FC236}">
                <a16:creationId xmlns:a16="http://schemas.microsoft.com/office/drawing/2014/main" id="{7317BE76-DA76-9983-9083-778605714C6F}"/>
              </a:ext>
            </a:extLst>
          </p:cNvPr>
          <p:cNvSpPr/>
          <p:nvPr/>
        </p:nvSpPr>
        <p:spPr>
          <a:xfrm>
            <a:off x="8710754" y="1995550"/>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49" name="Rectangle 48">
            <a:extLst>
              <a:ext uri="{FF2B5EF4-FFF2-40B4-BE49-F238E27FC236}">
                <a16:creationId xmlns:a16="http://schemas.microsoft.com/office/drawing/2014/main" id="{8D36437E-0AA8-CD38-F0CE-AC70ECCE1470}"/>
              </a:ext>
            </a:extLst>
          </p:cNvPr>
          <p:cNvSpPr/>
          <p:nvPr/>
        </p:nvSpPr>
        <p:spPr>
          <a:xfrm>
            <a:off x="5383637" y="1987811"/>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50" name="Rectangle 49">
            <a:extLst>
              <a:ext uri="{FF2B5EF4-FFF2-40B4-BE49-F238E27FC236}">
                <a16:creationId xmlns:a16="http://schemas.microsoft.com/office/drawing/2014/main" id="{7548354B-A2A4-BB3E-20F1-1DACDD079074}"/>
              </a:ext>
            </a:extLst>
          </p:cNvPr>
          <p:cNvSpPr/>
          <p:nvPr/>
        </p:nvSpPr>
        <p:spPr>
          <a:xfrm>
            <a:off x="6507362" y="1985895"/>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51" name="Rectangle 50">
            <a:extLst>
              <a:ext uri="{FF2B5EF4-FFF2-40B4-BE49-F238E27FC236}">
                <a16:creationId xmlns:a16="http://schemas.microsoft.com/office/drawing/2014/main" id="{6C530034-83C9-5B2A-B8B8-ADCFCA1581A8}"/>
              </a:ext>
            </a:extLst>
          </p:cNvPr>
          <p:cNvSpPr/>
          <p:nvPr/>
        </p:nvSpPr>
        <p:spPr>
          <a:xfrm>
            <a:off x="6741338" y="2004563"/>
            <a:ext cx="187399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FF0000"/>
                </a:solidFill>
                <a:latin typeface="Consolas" panose="020B0609020204030204" pitchFamily="49" charset="0"/>
              </a:rPr>
              <a:t>'Tuesday'</a:t>
            </a:r>
            <a:endParaRPr lang="en-US" dirty="0">
              <a:solidFill>
                <a:srgbClr val="0000FF"/>
              </a:solidFill>
            </a:endParaRPr>
          </a:p>
        </p:txBody>
      </p:sp>
      <p:sp>
        <p:nvSpPr>
          <p:cNvPr id="52" name="Rectangle 51">
            <a:extLst>
              <a:ext uri="{FF2B5EF4-FFF2-40B4-BE49-F238E27FC236}">
                <a16:creationId xmlns:a16="http://schemas.microsoft.com/office/drawing/2014/main" id="{0B05CF1B-A195-2F00-9975-1950C5187BAF}"/>
              </a:ext>
            </a:extLst>
          </p:cNvPr>
          <p:cNvSpPr/>
          <p:nvPr/>
        </p:nvSpPr>
        <p:spPr>
          <a:xfrm>
            <a:off x="8911826" y="2004563"/>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53" name="Rectangle 52">
            <a:extLst>
              <a:ext uri="{FF2B5EF4-FFF2-40B4-BE49-F238E27FC236}">
                <a16:creationId xmlns:a16="http://schemas.microsoft.com/office/drawing/2014/main" id="{09CB796B-84B1-7F77-7779-F171241D3C8E}"/>
              </a:ext>
            </a:extLst>
          </p:cNvPr>
          <p:cNvSpPr/>
          <p:nvPr/>
        </p:nvSpPr>
        <p:spPr>
          <a:xfrm>
            <a:off x="9160054" y="2004563"/>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54" name="Rectangle 53">
            <a:extLst>
              <a:ext uri="{FF2B5EF4-FFF2-40B4-BE49-F238E27FC236}">
                <a16:creationId xmlns:a16="http://schemas.microsoft.com/office/drawing/2014/main" id="{1CC7E983-5421-F0ED-4401-443538636DD1}"/>
              </a:ext>
            </a:extLst>
          </p:cNvPr>
          <p:cNvSpPr/>
          <p:nvPr/>
        </p:nvSpPr>
        <p:spPr>
          <a:xfrm>
            <a:off x="5004459" y="2557918"/>
            <a:ext cx="31622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3</a:t>
            </a:r>
            <a:endParaRPr lang="en-US" dirty="0"/>
          </a:p>
        </p:txBody>
      </p:sp>
      <p:sp>
        <p:nvSpPr>
          <p:cNvPr id="55" name="Rectangle 54">
            <a:extLst>
              <a:ext uri="{FF2B5EF4-FFF2-40B4-BE49-F238E27FC236}">
                <a16:creationId xmlns:a16="http://schemas.microsoft.com/office/drawing/2014/main" id="{8AFFF21E-6B0B-A6C7-3772-B7E13E979A75}"/>
              </a:ext>
            </a:extLst>
          </p:cNvPr>
          <p:cNvSpPr/>
          <p:nvPr/>
        </p:nvSpPr>
        <p:spPr>
          <a:xfrm>
            <a:off x="5588938" y="2561265"/>
            <a:ext cx="836242"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FF0000"/>
                </a:solidFill>
                <a:latin typeface="Consolas" panose="020B0609020204030204" pitchFamily="49" charset="0"/>
              </a:rPr>
              <a:t>'Wed'</a:t>
            </a:r>
            <a:endParaRPr lang="en-US" dirty="0">
              <a:solidFill>
                <a:srgbClr val="0000FF"/>
              </a:solidFill>
            </a:endParaRPr>
          </a:p>
        </p:txBody>
      </p:sp>
      <p:sp>
        <p:nvSpPr>
          <p:cNvPr id="56" name="Rectangle 55">
            <a:extLst>
              <a:ext uri="{FF2B5EF4-FFF2-40B4-BE49-F238E27FC236}">
                <a16:creationId xmlns:a16="http://schemas.microsoft.com/office/drawing/2014/main" id="{A5C1CAD7-BFE7-60E8-6A78-D156A51B3F08}"/>
              </a:ext>
            </a:extLst>
          </p:cNvPr>
          <p:cNvSpPr/>
          <p:nvPr/>
        </p:nvSpPr>
        <p:spPr>
          <a:xfrm>
            <a:off x="8703602" y="2567573"/>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57" name="Rectangle 56">
            <a:extLst>
              <a:ext uri="{FF2B5EF4-FFF2-40B4-BE49-F238E27FC236}">
                <a16:creationId xmlns:a16="http://schemas.microsoft.com/office/drawing/2014/main" id="{730541AE-081A-0277-4B9E-3148C1828B0C}"/>
              </a:ext>
            </a:extLst>
          </p:cNvPr>
          <p:cNvSpPr/>
          <p:nvPr/>
        </p:nvSpPr>
        <p:spPr>
          <a:xfrm>
            <a:off x="5376485" y="2559834"/>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58" name="Rectangle 57">
            <a:extLst>
              <a:ext uri="{FF2B5EF4-FFF2-40B4-BE49-F238E27FC236}">
                <a16:creationId xmlns:a16="http://schemas.microsoft.com/office/drawing/2014/main" id="{2DFE82AD-D93D-F0DD-2CE1-52511FBA3F47}"/>
              </a:ext>
            </a:extLst>
          </p:cNvPr>
          <p:cNvSpPr/>
          <p:nvPr/>
        </p:nvSpPr>
        <p:spPr>
          <a:xfrm>
            <a:off x="6500210" y="2557918"/>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59" name="Rectangle 58">
            <a:extLst>
              <a:ext uri="{FF2B5EF4-FFF2-40B4-BE49-F238E27FC236}">
                <a16:creationId xmlns:a16="http://schemas.microsoft.com/office/drawing/2014/main" id="{42893C47-D7D8-6CB8-B61F-7CA8C5AC6E92}"/>
              </a:ext>
            </a:extLst>
          </p:cNvPr>
          <p:cNvSpPr/>
          <p:nvPr/>
        </p:nvSpPr>
        <p:spPr>
          <a:xfrm>
            <a:off x="6734186" y="2576586"/>
            <a:ext cx="187399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FF0000"/>
                </a:solidFill>
                <a:latin typeface="Consolas" panose="020B0609020204030204" pitchFamily="49" charset="0"/>
              </a:rPr>
              <a:t>'Wednesday'</a:t>
            </a:r>
            <a:endParaRPr lang="en-US" dirty="0">
              <a:solidFill>
                <a:srgbClr val="0000FF"/>
              </a:solidFill>
            </a:endParaRPr>
          </a:p>
        </p:txBody>
      </p:sp>
      <p:sp>
        <p:nvSpPr>
          <p:cNvPr id="60" name="Rectangle 59">
            <a:extLst>
              <a:ext uri="{FF2B5EF4-FFF2-40B4-BE49-F238E27FC236}">
                <a16:creationId xmlns:a16="http://schemas.microsoft.com/office/drawing/2014/main" id="{60F046B0-2F24-4E4A-BB68-DBD71108C319}"/>
              </a:ext>
            </a:extLst>
          </p:cNvPr>
          <p:cNvSpPr/>
          <p:nvPr/>
        </p:nvSpPr>
        <p:spPr>
          <a:xfrm>
            <a:off x="8904674" y="2576586"/>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61" name="Rectangle 60">
            <a:extLst>
              <a:ext uri="{FF2B5EF4-FFF2-40B4-BE49-F238E27FC236}">
                <a16:creationId xmlns:a16="http://schemas.microsoft.com/office/drawing/2014/main" id="{BEFBB12F-5FFC-D95E-6D20-CA4E62658B1D}"/>
              </a:ext>
            </a:extLst>
          </p:cNvPr>
          <p:cNvSpPr/>
          <p:nvPr/>
        </p:nvSpPr>
        <p:spPr>
          <a:xfrm>
            <a:off x="9152902" y="2576586"/>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62" name="Rectangle 61">
            <a:extLst>
              <a:ext uri="{FF2B5EF4-FFF2-40B4-BE49-F238E27FC236}">
                <a16:creationId xmlns:a16="http://schemas.microsoft.com/office/drawing/2014/main" id="{BCBDAFAB-380E-459C-C9F6-002C8CDAD185}"/>
              </a:ext>
            </a:extLst>
          </p:cNvPr>
          <p:cNvSpPr/>
          <p:nvPr/>
        </p:nvSpPr>
        <p:spPr>
          <a:xfrm>
            <a:off x="5004459" y="3111273"/>
            <a:ext cx="31622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4</a:t>
            </a:r>
          </a:p>
        </p:txBody>
      </p:sp>
      <p:sp>
        <p:nvSpPr>
          <p:cNvPr id="63" name="Rectangle 62">
            <a:extLst>
              <a:ext uri="{FF2B5EF4-FFF2-40B4-BE49-F238E27FC236}">
                <a16:creationId xmlns:a16="http://schemas.microsoft.com/office/drawing/2014/main" id="{A6105DA6-4081-9DC0-7D8A-EEDF9C5956AD}"/>
              </a:ext>
            </a:extLst>
          </p:cNvPr>
          <p:cNvSpPr/>
          <p:nvPr/>
        </p:nvSpPr>
        <p:spPr>
          <a:xfrm>
            <a:off x="5588938" y="3114620"/>
            <a:ext cx="836242"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FF0000"/>
                </a:solidFill>
                <a:latin typeface="Consolas" panose="020B0609020204030204" pitchFamily="49" charset="0"/>
              </a:rPr>
              <a:t>'Thu'</a:t>
            </a:r>
            <a:endParaRPr lang="en-US" dirty="0">
              <a:solidFill>
                <a:srgbClr val="0000FF"/>
              </a:solidFill>
            </a:endParaRPr>
          </a:p>
        </p:txBody>
      </p:sp>
      <p:sp>
        <p:nvSpPr>
          <p:cNvPr id="64" name="Rectangle 63">
            <a:extLst>
              <a:ext uri="{FF2B5EF4-FFF2-40B4-BE49-F238E27FC236}">
                <a16:creationId xmlns:a16="http://schemas.microsoft.com/office/drawing/2014/main" id="{ADAEBD08-D69B-2FC3-C513-B4AB258EC5DC}"/>
              </a:ext>
            </a:extLst>
          </p:cNvPr>
          <p:cNvSpPr/>
          <p:nvPr/>
        </p:nvSpPr>
        <p:spPr>
          <a:xfrm>
            <a:off x="8703602" y="3120928"/>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65" name="Rectangle 64">
            <a:extLst>
              <a:ext uri="{FF2B5EF4-FFF2-40B4-BE49-F238E27FC236}">
                <a16:creationId xmlns:a16="http://schemas.microsoft.com/office/drawing/2014/main" id="{0A85FACC-C170-9E38-A56A-E73219ADC94F}"/>
              </a:ext>
            </a:extLst>
          </p:cNvPr>
          <p:cNvSpPr/>
          <p:nvPr/>
        </p:nvSpPr>
        <p:spPr>
          <a:xfrm>
            <a:off x="5376485" y="3113189"/>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66" name="Rectangle 65">
            <a:extLst>
              <a:ext uri="{FF2B5EF4-FFF2-40B4-BE49-F238E27FC236}">
                <a16:creationId xmlns:a16="http://schemas.microsoft.com/office/drawing/2014/main" id="{CB3E3410-226E-71FA-7A31-B36C5FC0792E}"/>
              </a:ext>
            </a:extLst>
          </p:cNvPr>
          <p:cNvSpPr/>
          <p:nvPr/>
        </p:nvSpPr>
        <p:spPr>
          <a:xfrm>
            <a:off x="6500210" y="3111273"/>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67" name="Rectangle 66">
            <a:extLst>
              <a:ext uri="{FF2B5EF4-FFF2-40B4-BE49-F238E27FC236}">
                <a16:creationId xmlns:a16="http://schemas.microsoft.com/office/drawing/2014/main" id="{AAB377A0-C0A0-1337-5CBC-B57AE112532B}"/>
              </a:ext>
            </a:extLst>
          </p:cNvPr>
          <p:cNvSpPr/>
          <p:nvPr/>
        </p:nvSpPr>
        <p:spPr>
          <a:xfrm>
            <a:off x="6734186" y="3129941"/>
            <a:ext cx="187399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FF0000"/>
                </a:solidFill>
                <a:latin typeface="Consolas" panose="020B0609020204030204" pitchFamily="49" charset="0"/>
              </a:rPr>
              <a:t>'Thursday'</a:t>
            </a:r>
            <a:endParaRPr lang="en-US" dirty="0">
              <a:solidFill>
                <a:srgbClr val="0000FF"/>
              </a:solidFill>
            </a:endParaRPr>
          </a:p>
        </p:txBody>
      </p:sp>
      <p:sp>
        <p:nvSpPr>
          <p:cNvPr id="68" name="Rectangle 67">
            <a:extLst>
              <a:ext uri="{FF2B5EF4-FFF2-40B4-BE49-F238E27FC236}">
                <a16:creationId xmlns:a16="http://schemas.microsoft.com/office/drawing/2014/main" id="{C9E8AA04-5DC1-B17B-7C7E-353E8AD5A2FA}"/>
              </a:ext>
            </a:extLst>
          </p:cNvPr>
          <p:cNvSpPr/>
          <p:nvPr/>
        </p:nvSpPr>
        <p:spPr>
          <a:xfrm>
            <a:off x="8904674" y="3129941"/>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69" name="Rectangle 68">
            <a:extLst>
              <a:ext uri="{FF2B5EF4-FFF2-40B4-BE49-F238E27FC236}">
                <a16:creationId xmlns:a16="http://schemas.microsoft.com/office/drawing/2014/main" id="{7285181B-102D-2E85-428F-F76A704ADDA9}"/>
              </a:ext>
            </a:extLst>
          </p:cNvPr>
          <p:cNvSpPr/>
          <p:nvPr/>
        </p:nvSpPr>
        <p:spPr>
          <a:xfrm>
            <a:off x="9152902" y="3129941"/>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70" name="Rectangle 69">
            <a:extLst>
              <a:ext uri="{FF2B5EF4-FFF2-40B4-BE49-F238E27FC236}">
                <a16:creationId xmlns:a16="http://schemas.microsoft.com/office/drawing/2014/main" id="{77BE9A29-1CFE-7AD5-5562-82EE07149DE5}"/>
              </a:ext>
            </a:extLst>
          </p:cNvPr>
          <p:cNvSpPr/>
          <p:nvPr/>
        </p:nvSpPr>
        <p:spPr>
          <a:xfrm>
            <a:off x="5011611" y="3670936"/>
            <a:ext cx="31622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5</a:t>
            </a:r>
          </a:p>
        </p:txBody>
      </p:sp>
      <p:sp>
        <p:nvSpPr>
          <p:cNvPr id="71" name="Rectangle 70">
            <a:extLst>
              <a:ext uri="{FF2B5EF4-FFF2-40B4-BE49-F238E27FC236}">
                <a16:creationId xmlns:a16="http://schemas.microsoft.com/office/drawing/2014/main" id="{DCD39D68-265F-1193-83BB-5C5753234108}"/>
              </a:ext>
            </a:extLst>
          </p:cNvPr>
          <p:cNvSpPr/>
          <p:nvPr/>
        </p:nvSpPr>
        <p:spPr>
          <a:xfrm>
            <a:off x="5596090" y="3674283"/>
            <a:ext cx="836242"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FF0000"/>
                </a:solidFill>
                <a:latin typeface="Consolas" panose="020B0609020204030204" pitchFamily="49" charset="0"/>
              </a:rPr>
              <a:t>'Fri'</a:t>
            </a:r>
            <a:endParaRPr lang="en-US" dirty="0">
              <a:solidFill>
                <a:srgbClr val="0000FF"/>
              </a:solidFill>
            </a:endParaRPr>
          </a:p>
        </p:txBody>
      </p:sp>
      <p:sp>
        <p:nvSpPr>
          <p:cNvPr id="72" name="Rectangle 71">
            <a:extLst>
              <a:ext uri="{FF2B5EF4-FFF2-40B4-BE49-F238E27FC236}">
                <a16:creationId xmlns:a16="http://schemas.microsoft.com/office/drawing/2014/main" id="{C5C97153-640B-7443-CF14-43F3A5C10F9F}"/>
              </a:ext>
            </a:extLst>
          </p:cNvPr>
          <p:cNvSpPr/>
          <p:nvPr/>
        </p:nvSpPr>
        <p:spPr>
          <a:xfrm>
            <a:off x="8710754" y="3680591"/>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73" name="Rectangle 72">
            <a:extLst>
              <a:ext uri="{FF2B5EF4-FFF2-40B4-BE49-F238E27FC236}">
                <a16:creationId xmlns:a16="http://schemas.microsoft.com/office/drawing/2014/main" id="{227B4174-377A-25A7-6429-EC23D146D559}"/>
              </a:ext>
            </a:extLst>
          </p:cNvPr>
          <p:cNvSpPr/>
          <p:nvPr/>
        </p:nvSpPr>
        <p:spPr>
          <a:xfrm>
            <a:off x="5383637" y="3672852"/>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74" name="Rectangle 73">
            <a:extLst>
              <a:ext uri="{FF2B5EF4-FFF2-40B4-BE49-F238E27FC236}">
                <a16:creationId xmlns:a16="http://schemas.microsoft.com/office/drawing/2014/main" id="{FBFAFDD8-3D1F-4C03-83C8-D5373E9A5664}"/>
              </a:ext>
            </a:extLst>
          </p:cNvPr>
          <p:cNvSpPr/>
          <p:nvPr/>
        </p:nvSpPr>
        <p:spPr>
          <a:xfrm>
            <a:off x="6507362" y="3670936"/>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75" name="Rectangle 74">
            <a:extLst>
              <a:ext uri="{FF2B5EF4-FFF2-40B4-BE49-F238E27FC236}">
                <a16:creationId xmlns:a16="http://schemas.microsoft.com/office/drawing/2014/main" id="{9DA6CCA1-9424-6AB6-899A-417737EDCADD}"/>
              </a:ext>
            </a:extLst>
          </p:cNvPr>
          <p:cNvSpPr/>
          <p:nvPr/>
        </p:nvSpPr>
        <p:spPr>
          <a:xfrm>
            <a:off x="6741338" y="3689604"/>
            <a:ext cx="187399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FF0000"/>
                </a:solidFill>
                <a:latin typeface="Consolas" panose="020B0609020204030204" pitchFamily="49" charset="0"/>
              </a:rPr>
              <a:t>'Friday'</a:t>
            </a:r>
            <a:endParaRPr lang="en-US" dirty="0">
              <a:solidFill>
                <a:srgbClr val="0000FF"/>
              </a:solidFill>
            </a:endParaRPr>
          </a:p>
        </p:txBody>
      </p:sp>
      <p:sp>
        <p:nvSpPr>
          <p:cNvPr id="76" name="Rectangle 75">
            <a:extLst>
              <a:ext uri="{FF2B5EF4-FFF2-40B4-BE49-F238E27FC236}">
                <a16:creationId xmlns:a16="http://schemas.microsoft.com/office/drawing/2014/main" id="{E9E74E22-BA8A-E98F-C0D8-D843C7DC48ED}"/>
              </a:ext>
            </a:extLst>
          </p:cNvPr>
          <p:cNvSpPr/>
          <p:nvPr/>
        </p:nvSpPr>
        <p:spPr>
          <a:xfrm>
            <a:off x="8911826" y="3689604"/>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77" name="Rectangle 76">
            <a:extLst>
              <a:ext uri="{FF2B5EF4-FFF2-40B4-BE49-F238E27FC236}">
                <a16:creationId xmlns:a16="http://schemas.microsoft.com/office/drawing/2014/main" id="{F89FF20F-3709-DADC-74E7-557452BA32C9}"/>
              </a:ext>
            </a:extLst>
          </p:cNvPr>
          <p:cNvSpPr/>
          <p:nvPr/>
        </p:nvSpPr>
        <p:spPr>
          <a:xfrm>
            <a:off x="9160054" y="3689604"/>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78" name="Rectangle 77">
            <a:extLst>
              <a:ext uri="{FF2B5EF4-FFF2-40B4-BE49-F238E27FC236}">
                <a16:creationId xmlns:a16="http://schemas.microsoft.com/office/drawing/2014/main" id="{89EAEDDA-5C0C-5185-34C1-868800F2346D}"/>
              </a:ext>
            </a:extLst>
          </p:cNvPr>
          <p:cNvSpPr/>
          <p:nvPr/>
        </p:nvSpPr>
        <p:spPr>
          <a:xfrm>
            <a:off x="5004459" y="4201145"/>
            <a:ext cx="31622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6</a:t>
            </a:r>
          </a:p>
        </p:txBody>
      </p:sp>
      <p:sp>
        <p:nvSpPr>
          <p:cNvPr id="79" name="Rectangle 78">
            <a:extLst>
              <a:ext uri="{FF2B5EF4-FFF2-40B4-BE49-F238E27FC236}">
                <a16:creationId xmlns:a16="http://schemas.microsoft.com/office/drawing/2014/main" id="{D281DB04-0B41-A09C-82B9-60FB91A5F797}"/>
              </a:ext>
            </a:extLst>
          </p:cNvPr>
          <p:cNvSpPr/>
          <p:nvPr/>
        </p:nvSpPr>
        <p:spPr>
          <a:xfrm>
            <a:off x="5588938" y="4204492"/>
            <a:ext cx="836242"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FF0000"/>
                </a:solidFill>
                <a:latin typeface="Consolas" panose="020B0609020204030204" pitchFamily="49" charset="0"/>
              </a:rPr>
              <a:t>'Sat'</a:t>
            </a:r>
            <a:endParaRPr lang="en-US" dirty="0">
              <a:solidFill>
                <a:srgbClr val="0000FF"/>
              </a:solidFill>
            </a:endParaRPr>
          </a:p>
        </p:txBody>
      </p:sp>
      <p:sp>
        <p:nvSpPr>
          <p:cNvPr id="80" name="Rectangle 79">
            <a:extLst>
              <a:ext uri="{FF2B5EF4-FFF2-40B4-BE49-F238E27FC236}">
                <a16:creationId xmlns:a16="http://schemas.microsoft.com/office/drawing/2014/main" id="{33853609-80EE-91AB-8CD5-527D42839153}"/>
              </a:ext>
            </a:extLst>
          </p:cNvPr>
          <p:cNvSpPr/>
          <p:nvPr/>
        </p:nvSpPr>
        <p:spPr>
          <a:xfrm>
            <a:off x="8703602" y="4210800"/>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81" name="Rectangle 80">
            <a:extLst>
              <a:ext uri="{FF2B5EF4-FFF2-40B4-BE49-F238E27FC236}">
                <a16:creationId xmlns:a16="http://schemas.microsoft.com/office/drawing/2014/main" id="{AF8D7055-C2D4-41F0-63BE-15F45BCC253C}"/>
              </a:ext>
            </a:extLst>
          </p:cNvPr>
          <p:cNvSpPr/>
          <p:nvPr/>
        </p:nvSpPr>
        <p:spPr>
          <a:xfrm>
            <a:off x="5376485" y="4203061"/>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82" name="Rectangle 81">
            <a:extLst>
              <a:ext uri="{FF2B5EF4-FFF2-40B4-BE49-F238E27FC236}">
                <a16:creationId xmlns:a16="http://schemas.microsoft.com/office/drawing/2014/main" id="{F066FD3E-5A3E-D101-6062-9699E6D0BEB8}"/>
              </a:ext>
            </a:extLst>
          </p:cNvPr>
          <p:cNvSpPr/>
          <p:nvPr/>
        </p:nvSpPr>
        <p:spPr>
          <a:xfrm>
            <a:off x="6500210" y="4201145"/>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83" name="Rectangle 82">
            <a:extLst>
              <a:ext uri="{FF2B5EF4-FFF2-40B4-BE49-F238E27FC236}">
                <a16:creationId xmlns:a16="http://schemas.microsoft.com/office/drawing/2014/main" id="{31DD20B0-52E6-8D6E-D9A1-73BF053E045C}"/>
              </a:ext>
            </a:extLst>
          </p:cNvPr>
          <p:cNvSpPr/>
          <p:nvPr/>
        </p:nvSpPr>
        <p:spPr>
          <a:xfrm>
            <a:off x="6734186" y="4219813"/>
            <a:ext cx="187399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FF0000"/>
                </a:solidFill>
                <a:latin typeface="Consolas" panose="020B0609020204030204" pitchFamily="49" charset="0"/>
              </a:rPr>
              <a:t>'Saturday'</a:t>
            </a:r>
            <a:endParaRPr lang="en-US" dirty="0">
              <a:solidFill>
                <a:srgbClr val="0000FF"/>
              </a:solidFill>
            </a:endParaRPr>
          </a:p>
        </p:txBody>
      </p:sp>
      <p:sp>
        <p:nvSpPr>
          <p:cNvPr id="84" name="Rectangle 83">
            <a:extLst>
              <a:ext uri="{FF2B5EF4-FFF2-40B4-BE49-F238E27FC236}">
                <a16:creationId xmlns:a16="http://schemas.microsoft.com/office/drawing/2014/main" id="{443245D6-BA21-B496-0A17-6D3F763377C9}"/>
              </a:ext>
            </a:extLst>
          </p:cNvPr>
          <p:cNvSpPr/>
          <p:nvPr/>
        </p:nvSpPr>
        <p:spPr>
          <a:xfrm>
            <a:off x="8904674" y="4219813"/>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85" name="Rectangle 84">
            <a:extLst>
              <a:ext uri="{FF2B5EF4-FFF2-40B4-BE49-F238E27FC236}">
                <a16:creationId xmlns:a16="http://schemas.microsoft.com/office/drawing/2014/main" id="{A2940246-C547-08E9-C3B8-2AB1CFACEEB9}"/>
              </a:ext>
            </a:extLst>
          </p:cNvPr>
          <p:cNvSpPr/>
          <p:nvPr/>
        </p:nvSpPr>
        <p:spPr>
          <a:xfrm>
            <a:off x="9152902" y="4219813"/>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86" name="Rectangle 85">
            <a:extLst>
              <a:ext uri="{FF2B5EF4-FFF2-40B4-BE49-F238E27FC236}">
                <a16:creationId xmlns:a16="http://schemas.microsoft.com/office/drawing/2014/main" id="{26DC82FE-0BF3-0C16-B764-F962B9EE964E}"/>
              </a:ext>
            </a:extLst>
          </p:cNvPr>
          <p:cNvSpPr/>
          <p:nvPr/>
        </p:nvSpPr>
        <p:spPr>
          <a:xfrm>
            <a:off x="5011611" y="4712696"/>
            <a:ext cx="31622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7</a:t>
            </a:r>
          </a:p>
        </p:txBody>
      </p:sp>
      <p:sp>
        <p:nvSpPr>
          <p:cNvPr id="87" name="Rectangle 86">
            <a:extLst>
              <a:ext uri="{FF2B5EF4-FFF2-40B4-BE49-F238E27FC236}">
                <a16:creationId xmlns:a16="http://schemas.microsoft.com/office/drawing/2014/main" id="{834CB5FA-B52B-5F64-A7AE-20864B20E7BE}"/>
              </a:ext>
            </a:extLst>
          </p:cNvPr>
          <p:cNvSpPr/>
          <p:nvPr/>
        </p:nvSpPr>
        <p:spPr>
          <a:xfrm>
            <a:off x="5596090" y="4716043"/>
            <a:ext cx="836242"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FF0000"/>
                </a:solidFill>
                <a:latin typeface="Consolas" panose="020B0609020204030204" pitchFamily="49" charset="0"/>
              </a:rPr>
              <a:t>'Sun'</a:t>
            </a:r>
            <a:endParaRPr lang="en-US" dirty="0">
              <a:solidFill>
                <a:srgbClr val="0000FF"/>
              </a:solidFill>
            </a:endParaRPr>
          </a:p>
        </p:txBody>
      </p:sp>
      <p:sp>
        <p:nvSpPr>
          <p:cNvPr id="88" name="Rectangle 87">
            <a:extLst>
              <a:ext uri="{FF2B5EF4-FFF2-40B4-BE49-F238E27FC236}">
                <a16:creationId xmlns:a16="http://schemas.microsoft.com/office/drawing/2014/main" id="{559CD806-4E0F-8843-7A00-A27111BA996A}"/>
              </a:ext>
            </a:extLst>
          </p:cNvPr>
          <p:cNvSpPr/>
          <p:nvPr/>
        </p:nvSpPr>
        <p:spPr>
          <a:xfrm>
            <a:off x="8710754" y="4722351"/>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89" name="Rectangle 88">
            <a:extLst>
              <a:ext uri="{FF2B5EF4-FFF2-40B4-BE49-F238E27FC236}">
                <a16:creationId xmlns:a16="http://schemas.microsoft.com/office/drawing/2014/main" id="{43B906C6-2167-E90B-876F-39BF8C171AF2}"/>
              </a:ext>
            </a:extLst>
          </p:cNvPr>
          <p:cNvSpPr/>
          <p:nvPr/>
        </p:nvSpPr>
        <p:spPr>
          <a:xfrm>
            <a:off x="5383637" y="4714612"/>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90" name="Rectangle 89">
            <a:extLst>
              <a:ext uri="{FF2B5EF4-FFF2-40B4-BE49-F238E27FC236}">
                <a16:creationId xmlns:a16="http://schemas.microsoft.com/office/drawing/2014/main" id="{AA22F621-D22C-AE78-0B60-637FAA2F9040}"/>
              </a:ext>
            </a:extLst>
          </p:cNvPr>
          <p:cNvSpPr/>
          <p:nvPr/>
        </p:nvSpPr>
        <p:spPr>
          <a:xfrm>
            <a:off x="6507362" y="4712696"/>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91" name="Rectangle 90">
            <a:extLst>
              <a:ext uri="{FF2B5EF4-FFF2-40B4-BE49-F238E27FC236}">
                <a16:creationId xmlns:a16="http://schemas.microsoft.com/office/drawing/2014/main" id="{DBED87F0-28D0-2AE7-F8C3-D735EE4FB031}"/>
              </a:ext>
            </a:extLst>
          </p:cNvPr>
          <p:cNvSpPr/>
          <p:nvPr/>
        </p:nvSpPr>
        <p:spPr>
          <a:xfrm>
            <a:off x="6741338" y="4731364"/>
            <a:ext cx="1873995"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FF0000"/>
                </a:solidFill>
                <a:latin typeface="Consolas" panose="020B0609020204030204" pitchFamily="49" charset="0"/>
              </a:rPr>
              <a:t>'Sunday'</a:t>
            </a:r>
            <a:endParaRPr lang="en-US" dirty="0">
              <a:solidFill>
                <a:srgbClr val="0000FF"/>
              </a:solidFill>
            </a:endParaRPr>
          </a:p>
        </p:txBody>
      </p:sp>
      <p:sp>
        <p:nvSpPr>
          <p:cNvPr id="92" name="Rectangle 91">
            <a:extLst>
              <a:ext uri="{FF2B5EF4-FFF2-40B4-BE49-F238E27FC236}">
                <a16:creationId xmlns:a16="http://schemas.microsoft.com/office/drawing/2014/main" id="{8552E671-E90E-AFBF-915F-DEB7396032A8}"/>
              </a:ext>
            </a:extLst>
          </p:cNvPr>
          <p:cNvSpPr/>
          <p:nvPr/>
        </p:nvSpPr>
        <p:spPr>
          <a:xfrm>
            <a:off x="8911826" y="4731364"/>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94" name="Rectangle 93">
            <a:extLst>
              <a:ext uri="{FF2B5EF4-FFF2-40B4-BE49-F238E27FC236}">
                <a16:creationId xmlns:a16="http://schemas.microsoft.com/office/drawing/2014/main" id="{01C93F08-4017-B150-4FFC-728DEB7A0FEE}"/>
              </a:ext>
            </a:extLst>
          </p:cNvPr>
          <p:cNvSpPr/>
          <p:nvPr/>
        </p:nvSpPr>
        <p:spPr>
          <a:xfrm>
            <a:off x="4762725" y="1987918"/>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95" name="Rectangle 94">
            <a:extLst>
              <a:ext uri="{FF2B5EF4-FFF2-40B4-BE49-F238E27FC236}">
                <a16:creationId xmlns:a16="http://schemas.microsoft.com/office/drawing/2014/main" id="{71DD4D5F-03BC-CF72-701A-17F69C478308}"/>
              </a:ext>
            </a:extLst>
          </p:cNvPr>
          <p:cNvSpPr/>
          <p:nvPr/>
        </p:nvSpPr>
        <p:spPr>
          <a:xfrm>
            <a:off x="4759401" y="2544464"/>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96" name="Rectangle 95">
            <a:extLst>
              <a:ext uri="{FF2B5EF4-FFF2-40B4-BE49-F238E27FC236}">
                <a16:creationId xmlns:a16="http://schemas.microsoft.com/office/drawing/2014/main" id="{74F69CA8-083A-0AED-DC48-906C3840D644}"/>
              </a:ext>
            </a:extLst>
          </p:cNvPr>
          <p:cNvSpPr/>
          <p:nvPr/>
        </p:nvSpPr>
        <p:spPr>
          <a:xfrm>
            <a:off x="4736207" y="3100167"/>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97" name="Rectangle 96">
            <a:extLst>
              <a:ext uri="{FF2B5EF4-FFF2-40B4-BE49-F238E27FC236}">
                <a16:creationId xmlns:a16="http://schemas.microsoft.com/office/drawing/2014/main" id="{994154AA-6CA8-1DDB-FA85-3A993A77530A}"/>
              </a:ext>
            </a:extLst>
          </p:cNvPr>
          <p:cNvSpPr/>
          <p:nvPr/>
        </p:nvSpPr>
        <p:spPr>
          <a:xfrm>
            <a:off x="4767610" y="3680591"/>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98" name="Rectangle 97">
            <a:extLst>
              <a:ext uri="{FF2B5EF4-FFF2-40B4-BE49-F238E27FC236}">
                <a16:creationId xmlns:a16="http://schemas.microsoft.com/office/drawing/2014/main" id="{65E1A629-2865-F8D9-70D0-F6D5717D6A04}"/>
              </a:ext>
            </a:extLst>
          </p:cNvPr>
          <p:cNvSpPr/>
          <p:nvPr/>
        </p:nvSpPr>
        <p:spPr>
          <a:xfrm>
            <a:off x="4762721" y="4219813"/>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99" name="Rectangle 98">
            <a:extLst>
              <a:ext uri="{FF2B5EF4-FFF2-40B4-BE49-F238E27FC236}">
                <a16:creationId xmlns:a16="http://schemas.microsoft.com/office/drawing/2014/main" id="{06FAAAD7-346B-2E05-BF40-C7B4336C64EB}"/>
              </a:ext>
            </a:extLst>
          </p:cNvPr>
          <p:cNvSpPr/>
          <p:nvPr/>
        </p:nvSpPr>
        <p:spPr>
          <a:xfrm>
            <a:off x="4765652" y="4740829"/>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pic>
        <p:nvPicPr>
          <p:cNvPr id="101" name="Picture 100">
            <a:extLst>
              <a:ext uri="{FF2B5EF4-FFF2-40B4-BE49-F238E27FC236}">
                <a16:creationId xmlns:a16="http://schemas.microsoft.com/office/drawing/2014/main" id="{52DC493A-AC3F-0974-7771-A8D317A1EA45}"/>
              </a:ext>
            </a:extLst>
          </p:cNvPr>
          <p:cNvPicPr>
            <a:picLocks noChangeAspect="1"/>
          </p:cNvPicPr>
          <p:nvPr/>
        </p:nvPicPr>
        <p:blipFill>
          <a:blip r:embed="rId2"/>
          <a:stretch>
            <a:fillRect/>
          </a:stretch>
        </p:blipFill>
        <p:spPr>
          <a:xfrm>
            <a:off x="9814514" y="2066831"/>
            <a:ext cx="2108427" cy="2381582"/>
          </a:xfrm>
          <a:prstGeom prst="rect">
            <a:avLst/>
          </a:prstGeom>
        </p:spPr>
      </p:pic>
      <p:sp>
        <p:nvSpPr>
          <p:cNvPr id="102" name="Rectangle 101">
            <a:extLst>
              <a:ext uri="{FF2B5EF4-FFF2-40B4-BE49-F238E27FC236}">
                <a16:creationId xmlns:a16="http://schemas.microsoft.com/office/drawing/2014/main" id="{7F248237-C763-E3AA-FC64-C38F09D7E206}"/>
              </a:ext>
            </a:extLst>
          </p:cNvPr>
          <p:cNvSpPr/>
          <p:nvPr/>
        </p:nvSpPr>
        <p:spPr>
          <a:xfrm>
            <a:off x="481364" y="5772934"/>
            <a:ext cx="4800600" cy="681075"/>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3" name="Rectangle 102">
            <a:extLst>
              <a:ext uri="{FF2B5EF4-FFF2-40B4-BE49-F238E27FC236}">
                <a16:creationId xmlns:a16="http://schemas.microsoft.com/office/drawing/2014/main" id="{C3DA3840-0A92-884A-26FB-3DA3A7ED473C}"/>
              </a:ext>
            </a:extLst>
          </p:cNvPr>
          <p:cNvSpPr/>
          <p:nvPr/>
        </p:nvSpPr>
        <p:spPr>
          <a:xfrm>
            <a:off x="633646" y="5864629"/>
            <a:ext cx="99031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SELECT</a:t>
            </a:r>
            <a:endParaRPr lang="en-US" dirty="0">
              <a:solidFill>
                <a:srgbClr val="0000FF"/>
              </a:solidFill>
            </a:endParaRPr>
          </a:p>
        </p:txBody>
      </p:sp>
      <p:sp>
        <p:nvSpPr>
          <p:cNvPr id="104" name="Rectangle 103">
            <a:extLst>
              <a:ext uri="{FF2B5EF4-FFF2-40B4-BE49-F238E27FC236}">
                <a16:creationId xmlns:a16="http://schemas.microsoft.com/office/drawing/2014/main" id="{1A99CE16-A9FB-92B0-50CF-F2B898E8714A}"/>
              </a:ext>
            </a:extLst>
          </p:cNvPr>
          <p:cNvSpPr/>
          <p:nvPr/>
        </p:nvSpPr>
        <p:spPr>
          <a:xfrm>
            <a:off x="1727129" y="5864629"/>
            <a:ext cx="468333"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90000"/>
                    <a:lumOff val="10000"/>
                  </a:schemeClr>
                </a:solidFill>
              </a:rPr>
              <a:t>*</a:t>
            </a:r>
          </a:p>
        </p:txBody>
      </p:sp>
      <p:sp>
        <p:nvSpPr>
          <p:cNvPr id="105" name="Rectangle 104">
            <a:extLst>
              <a:ext uri="{FF2B5EF4-FFF2-40B4-BE49-F238E27FC236}">
                <a16:creationId xmlns:a16="http://schemas.microsoft.com/office/drawing/2014/main" id="{D77B6083-1C3E-B873-2EE0-CD36C3C6B98F}"/>
              </a:ext>
            </a:extLst>
          </p:cNvPr>
          <p:cNvSpPr/>
          <p:nvPr/>
        </p:nvSpPr>
        <p:spPr>
          <a:xfrm>
            <a:off x="3420215" y="5864629"/>
            <a:ext cx="133918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ln w="0"/>
                <a:solidFill>
                  <a:schemeClr val="tx1"/>
                </a:solidFill>
              </a:rPr>
              <a:t>@WeekDays</a:t>
            </a:r>
            <a:endParaRPr lang="en-US" dirty="0">
              <a:solidFill>
                <a:srgbClr val="0000FF"/>
              </a:solidFill>
            </a:endParaRPr>
          </a:p>
        </p:txBody>
      </p:sp>
      <p:sp>
        <p:nvSpPr>
          <p:cNvPr id="106" name="Rectangle 105">
            <a:extLst>
              <a:ext uri="{FF2B5EF4-FFF2-40B4-BE49-F238E27FC236}">
                <a16:creationId xmlns:a16="http://schemas.microsoft.com/office/drawing/2014/main" id="{BD792C11-DCFB-5044-B1A8-34CF3D5B0C64}"/>
              </a:ext>
            </a:extLst>
          </p:cNvPr>
          <p:cNvSpPr/>
          <p:nvPr/>
        </p:nvSpPr>
        <p:spPr>
          <a:xfrm>
            <a:off x="2298629" y="5864629"/>
            <a:ext cx="101841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FROM</a:t>
            </a:r>
            <a:endParaRPr lang="en-US" dirty="0">
              <a:ln w="0"/>
              <a:solidFill>
                <a:schemeClr val="tx1"/>
              </a:solidFill>
            </a:endParaRPr>
          </a:p>
        </p:txBody>
      </p:sp>
      <p:sp>
        <p:nvSpPr>
          <p:cNvPr id="107" name="Rectangle 106">
            <a:extLst>
              <a:ext uri="{FF2B5EF4-FFF2-40B4-BE49-F238E27FC236}">
                <a16:creationId xmlns:a16="http://schemas.microsoft.com/office/drawing/2014/main" id="{93B7873F-E893-D9DF-3B6E-76C44071B905}"/>
              </a:ext>
            </a:extLst>
          </p:cNvPr>
          <p:cNvSpPr/>
          <p:nvPr/>
        </p:nvSpPr>
        <p:spPr>
          <a:xfrm>
            <a:off x="4795813" y="5864629"/>
            <a:ext cx="252489" cy="460192"/>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109" name="TextBox 108">
            <a:extLst>
              <a:ext uri="{FF2B5EF4-FFF2-40B4-BE49-F238E27FC236}">
                <a16:creationId xmlns:a16="http://schemas.microsoft.com/office/drawing/2014/main" id="{C3C10B40-14D2-3C4A-D84A-6E5A4FE7B795}"/>
              </a:ext>
            </a:extLst>
          </p:cNvPr>
          <p:cNvSpPr txBox="1"/>
          <p:nvPr/>
        </p:nvSpPr>
        <p:spPr>
          <a:xfrm>
            <a:off x="9707510" y="1667448"/>
            <a:ext cx="1035152" cy="369332"/>
          </a:xfrm>
          <a:prstGeom prst="rect">
            <a:avLst/>
          </a:prstGeom>
          <a:noFill/>
        </p:spPr>
        <p:txBody>
          <a:bodyPr wrap="square" rtlCol="0">
            <a:spAutoFit/>
          </a:bodyPr>
          <a:lstStyle/>
          <a:p>
            <a:r>
              <a:rPr lang="en-US" b="1" u="sng" dirty="0"/>
              <a:t>Output</a:t>
            </a:r>
          </a:p>
        </p:txBody>
      </p:sp>
    </p:spTree>
    <p:extLst>
      <p:ext uri="{BB962C8B-B14F-4D97-AF65-F5344CB8AC3E}">
        <p14:creationId xmlns:p14="http://schemas.microsoft.com/office/powerpoint/2010/main" val="1422513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9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54"/>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5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58"/>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59"/>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56"/>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60"/>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61"/>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95"/>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62"/>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65"/>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63"/>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66"/>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67"/>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64"/>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68"/>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69"/>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96"/>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70"/>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73"/>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71"/>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74"/>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75"/>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72"/>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76"/>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77"/>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97"/>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78"/>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81"/>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79"/>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82"/>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83"/>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80"/>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84"/>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85"/>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98"/>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86"/>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89"/>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87"/>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90"/>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91"/>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88"/>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92"/>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99"/>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20"/>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102"/>
                                        </p:tgtEl>
                                        <p:attrNameLst>
                                          <p:attrName>style.visibility</p:attrName>
                                        </p:attrNameLst>
                                      </p:cBhvr>
                                      <p:to>
                                        <p:strVal val="visible"/>
                                      </p:to>
                                    </p:set>
                                  </p:childTnLst>
                                </p:cTn>
                              </p:par>
                              <p:par>
                                <p:cTn id="175" presetID="1" presetClass="entr" presetSubtype="0" fill="hold" grpId="0" nodeType="withEffect">
                                  <p:stCondLst>
                                    <p:cond delay="0"/>
                                  </p:stCondLst>
                                  <p:iterate type="lt">
                                    <p:tmAbs val="0"/>
                                  </p:iterate>
                                  <p:childTnLst>
                                    <p:set>
                                      <p:cBhvr>
                                        <p:cTn id="176" dur="1" fill="hold">
                                          <p:stCondLst>
                                            <p:cond delay="0"/>
                                          </p:stCondLst>
                                        </p:cTn>
                                        <p:tgtEl>
                                          <p:spTgt spid="103"/>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grpId="0" nodeType="clickEffect">
                                  <p:stCondLst>
                                    <p:cond delay="0"/>
                                  </p:stCondLst>
                                  <p:iterate type="lt">
                                    <p:tmAbs val="0"/>
                                  </p:iterate>
                                  <p:childTnLst>
                                    <p:set>
                                      <p:cBhvr>
                                        <p:cTn id="180" dur="1" fill="hold">
                                          <p:stCondLst>
                                            <p:cond delay="0"/>
                                          </p:stCondLst>
                                        </p:cTn>
                                        <p:tgtEl>
                                          <p:spTgt spid="104"/>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grpId="0" nodeType="clickEffect">
                                  <p:stCondLst>
                                    <p:cond delay="0"/>
                                  </p:stCondLst>
                                  <p:iterate type="lt">
                                    <p:tmAbs val="0"/>
                                  </p:iterate>
                                  <p:childTnLst>
                                    <p:set>
                                      <p:cBhvr>
                                        <p:cTn id="184" dur="1" fill="hold">
                                          <p:stCondLst>
                                            <p:cond delay="0"/>
                                          </p:stCondLst>
                                        </p:cTn>
                                        <p:tgtEl>
                                          <p:spTgt spid="106"/>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presetID="1" presetClass="entr" presetSubtype="0" fill="hold" grpId="0" nodeType="clickEffect">
                                  <p:stCondLst>
                                    <p:cond delay="0"/>
                                  </p:stCondLst>
                                  <p:iterate type="lt">
                                    <p:tmAbs val="0"/>
                                  </p:iterate>
                                  <p:childTnLst>
                                    <p:set>
                                      <p:cBhvr>
                                        <p:cTn id="188" dur="1" fill="hold">
                                          <p:stCondLst>
                                            <p:cond delay="0"/>
                                          </p:stCondLst>
                                        </p:cTn>
                                        <p:tgtEl>
                                          <p:spTgt spid="105"/>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presetID="1" presetClass="entr" presetSubtype="0" fill="hold" grpId="0" nodeType="clickEffect">
                                  <p:stCondLst>
                                    <p:cond delay="0"/>
                                  </p:stCondLst>
                                  <p:iterate type="lt">
                                    <p:tmAbs val="0"/>
                                  </p:iterate>
                                  <p:childTnLst>
                                    <p:set>
                                      <p:cBhvr>
                                        <p:cTn id="192" dur="1" fill="hold">
                                          <p:stCondLst>
                                            <p:cond delay="0"/>
                                          </p:stCondLst>
                                        </p:cTn>
                                        <p:tgtEl>
                                          <p:spTgt spid="107"/>
                                        </p:tgtEl>
                                        <p:attrNameLst>
                                          <p:attrName>style.visibility</p:attrName>
                                        </p:attrNameLst>
                                      </p:cBhvr>
                                      <p:to>
                                        <p:strVal val="visible"/>
                                      </p:to>
                                    </p:set>
                                  </p:childTnLst>
                                </p:cTn>
                              </p:par>
                            </p:childTnLst>
                          </p:cTn>
                        </p:par>
                      </p:childTnLst>
                    </p:cTn>
                  </p:par>
                  <p:par>
                    <p:cTn id="193" fill="hold">
                      <p:stCondLst>
                        <p:cond delay="indefinite"/>
                      </p:stCondLst>
                      <p:childTnLst>
                        <p:par>
                          <p:cTn id="194" fill="hold">
                            <p:stCondLst>
                              <p:cond delay="0"/>
                            </p:stCondLst>
                            <p:childTnLst>
                              <p:par>
                                <p:cTn id="195" presetID="1" presetClass="entr" presetSubtype="0" fill="hold" grpId="0" nodeType="clickEffect">
                                  <p:stCondLst>
                                    <p:cond delay="0"/>
                                  </p:stCondLst>
                                  <p:childTnLst>
                                    <p:set>
                                      <p:cBhvr>
                                        <p:cTn id="196" dur="1" fill="hold">
                                          <p:stCondLst>
                                            <p:cond delay="0"/>
                                          </p:stCondLst>
                                        </p:cTn>
                                        <p:tgtEl>
                                          <p:spTgt spid="109"/>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99" presetID="1" presetClass="entr" presetSubtype="0" fill="hold" nodeType="clickEffect">
                                  <p:stCondLst>
                                    <p:cond delay="0"/>
                                  </p:stCondLst>
                                  <p:childTnLst>
                                    <p:set>
                                      <p:cBhvr>
                                        <p:cTn id="200"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2" grpId="0" animBg="1"/>
      <p:bldP spid="13" grpId="0" animBg="1"/>
      <p:bldP spid="14" grpId="0" animBg="1"/>
      <p:bldP spid="15" grpId="0" animBg="1"/>
      <p:bldP spid="16" grpId="0" animBg="1"/>
      <p:bldP spid="17" grpId="0" animBg="1"/>
      <p:bldP spid="18" grpId="0" animBg="1"/>
      <p:bldP spid="20" grpId="0" animBg="1"/>
      <p:bldP spid="7" grpId="0" uiExpand="1" animBg="1"/>
      <p:bldP spid="9" grpId="0" animBg="1"/>
      <p:bldP spid="24" grpId="0" animBg="1"/>
      <p:bldP spid="25" grpId="0" animBg="1"/>
      <p:bldP spid="26" grpId="0" animBg="1"/>
      <p:bldP spid="27"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4" grpId="0" animBg="1"/>
      <p:bldP spid="95" grpId="0" animBg="1"/>
      <p:bldP spid="96" grpId="0" animBg="1"/>
      <p:bldP spid="97" grpId="0" animBg="1"/>
      <p:bldP spid="98" grpId="0" animBg="1"/>
      <p:bldP spid="99" grpId="0" animBg="1"/>
      <p:bldP spid="102" grpId="0" animBg="1"/>
      <p:bldP spid="103" grpId="0" animBg="1"/>
      <p:bldP spid="104" grpId="0" animBg="1"/>
      <p:bldP spid="105" grpId="0" animBg="1"/>
      <p:bldP spid="106" grpId="0" animBg="1"/>
      <p:bldP spid="107" grpId="0" animBg="1"/>
      <p:bldP spid="109"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062337-ABB3-602C-A08C-26B80AB49213}"/>
              </a:ext>
            </a:extLst>
          </p:cNvPr>
          <p:cNvSpPr>
            <a:spLocks noGrp="1"/>
          </p:cNvSpPr>
          <p:nvPr>
            <p:ph type="title"/>
          </p:nvPr>
        </p:nvSpPr>
        <p:spPr/>
        <p:txBody>
          <a:bodyPr/>
          <a:lstStyle/>
          <a:p>
            <a:r>
              <a:rPr lang="en-IN" dirty="0"/>
              <a:t>Temporary Table</a:t>
            </a:r>
          </a:p>
        </p:txBody>
      </p:sp>
      <p:sp>
        <p:nvSpPr>
          <p:cNvPr id="5" name="Text Placeholder 4">
            <a:extLst>
              <a:ext uri="{FF2B5EF4-FFF2-40B4-BE49-F238E27FC236}">
                <a16:creationId xmlns:a16="http://schemas.microsoft.com/office/drawing/2014/main" id="{561172C0-CC8E-5D8B-1BF0-FD36B375E342}"/>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4196969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E344D-7387-CDB6-B0F9-FDB4FCB018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1D39FC-3F64-A542-BE34-AA15D5E2E4A4}"/>
              </a:ext>
            </a:extLst>
          </p:cNvPr>
          <p:cNvSpPr>
            <a:spLocks noGrp="1"/>
          </p:cNvSpPr>
          <p:nvPr>
            <p:ph type="title"/>
          </p:nvPr>
        </p:nvSpPr>
        <p:spPr/>
        <p:txBody>
          <a:bodyPr/>
          <a:lstStyle/>
          <a:p>
            <a:r>
              <a:rPr lang="en-US" dirty="0"/>
              <a:t>Temporary Table</a:t>
            </a:r>
            <a:endParaRPr lang="en-IN" dirty="0"/>
          </a:p>
        </p:txBody>
      </p:sp>
      <p:sp>
        <p:nvSpPr>
          <p:cNvPr id="3" name="Content Placeholder 2">
            <a:extLst>
              <a:ext uri="{FF2B5EF4-FFF2-40B4-BE49-F238E27FC236}">
                <a16:creationId xmlns:a16="http://schemas.microsoft.com/office/drawing/2014/main" id="{9173527F-3721-F8FE-44C3-F694A60FCDC2}"/>
              </a:ext>
            </a:extLst>
          </p:cNvPr>
          <p:cNvSpPr>
            <a:spLocks noGrp="1"/>
          </p:cNvSpPr>
          <p:nvPr>
            <p:ph idx="1"/>
          </p:nvPr>
        </p:nvSpPr>
        <p:spPr/>
        <p:txBody>
          <a:bodyPr/>
          <a:lstStyle/>
          <a:p>
            <a:r>
              <a:rPr lang="en-US" dirty="0"/>
              <a:t>Temporary tables in SQL Server are special types of tables that are stored in the </a:t>
            </a:r>
            <a:r>
              <a:rPr lang="en-US" dirty="0" err="1"/>
              <a:t>tempdb</a:t>
            </a:r>
            <a:r>
              <a:rPr lang="en-US" dirty="0"/>
              <a:t> database. </a:t>
            </a:r>
          </a:p>
          <a:p>
            <a:r>
              <a:rPr lang="en-US" dirty="0"/>
              <a:t>They can be used to store intermediate results temporarily during a session or a transaction.</a:t>
            </a:r>
          </a:p>
          <a:p>
            <a:r>
              <a:rPr lang="en-US" dirty="0"/>
              <a:t>Temporary Tables are Created in </a:t>
            </a:r>
            <a:r>
              <a:rPr lang="en-US" dirty="0" err="1"/>
              <a:t>TempDB</a:t>
            </a:r>
            <a:r>
              <a:rPr lang="en-US" dirty="0"/>
              <a:t> and are automatically deleted as soon as the last connection is terminated. </a:t>
            </a:r>
          </a:p>
          <a:p>
            <a:r>
              <a:rPr lang="en-US" dirty="0"/>
              <a:t>Temporary Tables helps us to store and process intermediate results. </a:t>
            </a:r>
          </a:p>
          <a:p>
            <a:r>
              <a:rPr lang="en-US" dirty="0"/>
              <a:t>Temporary tables are very useful when we need to store temporary data.</a:t>
            </a:r>
          </a:p>
          <a:p>
            <a:r>
              <a:rPr lang="en-US" b="1" dirty="0"/>
              <a:t>Types of Temporary Tables</a:t>
            </a:r>
          </a:p>
          <a:p>
            <a:pPr marL="1001712" lvl="1" indent="-457200">
              <a:buFont typeface="+mj-lt"/>
              <a:buAutoNum type="arabicPeriod"/>
            </a:pPr>
            <a:r>
              <a:rPr lang="en-US" sz="2400" dirty="0">
                <a:solidFill>
                  <a:schemeClr val="tx2">
                    <a:lumMod val="75000"/>
                  </a:schemeClr>
                </a:solidFill>
              </a:rPr>
              <a:t>Local Temporary Tables</a:t>
            </a:r>
          </a:p>
          <a:p>
            <a:pPr marL="1001712" lvl="1" indent="-457200">
              <a:buFont typeface="+mj-lt"/>
              <a:buAutoNum type="arabicPeriod"/>
            </a:pPr>
            <a:r>
              <a:rPr lang="en-IN" sz="2400" dirty="0">
                <a:solidFill>
                  <a:schemeClr val="tx2">
                    <a:lumMod val="75000"/>
                  </a:schemeClr>
                </a:solidFill>
              </a:rPr>
              <a:t>Global Temporary Tables</a:t>
            </a:r>
          </a:p>
        </p:txBody>
      </p:sp>
    </p:spTree>
    <p:extLst>
      <p:ext uri="{BB962C8B-B14F-4D97-AF65-F5344CB8AC3E}">
        <p14:creationId xmlns:p14="http://schemas.microsoft.com/office/powerpoint/2010/main" val="4017257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92C98-1151-06EF-830E-D6500028BE38}"/>
              </a:ext>
            </a:extLst>
          </p:cNvPr>
          <p:cNvSpPr>
            <a:spLocks noGrp="1"/>
          </p:cNvSpPr>
          <p:nvPr>
            <p:ph type="title"/>
          </p:nvPr>
        </p:nvSpPr>
        <p:spPr/>
        <p:txBody>
          <a:bodyPr/>
          <a:lstStyle/>
          <a:p>
            <a:r>
              <a:rPr lang="en-US" dirty="0"/>
              <a:t>Local Temporary Table</a:t>
            </a:r>
            <a:endParaRPr lang="en-IN" dirty="0"/>
          </a:p>
        </p:txBody>
      </p:sp>
      <p:sp>
        <p:nvSpPr>
          <p:cNvPr id="3" name="Content Placeholder 2">
            <a:extLst>
              <a:ext uri="{FF2B5EF4-FFF2-40B4-BE49-F238E27FC236}">
                <a16:creationId xmlns:a16="http://schemas.microsoft.com/office/drawing/2014/main" id="{7043A1F3-5EBE-4DE8-9327-03841D2461C6}"/>
              </a:ext>
            </a:extLst>
          </p:cNvPr>
          <p:cNvSpPr>
            <a:spLocks noGrp="1"/>
          </p:cNvSpPr>
          <p:nvPr>
            <p:ph idx="1"/>
          </p:nvPr>
        </p:nvSpPr>
        <p:spPr/>
        <p:txBody>
          <a:bodyPr/>
          <a:lstStyle/>
          <a:p>
            <a:r>
              <a:rPr lang="en-US" dirty="0"/>
              <a:t>A Local Temp Table is available only for the session that has created it. </a:t>
            </a:r>
          </a:p>
          <a:p>
            <a:r>
              <a:rPr lang="en-US" dirty="0"/>
              <a:t>It is automatically dropped (deleted) when the connection that has created it, is closed. </a:t>
            </a:r>
          </a:p>
          <a:p>
            <a:r>
              <a:rPr lang="en-US" dirty="0"/>
              <a:t>To create Local Temporary Table Single </a:t>
            </a:r>
            <a:r>
              <a:rPr lang="en-US" dirty="0">
                <a:solidFill>
                  <a:srgbClr val="C00000"/>
                </a:solidFill>
              </a:rPr>
              <a:t>“#”</a:t>
            </a:r>
            <a:r>
              <a:rPr lang="en-US" dirty="0"/>
              <a:t> is used as the prefix of a table name.</a:t>
            </a:r>
          </a:p>
          <a:p>
            <a:r>
              <a:rPr lang="en-US" b="1" dirty="0"/>
              <a:t>Scope</a:t>
            </a:r>
            <a:r>
              <a:rPr lang="en-US" dirty="0"/>
              <a:t>: This table will only exist for the duration of the session that created it.</a:t>
            </a:r>
          </a:p>
        </p:txBody>
      </p:sp>
    </p:spTree>
    <p:extLst>
      <p:ext uri="{BB962C8B-B14F-4D97-AF65-F5344CB8AC3E}">
        <p14:creationId xmlns:p14="http://schemas.microsoft.com/office/powerpoint/2010/main" val="2534141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D15ED-0D3D-BA3E-1D5A-9BE7DAC5B5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CF0248-401E-7594-D330-577C49986724}"/>
              </a:ext>
            </a:extLst>
          </p:cNvPr>
          <p:cNvSpPr>
            <a:spLocks noGrp="1"/>
          </p:cNvSpPr>
          <p:nvPr>
            <p:ph type="title"/>
          </p:nvPr>
        </p:nvSpPr>
        <p:spPr/>
        <p:txBody>
          <a:bodyPr/>
          <a:lstStyle/>
          <a:p>
            <a:r>
              <a:rPr lang="en-US" dirty="0"/>
              <a:t>Local Temporary Table</a:t>
            </a:r>
            <a:endParaRPr lang="en-IN" dirty="0"/>
          </a:p>
        </p:txBody>
      </p:sp>
      <p:sp>
        <p:nvSpPr>
          <p:cNvPr id="3" name="Content Placeholder 2">
            <a:extLst>
              <a:ext uri="{FF2B5EF4-FFF2-40B4-BE49-F238E27FC236}">
                <a16:creationId xmlns:a16="http://schemas.microsoft.com/office/drawing/2014/main" id="{298EB177-23CD-E8CD-C43F-E122B612CB87}"/>
              </a:ext>
            </a:extLst>
          </p:cNvPr>
          <p:cNvSpPr>
            <a:spLocks noGrp="1"/>
          </p:cNvSpPr>
          <p:nvPr>
            <p:ph idx="1"/>
          </p:nvPr>
        </p:nvSpPr>
        <p:spPr>
          <a:xfrm>
            <a:off x="131180" y="863444"/>
            <a:ext cx="11929641" cy="6004721"/>
          </a:xfrm>
          <a:noFill/>
        </p:spPr>
        <p:txBody>
          <a:bodyPr wrap="square" rtlCol="0">
            <a:spAutoFit/>
          </a:bodyPr>
          <a:lstStyle/>
          <a:p>
            <a:pPr marL="0" algn="l"/>
            <a:r>
              <a:rPr lang="en-US" sz="1800" b="1" u="sng" dirty="0"/>
              <a:t>Syntax for Creating Temporary Tables</a:t>
            </a:r>
          </a:p>
          <a:p>
            <a:pPr marL="0" algn="l"/>
            <a:endParaRPr lang="en-US" sz="1800" b="1" u="sng" dirty="0"/>
          </a:p>
          <a:p>
            <a:pPr marL="0" algn="l"/>
            <a:endParaRPr lang="en-US" sz="1800" b="1" u="sng" dirty="0"/>
          </a:p>
          <a:p>
            <a:pPr marL="0" algn="l"/>
            <a:endParaRPr lang="en-US" sz="1800" b="1" u="sng" dirty="0"/>
          </a:p>
          <a:p>
            <a:pPr marL="0" algn="l"/>
            <a:endParaRPr lang="en-US" sz="1800" b="1" u="sng" dirty="0"/>
          </a:p>
          <a:p>
            <a:pPr marL="0" algn="l"/>
            <a:endParaRPr lang="en-US" sz="1800" b="1" u="sng" dirty="0"/>
          </a:p>
          <a:p>
            <a:pPr marL="0" algn="l"/>
            <a:endParaRPr lang="en-US" sz="1800" b="1" u="sng" dirty="0"/>
          </a:p>
          <a:p>
            <a:pPr marL="0" algn="l"/>
            <a:r>
              <a:rPr lang="en-US" sz="1800" b="1" u="sng" dirty="0"/>
              <a:t>Example</a:t>
            </a:r>
          </a:p>
          <a:p>
            <a:pPr algn="l"/>
            <a:r>
              <a:rPr lang="en-US" sz="1800" dirty="0">
                <a:solidFill>
                  <a:srgbClr val="0000FF"/>
                </a:solidFill>
                <a:latin typeface="Consolas" panose="020B0609020204030204" pitchFamily="49" charset="0"/>
              </a:rPr>
              <a:t>CREATE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TABLE</a:t>
            </a:r>
            <a:r>
              <a:rPr lang="en-US" sz="1800" dirty="0">
                <a:solidFill>
                  <a:srgbClr val="000000"/>
                </a:solidFill>
                <a:latin typeface="Consolas" panose="020B0609020204030204" pitchFamily="49" charset="0"/>
              </a:rPr>
              <a:t> #Students</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id </a:t>
            </a:r>
            <a:r>
              <a:rPr lang="en-US" sz="1800" dirty="0">
                <a:solidFill>
                  <a:srgbClr val="0000FF"/>
                </a:solidFill>
                <a:latin typeface="Consolas" panose="020B0609020204030204" pitchFamily="49" charset="0"/>
              </a:rPr>
              <a:t>INT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name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VARCHAR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25</a:t>
            </a:r>
            <a:r>
              <a:rPr lang="en-US" sz="1800" dirty="0">
                <a:solidFill>
                  <a:srgbClr val="808080"/>
                </a:solidFill>
                <a:latin typeface="Consolas" panose="020B0609020204030204" pitchFamily="49" charset="0"/>
              </a:rPr>
              <a:t>))</a:t>
            </a:r>
            <a:endParaRPr lang="en-IN" sz="1800" b="1" u="sng" dirty="0"/>
          </a:p>
          <a:p>
            <a:pPr marL="0" algn="l"/>
            <a:endParaRPr lang="en-US" sz="1800" b="1" u="sng" dirty="0"/>
          </a:p>
          <a:p>
            <a:pPr marL="0" algn="l"/>
            <a:r>
              <a:rPr lang="en-US" sz="1800" dirty="0">
                <a:solidFill>
                  <a:srgbClr val="0000FF"/>
                </a:solidFill>
                <a:latin typeface="Consolas" panose="020B0609020204030204" pitchFamily="49" charset="0"/>
              </a:rPr>
              <a:t>INSERT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INTO</a:t>
            </a:r>
            <a:r>
              <a:rPr lang="en-US" sz="1800" dirty="0">
                <a:solidFill>
                  <a:srgbClr val="000000"/>
                </a:solidFill>
                <a:latin typeface="Consolas" panose="020B0609020204030204" pitchFamily="49" charset="0"/>
              </a:rPr>
              <a:t> #Students </a:t>
            </a:r>
            <a:r>
              <a:rPr lang="en-US" sz="1800" dirty="0">
                <a:solidFill>
                  <a:srgbClr val="0000FF"/>
                </a:solidFill>
                <a:latin typeface="Consolas" panose="020B0609020204030204" pitchFamily="49" charset="0"/>
              </a:rPr>
              <a:t>VALUES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01</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'Meet'</a:t>
            </a:r>
            <a:r>
              <a:rPr lang="en-US" sz="1800" dirty="0">
                <a:solidFill>
                  <a:srgbClr val="808080"/>
                </a:solidFill>
                <a:latin typeface="Consolas" panose="020B0609020204030204" pitchFamily="49" charset="0"/>
              </a:rPr>
              <a:t>),</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02</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'Raj’</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p>
          <a:p>
            <a:pPr marL="0" algn="l"/>
            <a:endParaRPr lang="en-US" sz="1800" b="1" u="sng" dirty="0">
              <a:solidFill>
                <a:srgbClr val="000000"/>
              </a:solidFill>
              <a:latin typeface="Consolas" panose="020B0609020204030204" pitchFamily="49" charset="0"/>
            </a:endParaRPr>
          </a:p>
          <a:p>
            <a:pPr marL="0" algn="l"/>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 </a:t>
            </a:r>
            <a:r>
              <a:rPr lang="en-IN" sz="1800" dirty="0">
                <a:solidFill>
                  <a:srgbClr val="0000FF"/>
                </a:solidFill>
                <a:latin typeface="Consolas" panose="020B0609020204030204" pitchFamily="49" charset="0"/>
              </a:rPr>
              <a:t>FROM</a:t>
            </a:r>
            <a:r>
              <a:rPr lang="en-IN" sz="1800" dirty="0">
                <a:solidFill>
                  <a:srgbClr val="000000"/>
                </a:solidFill>
                <a:latin typeface="Consolas" panose="020B0609020204030204" pitchFamily="49" charset="0"/>
              </a:rPr>
              <a:t> #Students </a:t>
            </a:r>
          </a:p>
          <a:p>
            <a:pPr marL="0" algn="l"/>
            <a:r>
              <a:rPr lang="en-US" sz="1800" b="1" u="sng" dirty="0"/>
              <a:t>Output</a:t>
            </a:r>
          </a:p>
          <a:p>
            <a:pPr marL="0" algn="l"/>
            <a:endParaRPr lang="en-US" sz="1800" b="1" u="sng" dirty="0"/>
          </a:p>
          <a:p>
            <a:pPr marL="0" algn="l"/>
            <a:endParaRPr lang="en-IN" sz="1800" b="1" u="sng" dirty="0"/>
          </a:p>
        </p:txBody>
      </p:sp>
      <p:sp>
        <p:nvSpPr>
          <p:cNvPr id="5" name="Rectangle 4">
            <a:extLst>
              <a:ext uri="{FF2B5EF4-FFF2-40B4-BE49-F238E27FC236}">
                <a16:creationId xmlns:a16="http://schemas.microsoft.com/office/drawing/2014/main" id="{A49CBEE9-57BD-6D77-791A-FCBA97033E44}"/>
              </a:ext>
            </a:extLst>
          </p:cNvPr>
          <p:cNvSpPr/>
          <p:nvPr/>
        </p:nvSpPr>
        <p:spPr>
          <a:xfrm>
            <a:off x="420548" y="1248202"/>
            <a:ext cx="8876103" cy="1989469"/>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A4C706A3-4DFA-75E0-3019-3D12ABE075B1}"/>
              </a:ext>
            </a:extLst>
          </p:cNvPr>
          <p:cNvSpPr/>
          <p:nvPr/>
        </p:nvSpPr>
        <p:spPr>
          <a:xfrm>
            <a:off x="913171" y="1415896"/>
            <a:ext cx="1035152"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CREATE</a:t>
            </a:r>
            <a:r>
              <a:rPr lang="en-IN" i="1" dirty="0"/>
              <a:t> </a:t>
            </a:r>
            <a:endParaRPr lang="en-US" dirty="0">
              <a:solidFill>
                <a:srgbClr val="0000FF"/>
              </a:solidFill>
            </a:endParaRPr>
          </a:p>
        </p:txBody>
      </p:sp>
      <p:sp>
        <p:nvSpPr>
          <p:cNvPr id="7" name="Rectangle 6">
            <a:extLst>
              <a:ext uri="{FF2B5EF4-FFF2-40B4-BE49-F238E27FC236}">
                <a16:creationId xmlns:a16="http://schemas.microsoft.com/office/drawing/2014/main" id="{BA0C5CAE-AD80-5BF0-ED25-8B0BF5337EA1}"/>
              </a:ext>
            </a:extLst>
          </p:cNvPr>
          <p:cNvSpPr/>
          <p:nvPr/>
        </p:nvSpPr>
        <p:spPr>
          <a:xfrm>
            <a:off x="3071739" y="1413717"/>
            <a:ext cx="152738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C00000"/>
                </a:solidFill>
              </a:rPr>
              <a:t>#</a:t>
            </a:r>
            <a:r>
              <a:rPr lang="en-IN" dirty="0"/>
              <a:t>TempTable</a:t>
            </a:r>
            <a:endParaRPr lang="en-US" dirty="0">
              <a:solidFill>
                <a:srgbClr val="0000FF"/>
              </a:solidFill>
            </a:endParaRPr>
          </a:p>
        </p:txBody>
      </p:sp>
      <p:sp>
        <p:nvSpPr>
          <p:cNvPr id="8" name="Rectangle 7">
            <a:extLst>
              <a:ext uri="{FF2B5EF4-FFF2-40B4-BE49-F238E27FC236}">
                <a16:creationId xmlns:a16="http://schemas.microsoft.com/office/drawing/2014/main" id="{07AA2941-833B-E067-D409-58767FA02ED4}"/>
              </a:ext>
            </a:extLst>
          </p:cNvPr>
          <p:cNvSpPr/>
          <p:nvPr/>
        </p:nvSpPr>
        <p:spPr>
          <a:xfrm>
            <a:off x="1999126" y="1415896"/>
            <a:ext cx="101523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TABLE</a:t>
            </a:r>
            <a:endParaRPr lang="en-US" dirty="0">
              <a:ln w="0"/>
              <a:solidFill>
                <a:schemeClr val="tx1"/>
              </a:solidFill>
            </a:endParaRPr>
          </a:p>
        </p:txBody>
      </p:sp>
      <p:sp>
        <p:nvSpPr>
          <p:cNvPr id="9" name="Rectangle 8">
            <a:extLst>
              <a:ext uri="{FF2B5EF4-FFF2-40B4-BE49-F238E27FC236}">
                <a16:creationId xmlns:a16="http://schemas.microsoft.com/office/drawing/2014/main" id="{6894725C-9F7F-C079-D5EC-26C2EA4E50F0}"/>
              </a:ext>
            </a:extLst>
          </p:cNvPr>
          <p:cNvSpPr/>
          <p:nvPr/>
        </p:nvSpPr>
        <p:spPr>
          <a:xfrm>
            <a:off x="4924384" y="1413717"/>
            <a:ext cx="16002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ColumnName1</a:t>
            </a:r>
            <a:endParaRPr lang="en-US" dirty="0"/>
          </a:p>
        </p:txBody>
      </p:sp>
      <p:sp>
        <p:nvSpPr>
          <p:cNvPr id="10" name="Rectangle 9">
            <a:extLst>
              <a:ext uri="{FF2B5EF4-FFF2-40B4-BE49-F238E27FC236}">
                <a16:creationId xmlns:a16="http://schemas.microsoft.com/office/drawing/2014/main" id="{8E96C5E2-B16F-801B-6182-C1938471D448}"/>
              </a:ext>
            </a:extLst>
          </p:cNvPr>
          <p:cNvSpPr/>
          <p:nvPr/>
        </p:nvSpPr>
        <p:spPr>
          <a:xfrm>
            <a:off x="6639337" y="1423372"/>
            <a:ext cx="188877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solidFill>
                  <a:srgbClr val="0000FF"/>
                </a:solidFill>
              </a:rPr>
              <a:t>Datatype</a:t>
            </a:r>
            <a:r>
              <a:rPr lang="en-US" dirty="0">
                <a:solidFill>
                  <a:srgbClr val="0000FF"/>
                </a:solidFill>
              </a:rPr>
              <a:t>(Size)</a:t>
            </a:r>
          </a:p>
        </p:txBody>
      </p:sp>
      <p:sp>
        <p:nvSpPr>
          <p:cNvPr id="11" name="Rectangle 10">
            <a:extLst>
              <a:ext uri="{FF2B5EF4-FFF2-40B4-BE49-F238E27FC236}">
                <a16:creationId xmlns:a16="http://schemas.microsoft.com/office/drawing/2014/main" id="{59AB0003-1E8D-2294-4D38-736CD0789CA7}"/>
              </a:ext>
            </a:extLst>
          </p:cNvPr>
          <p:cNvSpPr/>
          <p:nvPr/>
        </p:nvSpPr>
        <p:spPr>
          <a:xfrm>
            <a:off x="8623527" y="1423372"/>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12" name="Rectangle 11">
            <a:extLst>
              <a:ext uri="{FF2B5EF4-FFF2-40B4-BE49-F238E27FC236}">
                <a16:creationId xmlns:a16="http://schemas.microsoft.com/office/drawing/2014/main" id="{1B2F526C-3BD8-B41A-376B-B6D6B5E24C8F}"/>
              </a:ext>
            </a:extLst>
          </p:cNvPr>
          <p:cNvSpPr/>
          <p:nvPr/>
        </p:nvSpPr>
        <p:spPr>
          <a:xfrm>
            <a:off x="4675498" y="1415896"/>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13" name="Rectangle 12">
            <a:extLst>
              <a:ext uri="{FF2B5EF4-FFF2-40B4-BE49-F238E27FC236}">
                <a16:creationId xmlns:a16="http://schemas.microsoft.com/office/drawing/2014/main" id="{9811F7E7-830F-F3E2-E115-F31DC9FA4E31}"/>
              </a:ext>
            </a:extLst>
          </p:cNvPr>
          <p:cNvSpPr/>
          <p:nvPr/>
        </p:nvSpPr>
        <p:spPr>
          <a:xfrm>
            <a:off x="4557902" y="2608845"/>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14" name="Rectangle 13">
            <a:extLst>
              <a:ext uri="{FF2B5EF4-FFF2-40B4-BE49-F238E27FC236}">
                <a16:creationId xmlns:a16="http://schemas.microsoft.com/office/drawing/2014/main" id="{4887AD8C-8F02-BBB6-56E0-FF582F1FA772}"/>
              </a:ext>
            </a:extLst>
          </p:cNvPr>
          <p:cNvSpPr/>
          <p:nvPr/>
        </p:nvSpPr>
        <p:spPr>
          <a:xfrm>
            <a:off x="4825612" y="2613417"/>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15" name="Rectangle 14">
            <a:extLst>
              <a:ext uri="{FF2B5EF4-FFF2-40B4-BE49-F238E27FC236}">
                <a16:creationId xmlns:a16="http://schemas.microsoft.com/office/drawing/2014/main" id="{C53E2C17-DE40-C3C8-3EFF-7F5ADCC0BE8A}"/>
              </a:ext>
            </a:extLst>
          </p:cNvPr>
          <p:cNvSpPr/>
          <p:nvPr/>
        </p:nvSpPr>
        <p:spPr>
          <a:xfrm>
            <a:off x="6639337" y="1919401"/>
            <a:ext cx="188877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solidFill>
                  <a:srgbClr val="0000FF"/>
                </a:solidFill>
              </a:rPr>
              <a:t>Datatype</a:t>
            </a:r>
            <a:r>
              <a:rPr lang="en-US" dirty="0">
                <a:solidFill>
                  <a:srgbClr val="0000FF"/>
                </a:solidFill>
              </a:rPr>
              <a:t>(Size)</a:t>
            </a:r>
          </a:p>
        </p:txBody>
      </p:sp>
      <p:sp>
        <p:nvSpPr>
          <p:cNvPr id="16" name="Rectangle 15">
            <a:extLst>
              <a:ext uri="{FF2B5EF4-FFF2-40B4-BE49-F238E27FC236}">
                <a16:creationId xmlns:a16="http://schemas.microsoft.com/office/drawing/2014/main" id="{E38DEA9B-6330-7B8F-C5AC-DF7C2A9D41BC}"/>
              </a:ext>
            </a:extLst>
          </p:cNvPr>
          <p:cNvSpPr/>
          <p:nvPr/>
        </p:nvSpPr>
        <p:spPr>
          <a:xfrm>
            <a:off x="8623526" y="1919401"/>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17" name="Rectangle 16">
            <a:extLst>
              <a:ext uri="{FF2B5EF4-FFF2-40B4-BE49-F238E27FC236}">
                <a16:creationId xmlns:a16="http://schemas.microsoft.com/office/drawing/2014/main" id="{A459FAD0-5650-7766-BE62-2021BCF45866}"/>
              </a:ext>
            </a:extLst>
          </p:cNvPr>
          <p:cNvSpPr/>
          <p:nvPr/>
        </p:nvSpPr>
        <p:spPr>
          <a:xfrm>
            <a:off x="6372184" y="2492631"/>
            <a:ext cx="685800" cy="224028"/>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b" anchorCtr="0"/>
          <a:lstStyle/>
          <a:p>
            <a:pPr algn="ctr"/>
            <a:r>
              <a:rPr lang="en-US" dirty="0"/>
              <a:t>….</a:t>
            </a:r>
          </a:p>
        </p:txBody>
      </p:sp>
      <p:sp>
        <p:nvSpPr>
          <p:cNvPr id="18" name="Rectangle 17">
            <a:extLst>
              <a:ext uri="{FF2B5EF4-FFF2-40B4-BE49-F238E27FC236}">
                <a16:creationId xmlns:a16="http://schemas.microsoft.com/office/drawing/2014/main" id="{15780047-E5A7-1CC8-B249-49F3AB9CD909}"/>
              </a:ext>
            </a:extLst>
          </p:cNvPr>
          <p:cNvSpPr/>
          <p:nvPr/>
        </p:nvSpPr>
        <p:spPr>
          <a:xfrm>
            <a:off x="4921366" y="1919401"/>
            <a:ext cx="16002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ColumnName2</a:t>
            </a:r>
            <a:endParaRPr lang="en-US" dirty="0"/>
          </a:p>
        </p:txBody>
      </p:sp>
      <p:pic>
        <p:nvPicPr>
          <p:cNvPr id="22" name="Picture 21">
            <a:extLst>
              <a:ext uri="{FF2B5EF4-FFF2-40B4-BE49-F238E27FC236}">
                <a16:creationId xmlns:a16="http://schemas.microsoft.com/office/drawing/2014/main" id="{C29AA0B7-FAC5-9C2A-16D7-61C29C07EA03}"/>
              </a:ext>
            </a:extLst>
          </p:cNvPr>
          <p:cNvPicPr>
            <a:picLocks noChangeAspect="1"/>
          </p:cNvPicPr>
          <p:nvPr/>
        </p:nvPicPr>
        <p:blipFill>
          <a:blip r:embed="rId2"/>
          <a:stretch>
            <a:fillRect/>
          </a:stretch>
        </p:blipFill>
        <p:spPr>
          <a:xfrm>
            <a:off x="1264180" y="5758961"/>
            <a:ext cx="1024287" cy="804192"/>
          </a:xfrm>
          <a:prstGeom prst="rect">
            <a:avLst/>
          </a:prstGeom>
        </p:spPr>
      </p:pic>
    </p:spTree>
    <p:extLst>
      <p:ext uri="{BB962C8B-B14F-4D97-AF65-F5344CB8AC3E}">
        <p14:creationId xmlns:p14="http://schemas.microsoft.com/office/powerpoint/2010/main" val="4251874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736CB-5201-DA4D-CE81-E37697A21176}"/>
              </a:ext>
            </a:extLst>
          </p:cNvPr>
          <p:cNvSpPr>
            <a:spLocks noGrp="1"/>
          </p:cNvSpPr>
          <p:nvPr>
            <p:ph type="title"/>
          </p:nvPr>
        </p:nvSpPr>
        <p:spPr/>
        <p:txBody>
          <a:bodyPr/>
          <a:lstStyle/>
          <a:p>
            <a:r>
              <a:rPr lang="en-US" dirty="0"/>
              <a:t>Drop Temporary table</a:t>
            </a:r>
            <a:endParaRPr lang="en-IN" dirty="0"/>
          </a:p>
        </p:txBody>
      </p:sp>
      <p:sp>
        <p:nvSpPr>
          <p:cNvPr id="3" name="Content Placeholder 2">
            <a:extLst>
              <a:ext uri="{FF2B5EF4-FFF2-40B4-BE49-F238E27FC236}">
                <a16:creationId xmlns:a16="http://schemas.microsoft.com/office/drawing/2014/main" id="{ECF7A383-0304-307F-2606-592B66A7697A}"/>
              </a:ext>
            </a:extLst>
          </p:cNvPr>
          <p:cNvSpPr>
            <a:spLocks noGrp="1"/>
          </p:cNvSpPr>
          <p:nvPr>
            <p:ph idx="1"/>
          </p:nvPr>
        </p:nvSpPr>
        <p:spPr/>
        <p:txBody>
          <a:bodyPr/>
          <a:lstStyle/>
          <a:p>
            <a:r>
              <a:rPr lang="en-US" dirty="0"/>
              <a:t>While local temporary tables are dropped automatically, you can explicitly drop them using:</a:t>
            </a:r>
          </a:p>
          <a:p>
            <a:pPr marL="0" indent="0" algn="ctr">
              <a:buNone/>
            </a:pPr>
            <a:endParaRPr lang="en-IN" sz="2400" dirty="0">
              <a:solidFill>
                <a:srgbClr val="0000FF"/>
              </a:solidFill>
              <a:latin typeface="Consolas" panose="020B0609020204030204" pitchFamily="49" charset="0"/>
            </a:endParaRPr>
          </a:p>
          <a:p>
            <a:pPr marL="0" indent="0" algn="ctr">
              <a:buNone/>
            </a:pPr>
            <a:r>
              <a:rPr lang="en-IN" sz="2400" dirty="0">
                <a:solidFill>
                  <a:srgbClr val="0000FF"/>
                </a:solidFill>
                <a:latin typeface="Consolas" panose="020B0609020204030204" pitchFamily="49" charset="0"/>
              </a:rPr>
              <a:t>DROP</a:t>
            </a:r>
            <a:r>
              <a:rPr lang="en-IN" sz="2400" dirty="0">
                <a:solidFill>
                  <a:srgbClr val="000000"/>
                </a:solidFill>
                <a:latin typeface="Consolas" panose="020B0609020204030204" pitchFamily="49" charset="0"/>
              </a:rPr>
              <a:t> </a:t>
            </a:r>
            <a:r>
              <a:rPr lang="en-IN" sz="2400" dirty="0">
                <a:solidFill>
                  <a:srgbClr val="0000FF"/>
                </a:solidFill>
                <a:latin typeface="Consolas" panose="020B0609020204030204" pitchFamily="49" charset="0"/>
              </a:rPr>
              <a:t>TABLE</a:t>
            </a:r>
            <a:r>
              <a:rPr lang="en-IN" sz="2400" dirty="0">
                <a:solidFill>
                  <a:srgbClr val="000000"/>
                </a:solidFill>
                <a:latin typeface="Consolas" panose="020B0609020204030204" pitchFamily="49" charset="0"/>
              </a:rPr>
              <a:t> #TempTable</a:t>
            </a:r>
            <a:r>
              <a:rPr lang="en-IN" sz="2400" dirty="0">
                <a:solidFill>
                  <a:srgbClr val="808080"/>
                </a:solidFill>
                <a:latin typeface="Consolas" panose="020B0609020204030204" pitchFamily="49" charset="0"/>
              </a:rPr>
              <a:t>;</a:t>
            </a:r>
            <a:endParaRPr lang="en-IN" dirty="0"/>
          </a:p>
        </p:txBody>
      </p:sp>
    </p:spTree>
    <p:extLst>
      <p:ext uri="{BB962C8B-B14F-4D97-AF65-F5344CB8AC3E}">
        <p14:creationId xmlns:p14="http://schemas.microsoft.com/office/powerpoint/2010/main" val="402264193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E8AE4-292A-7FF3-C2CC-18BA1C92B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4E349C-1331-A43B-D254-6C68E896ABB4}"/>
              </a:ext>
            </a:extLst>
          </p:cNvPr>
          <p:cNvSpPr>
            <a:spLocks noGrp="1"/>
          </p:cNvSpPr>
          <p:nvPr>
            <p:ph type="title"/>
          </p:nvPr>
        </p:nvSpPr>
        <p:spPr/>
        <p:txBody>
          <a:bodyPr/>
          <a:lstStyle/>
          <a:p>
            <a:r>
              <a:rPr lang="en-US" dirty="0"/>
              <a:t>Global Temporary Table</a:t>
            </a:r>
            <a:endParaRPr lang="en-IN" dirty="0"/>
          </a:p>
        </p:txBody>
      </p:sp>
      <p:sp>
        <p:nvSpPr>
          <p:cNvPr id="3" name="Content Placeholder 2">
            <a:extLst>
              <a:ext uri="{FF2B5EF4-FFF2-40B4-BE49-F238E27FC236}">
                <a16:creationId xmlns:a16="http://schemas.microsoft.com/office/drawing/2014/main" id="{5FA305EF-9B87-5AC7-5CFB-4D1809759238}"/>
              </a:ext>
            </a:extLst>
          </p:cNvPr>
          <p:cNvSpPr>
            <a:spLocks noGrp="1"/>
          </p:cNvSpPr>
          <p:nvPr>
            <p:ph idx="1"/>
          </p:nvPr>
        </p:nvSpPr>
        <p:spPr/>
        <p:txBody>
          <a:bodyPr/>
          <a:lstStyle/>
          <a:p>
            <a:r>
              <a:rPr lang="en-US" dirty="0"/>
              <a:t>To create a Global Temporary Table, add the </a:t>
            </a:r>
            <a:r>
              <a:rPr lang="en-US" dirty="0">
                <a:solidFill>
                  <a:srgbClr val="C00000"/>
                </a:solidFill>
              </a:rPr>
              <a:t>“##”</a:t>
            </a:r>
            <a:r>
              <a:rPr lang="en-US" dirty="0"/>
              <a:t> symbol before the table name.</a:t>
            </a:r>
          </a:p>
          <a:p>
            <a:r>
              <a:rPr lang="en-US" dirty="0"/>
              <a:t>Global Temporary Tables are visible to all connections </a:t>
            </a:r>
          </a:p>
          <a:p>
            <a:r>
              <a:rPr lang="en-US" dirty="0"/>
              <a:t>It is Dropped when the last connection referencing the table is closed. </a:t>
            </a:r>
          </a:p>
          <a:p>
            <a:r>
              <a:rPr lang="en-US" dirty="0"/>
              <a:t>Global Table Name must have a Unique Table Name. </a:t>
            </a:r>
          </a:p>
          <a:p>
            <a:r>
              <a:rPr lang="en-US" b="1" dirty="0"/>
              <a:t>Scope</a:t>
            </a:r>
            <a:r>
              <a:rPr lang="en-US" dirty="0"/>
              <a:t>: Accessible to all sessions but removed when no session is actively using it.</a:t>
            </a:r>
          </a:p>
          <a:p>
            <a:endParaRPr lang="en-US" dirty="0"/>
          </a:p>
        </p:txBody>
      </p:sp>
    </p:spTree>
    <p:extLst>
      <p:ext uri="{BB962C8B-B14F-4D97-AF65-F5344CB8AC3E}">
        <p14:creationId xmlns:p14="http://schemas.microsoft.com/office/powerpoint/2010/main" val="3768947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0E25B-C974-9821-4958-43CF4DA7E9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90A8C7-4FB7-2A48-D1B1-B15F18CFFC76}"/>
              </a:ext>
            </a:extLst>
          </p:cNvPr>
          <p:cNvSpPr>
            <a:spLocks noGrp="1"/>
          </p:cNvSpPr>
          <p:nvPr>
            <p:ph type="title"/>
          </p:nvPr>
        </p:nvSpPr>
        <p:spPr/>
        <p:txBody>
          <a:bodyPr/>
          <a:lstStyle/>
          <a:p>
            <a:r>
              <a:rPr lang="en-US" dirty="0"/>
              <a:t>Global Temporary Table</a:t>
            </a:r>
            <a:endParaRPr lang="en-IN" dirty="0"/>
          </a:p>
        </p:txBody>
      </p:sp>
      <p:sp>
        <p:nvSpPr>
          <p:cNvPr id="3" name="Content Placeholder 2">
            <a:extLst>
              <a:ext uri="{FF2B5EF4-FFF2-40B4-BE49-F238E27FC236}">
                <a16:creationId xmlns:a16="http://schemas.microsoft.com/office/drawing/2014/main" id="{8136E3EC-B3D3-79B5-CC24-4270371A6BD1}"/>
              </a:ext>
            </a:extLst>
          </p:cNvPr>
          <p:cNvSpPr>
            <a:spLocks noGrp="1"/>
          </p:cNvSpPr>
          <p:nvPr>
            <p:ph idx="1"/>
          </p:nvPr>
        </p:nvSpPr>
        <p:spPr>
          <a:xfrm>
            <a:off x="131180" y="863444"/>
            <a:ext cx="11929641" cy="6004721"/>
          </a:xfrm>
          <a:noFill/>
        </p:spPr>
        <p:txBody>
          <a:bodyPr wrap="square" rtlCol="0">
            <a:spAutoFit/>
          </a:bodyPr>
          <a:lstStyle/>
          <a:p>
            <a:pPr marL="0" algn="l"/>
            <a:r>
              <a:rPr lang="en-US" sz="1800" b="1" u="sng" dirty="0"/>
              <a:t>Syntax for Creating Temporary Tables</a:t>
            </a:r>
          </a:p>
          <a:p>
            <a:pPr marL="0" algn="l"/>
            <a:endParaRPr lang="en-US" sz="1800" b="1" u="sng" dirty="0"/>
          </a:p>
          <a:p>
            <a:pPr marL="0" algn="l"/>
            <a:endParaRPr lang="en-US" sz="1800" b="1" u="sng" dirty="0"/>
          </a:p>
          <a:p>
            <a:pPr marL="0" algn="l"/>
            <a:endParaRPr lang="en-US" sz="1800" b="1" u="sng" dirty="0"/>
          </a:p>
          <a:p>
            <a:pPr marL="0" algn="l"/>
            <a:endParaRPr lang="en-US" sz="1800" b="1" u="sng" dirty="0"/>
          </a:p>
          <a:p>
            <a:pPr marL="0" algn="l"/>
            <a:endParaRPr lang="en-US" sz="1800" b="1" u="sng" dirty="0"/>
          </a:p>
          <a:p>
            <a:pPr marL="0" algn="l"/>
            <a:endParaRPr lang="en-US" sz="1800" b="1" u="sng" dirty="0"/>
          </a:p>
          <a:p>
            <a:pPr marL="0" algn="l"/>
            <a:r>
              <a:rPr lang="en-US" sz="1800" b="1" u="sng" dirty="0"/>
              <a:t>Example</a:t>
            </a:r>
          </a:p>
          <a:p>
            <a:pPr algn="l"/>
            <a:r>
              <a:rPr lang="en-US" sz="1800" dirty="0">
                <a:solidFill>
                  <a:srgbClr val="0000FF"/>
                </a:solidFill>
                <a:latin typeface="Consolas" panose="020B0609020204030204" pitchFamily="49" charset="0"/>
              </a:rPr>
              <a:t>CREATE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TABLE</a:t>
            </a:r>
            <a:r>
              <a:rPr lang="en-US" sz="1800" dirty="0">
                <a:solidFill>
                  <a:srgbClr val="000000"/>
                </a:solidFill>
                <a:latin typeface="Consolas" panose="020B0609020204030204" pitchFamily="49" charset="0"/>
              </a:rPr>
              <a:t> ##Students</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id </a:t>
            </a:r>
            <a:r>
              <a:rPr lang="en-US" sz="1800" dirty="0">
                <a:solidFill>
                  <a:srgbClr val="0000FF"/>
                </a:solidFill>
                <a:latin typeface="Consolas" panose="020B0609020204030204" pitchFamily="49" charset="0"/>
              </a:rPr>
              <a:t>INT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name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VARCHAR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25</a:t>
            </a:r>
            <a:r>
              <a:rPr lang="en-US" sz="1800" dirty="0">
                <a:solidFill>
                  <a:srgbClr val="808080"/>
                </a:solidFill>
                <a:latin typeface="Consolas" panose="020B0609020204030204" pitchFamily="49" charset="0"/>
              </a:rPr>
              <a:t>))</a:t>
            </a:r>
            <a:endParaRPr lang="en-IN" sz="1800" b="1" u="sng" dirty="0"/>
          </a:p>
          <a:p>
            <a:pPr marL="0" algn="l"/>
            <a:endParaRPr lang="en-US" sz="1800" b="1" u="sng" dirty="0"/>
          </a:p>
          <a:p>
            <a:pPr marL="0" algn="l"/>
            <a:r>
              <a:rPr lang="en-US" sz="1800" dirty="0">
                <a:solidFill>
                  <a:srgbClr val="0000FF"/>
                </a:solidFill>
                <a:latin typeface="Consolas" panose="020B0609020204030204" pitchFamily="49" charset="0"/>
              </a:rPr>
              <a:t>INSERT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INTO</a:t>
            </a:r>
            <a:r>
              <a:rPr lang="en-US" sz="1800" dirty="0">
                <a:solidFill>
                  <a:srgbClr val="000000"/>
                </a:solidFill>
                <a:latin typeface="Consolas" panose="020B0609020204030204" pitchFamily="49" charset="0"/>
              </a:rPr>
              <a:t> ##Students </a:t>
            </a:r>
            <a:r>
              <a:rPr lang="en-US" sz="1800" dirty="0">
                <a:solidFill>
                  <a:srgbClr val="0000FF"/>
                </a:solidFill>
                <a:latin typeface="Consolas" panose="020B0609020204030204" pitchFamily="49" charset="0"/>
              </a:rPr>
              <a:t>VALUES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01</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'Meet'</a:t>
            </a:r>
            <a:r>
              <a:rPr lang="en-US" sz="1800" dirty="0">
                <a:solidFill>
                  <a:srgbClr val="808080"/>
                </a:solidFill>
                <a:latin typeface="Consolas" panose="020B0609020204030204" pitchFamily="49" charset="0"/>
              </a:rPr>
              <a:t>),</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02</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'Raj’</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p>
          <a:p>
            <a:pPr marL="0" algn="l"/>
            <a:endParaRPr lang="en-US" sz="1800" b="1" u="sng" dirty="0">
              <a:solidFill>
                <a:srgbClr val="000000"/>
              </a:solidFill>
              <a:latin typeface="Consolas" panose="020B0609020204030204" pitchFamily="49" charset="0"/>
            </a:endParaRPr>
          </a:p>
          <a:p>
            <a:pPr marL="0" algn="l"/>
            <a:r>
              <a:rPr lang="en-IN" sz="1800" dirty="0">
                <a:solidFill>
                  <a:srgbClr val="0000FF"/>
                </a:solidFill>
                <a:latin typeface="Consolas" panose="020B0609020204030204" pitchFamily="49" charset="0"/>
              </a:rPr>
              <a:t>SELECT</a:t>
            </a:r>
            <a:r>
              <a:rPr lang="en-IN" sz="1800" dirty="0">
                <a:solidFill>
                  <a:srgbClr val="000000"/>
                </a:solidFill>
                <a:latin typeface="Consolas" panose="020B0609020204030204" pitchFamily="49" charset="0"/>
              </a:rPr>
              <a:t> </a:t>
            </a:r>
            <a:r>
              <a:rPr lang="en-IN" sz="1800" dirty="0">
                <a:solidFill>
                  <a:srgbClr val="808080"/>
                </a:solidFill>
                <a:latin typeface="Consolas" panose="020B0609020204030204" pitchFamily="49" charset="0"/>
              </a:rPr>
              <a:t>*</a:t>
            </a:r>
            <a:r>
              <a:rPr lang="en-IN" sz="1800" dirty="0">
                <a:solidFill>
                  <a:srgbClr val="000000"/>
                </a:solidFill>
                <a:latin typeface="Consolas" panose="020B0609020204030204" pitchFamily="49" charset="0"/>
              </a:rPr>
              <a:t> </a:t>
            </a:r>
            <a:r>
              <a:rPr lang="en-IN" sz="1800" dirty="0">
                <a:solidFill>
                  <a:srgbClr val="0000FF"/>
                </a:solidFill>
                <a:latin typeface="Consolas" panose="020B0609020204030204" pitchFamily="49" charset="0"/>
              </a:rPr>
              <a:t>FROM</a:t>
            </a:r>
            <a:r>
              <a:rPr lang="en-IN" sz="1800" dirty="0">
                <a:solidFill>
                  <a:srgbClr val="000000"/>
                </a:solidFill>
                <a:latin typeface="Consolas" panose="020B0609020204030204" pitchFamily="49" charset="0"/>
              </a:rPr>
              <a:t> ##Students </a:t>
            </a:r>
          </a:p>
          <a:p>
            <a:pPr marL="0" algn="l"/>
            <a:r>
              <a:rPr lang="en-US" sz="1800" b="1" u="sng" dirty="0"/>
              <a:t>Output</a:t>
            </a:r>
          </a:p>
          <a:p>
            <a:pPr marL="0" algn="l"/>
            <a:endParaRPr lang="en-US" sz="1800" b="1" u="sng" dirty="0"/>
          </a:p>
          <a:p>
            <a:pPr marL="0" algn="l"/>
            <a:endParaRPr lang="en-IN" sz="1800" b="1" u="sng" dirty="0"/>
          </a:p>
        </p:txBody>
      </p:sp>
      <p:sp>
        <p:nvSpPr>
          <p:cNvPr id="5" name="Rectangle 4">
            <a:extLst>
              <a:ext uri="{FF2B5EF4-FFF2-40B4-BE49-F238E27FC236}">
                <a16:creationId xmlns:a16="http://schemas.microsoft.com/office/drawing/2014/main" id="{E3BABBA0-4613-AE46-C917-4EE5AB267830}"/>
              </a:ext>
            </a:extLst>
          </p:cNvPr>
          <p:cNvSpPr/>
          <p:nvPr/>
        </p:nvSpPr>
        <p:spPr>
          <a:xfrm>
            <a:off x="420548" y="1248202"/>
            <a:ext cx="8876103" cy="1989469"/>
          </a:xfrm>
          <a:prstGeom prst="rect">
            <a:avLst/>
          </a:prstGeom>
          <a:solidFill>
            <a:schemeClr val="bg1">
              <a:lumMod val="95000"/>
            </a:schemeClr>
          </a:solidFill>
          <a:ln>
            <a:noFill/>
          </a:ln>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F3FE9940-697A-B3C2-6778-BB47F961B4BA}"/>
              </a:ext>
            </a:extLst>
          </p:cNvPr>
          <p:cNvSpPr/>
          <p:nvPr/>
        </p:nvSpPr>
        <p:spPr>
          <a:xfrm>
            <a:off x="894122" y="1414051"/>
            <a:ext cx="1035152"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0000FF"/>
                </a:solidFill>
              </a:rPr>
              <a:t>CREATE</a:t>
            </a:r>
            <a:r>
              <a:rPr lang="en-IN" i="1" dirty="0"/>
              <a:t> </a:t>
            </a:r>
            <a:endParaRPr lang="en-US" dirty="0">
              <a:solidFill>
                <a:srgbClr val="0000FF"/>
              </a:solidFill>
            </a:endParaRPr>
          </a:p>
        </p:txBody>
      </p:sp>
      <p:sp>
        <p:nvSpPr>
          <p:cNvPr id="7" name="Rectangle 6">
            <a:extLst>
              <a:ext uri="{FF2B5EF4-FFF2-40B4-BE49-F238E27FC236}">
                <a16:creationId xmlns:a16="http://schemas.microsoft.com/office/drawing/2014/main" id="{16E1E1F8-90B1-8ABA-B4A9-D70F79F2A4B4}"/>
              </a:ext>
            </a:extLst>
          </p:cNvPr>
          <p:cNvSpPr/>
          <p:nvPr/>
        </p:nvSpPr>
        <p:spPr>
          <a:xfrm>
            <a:off x="3052690" y="1411872"/>
            <a:ext cx="1527388"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solidFill>
                  <a:srgbClr val="C00000"/>
                </a:solidFill>
              </a:rPr>
              <a:t>##</a:t>
            </a:r>
            <a:r>
              <a:rPr lang="en-IN" dirty="0"/>
              <a:t>TempTable</a:t>
            </a:r>
            <a:endParaRPr lang="en-US" dirty="0">
              <a:solidFill>
                <a:srgbClr val="0000FF"/>
              </a:solidFill>
            </a:endParaRPr>
          </a:p>
        </p:txBody>
      </p:sp>
      <p:sp>
        <p:nvSpPr>
          <p:cNvPr id="8" name="Rectangle 7">
            <a:extLst>
              <a:ext uri="{FF2B5EF4-FFF2-40B4-BE49-F238E27FC236}">
                <a16:creationId xmlns:a16="http://schemas.microsoft.com/office/drawing/2014/main" id="{C095B497-8F3F-2929-2C5F-0DF3705FD475}"/>
              </a:ext>
            </a:extLst>
          </p:cNvPr>
          <p:cNvSpPr/>
          <p:nvPr/>
        </p:nvSpPr>
        <p:spPr>
          <a:xfrm>
            <a:off x="1980077" y="1414051"/>
            <a:ext cx="1015236"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rgbClr val="0000FF"/>
                </a:solidFill>
              </a:rPr>
              <a:t>TABLE</a:t>
            </a:r>
            <a:endParaRPr lang="en-US" dirty="0">
              <a:ln w="0"/>
              <a:solidFill>
                <a:schemeClr val="tx1"/>
              </a:solidFill>
            </a:endParaRPr>
          </a:p>
        </p:txBody>
      </p:sp>
      <p:sp>
        <p:nvSpPr>
          <p:cNvPr id="9" name="Rectangle 8">
            <a:extLst>
              <a:ext uri="{FF2B5EF4-FFF2-40B4-BE49-F238E27FC236}">
                <a16:creationId xmlns:a16="http://schemas.microsoft.com/office/drawing/2014/main" id="{68249F58-F1CD-533F-B747-9DD0F4E6888F}"/>
              </a:ext>
            </a:extLst>
          </p:cNvPr>
          <p:cNvSpPr/>
          <p:nvPr/>
        </p:nvSpPr>
        <p:spPr>
          <a:xfrm>
            <a:off x="4924384" y="1413717"/>
            <a:ext cx="16002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ColumnName1</a:t>
            </a:r>
            <a:endParaRPr lang="en-US" dirty="0"/>
          </a:p>
        </p:txBody>
      </p:sp>
      <p:sp>
        <p:nvSpPr>
          <p:cNvPr id="10" name="Rectangle 9">
            <a:extLst>
              <a:ext uri="{FF2B5EF4-FFF2-40B4-BE49-F238E27FC236}">
                <a16:creationId xmlns:a16="http://schemas.microsoft.com/office/drawing/2014/main" id="{F28A8C93-ABE4-5D3C-D1FD-2006B2AFBA9E}"/>
              </a:ext>
            </a:extLst>
          </p:cNvPr>
          <p:cNvSpPr/>
          <p:nvPr/>
        </p:nvSpPr>
        <p:spPr>
          <a:xfrm>
            <a:off x="6639337" y="1423372"/>
            <a:ext cx="188877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solidFill>
                  <a:srgbClr val="0000FF"/>
                </a:solidFill>
              </a:rPr>
              <a:t>Datatype</a:t>
            </a:r>
            <a:r>
              <a:rPr lang="en-US" dirty="0">
                <a:solidFill>
                  <a:srgbClr val="0000FF"/>
                </a:solidFill>
              </a:rPr>
              <a:t>(Size)</a:t>
            </a:r>
          </a:p>
        </p:txBody>
      </p:sp>
      <p:sp>
        <p:nvSpPr>
          <p:cNvPr id="11" name="Rectangle 10">
            <a:extLst>
              <a:ext uri="{FF2B5EF4-FFF2-40B4-BE49-F238E27FC236}">
                <a16:creationId xmlns:a16="http://schemas.microsoft.com/office/drawing/2014/main" id="{73036E4C-9BAE-CA9B-8B8C-548D540C5B4C}"/>
              </a:ext>
            </a:extLst>
          </p:cNvPr>
          <p:cNvSpPr/>
          <p:nvPr/>
        </p:nvSpPr>
        <p:spPr>
          <a:xfrm>
            <a:off x="8623527" y="1423372"/>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12" name="Rectangle 11">
            <a:extLst>
              <a:ext uri="{FF2B5EF4-FFF2-40B4-BE49-F238E27FC236}">
                <a16:creationId xmlns:a16="http://schemas.microsoft.com/office/drawing/2014/main" id="{EC0B100A-C444-F450-DDC1-2558DB3396DD}"/>
              </a:ext>
            </a:extLst>
          </p:cNvPr>
          <p:cNvSpPr/>
          <p:nvPr/>
        </p:nvSpPr>
        <p:spPr>
          <a:xfrm>
            <a:off x="4675498" y="1415896"/>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13" name="Rectangle 12">
            <a:extLst>
              <a:ext uri="{FF2B5EF4-FFF2-40B4-BE49-F238E27FC236}">
                <a16:creationId xmlns:a16="http://schemas.microsoft.com/office/drawing/2014/main" id="{B8ABF34F-E31E-4FEC-9915-ED803CF8DC6A}"/>
              </a:ext>
            </a:extLst>
          </p:cNvPr>
          <p:cNvSpPr/>
          <p:nvPr/>
        </p:nvSpPr>
        <p:spPr>
          <a:xfrm>
            <a:off x="4557902" y="2608845"/>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t>
            </a:r>
          </a:p>
        </p:txBody>
      </p:sp>
      <p:sp>
        <p:nvSpPr>
          <p:cNvPr id="14" name="Rectangle 13">
            <a:extLst>
              <a:ext uri="{FF2B5EF4-FFF2-40B4-BE49-F238E27FC236}">
                <a16:creationId xmlns:a16="http://schemas.microsoft.com/office/drawing/2014/main" id="{532D8812-9B7A-5967-73F9-6D048A59D58E}"/>
              </a:ext>
            </a:extLst>
          </p:cNvPr>
          <p:cNvSpPr/>
          <p:nvPr/>
        </p:nvSpPr>
        <p:spPr>
          <a:xfrm>
            <a:off x="4825612" y="2613417"/>
            <a:ext cx="191509"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15" name="Rectangle 14">
            <a:extLst>
              <a:ext uri="{FF2B5EF4-FFF2-40B4-BE49-F238E27FC236}">
                <a16:creationId xmlns:a16="http://schemas.microsoft.com/office/drawing/2014/main" id="{4AA75627-A914-132B-A37E-ECA2CD4C9E66}"/>
              </a:ext>
            </a:extLst>
          </p:cNvPr>
          <p:cNvSpPr/>
          <p:nvPr/>
        </p:nvSpPr>
        <p:spPr>
          <a:xfrm>
            <a:off x="6639337" y="1919401"/>
            <a:ext cx="188877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err="1">
                <a:solidFill>
                  <a:srgbClr val="0000FF"/>
                </a:solidFill>
              </a:rPr>
              <a:t>Datatype</a:t>
            </a:r>
            <a:r>
              <a:rPr lang="en-US" dirty="0">
                <a:solidFill>
                  <a:srgbClr val="0000FF"/>
                </a:solidFill>
              </a:rPr>
              <a:t>(Size)</a:t>
            </a:r>
          </a:p>
        </p:txBody>
      </p:sp>
      <p:sp>
        <p:nvSpPr>
          <p:cNvPr id="16" name="Rectangle 15">
            <a:extLst>
              <a:ext uri="{FF2B5EF4-FFF2-40B4-BE49-F238E27FC236}">
                <a16:creationId xmlns:a16="http://schemas.microsoft.com/office/drawing/2014/main" id="{DBEA29C5-9F7E-FE52-42C6-08BAF3E4D1DA}"/>
              </a:ext>
            </a:extLst>
          </p:cNvPr>
          <p:cNvSpPr/>
          <p:nvPr/>
        </p:nvSpPr>
        <p:spPr>
          <a:xfrm>
            <a:off x="8623526" y="1919401"/>
            <a:ext cx="158947"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solidFill>
                  <a:schemeClr val="tx1">
                    <a:lumMod val="75000"/>
                    <a:lumOff val="25000"/>
                  </a:schemeClr>
                </a:solidFill>
              </a:rPr>
              <a:t>,</a:t>
            </a:r>
          </a:p>
        </p:txBody>
      </p:sp>
      <p:sp>
        <p:nvSpPr>
          <p:cNvPr id="17" name="Rectangle 16">
            <a:extLst>
              <a:ext uri="{FF2B5EF4-FFF2-40B4-BE49-F238E27FC236}">
                <a16:creationId xmlns:a16="http://schemas.microsoft.com/office/drawing/2014/main" id="{6DB0FE8F-0D60-B8D1-4FBD-D107FFF9D7BF}"/>
              </a:ext>
            </a:extLst>
          </p:cNvPr>
          <p:cNvSpPr/>
          <p:nvPr/>
        </p:nvSpPr>
        <p:spPr>
          <a:xfrm>
            <a:off x="6372184" y="2492631"/>
            <a:ext cx="685800" cy="224028"/>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b" anchorCtr="0"/>
          <a:lstStyle/>
          <a:p>
            <a:pPr algn="ctr"/>
            <a:r>
              <a:rPr lang="en-US" dirty="0"/>
              <a:t>….</a:t>
            </a:r>
          </a:p>
        </p:txBody>
      </p:sp>
      <p:sp>
        <p:nvSpPr>
          <p:cNvPr id="18" name="Rectangle 17">
            <a:extLst>
              <a:ext uri="{FF2B5EF4-FFF2-40B4-BE49-F238E27FC236}">
                <a16:creationId xmlns:a16="http://schemas.microsoft.com/office/drawing/2014/main" id="{BA514C03-8638-1783-857D-26875361718A}"/>
              </a:ext>
            </a:extLst>
          </p:cNvPr>
          <p:cNvSpPr/>
          <p:nvPr/>
        </p:nvSpPr>
        <p:spPr>
          <a:xfrm>
            <a:off x="4921366" y="1919401"/>
            <a:ext cx="1600200" cy="457200"/>
          </a:xfrm>
          <a:prstGeom prst="rect">
            <a:avLst/>
          </a:prstGeom>
          <a:ln>
            <a:solidFill>
              <a:schemeClr val="accent6"/>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ColumnName2</a:t>
            </a:r>
            <a:endParaRPr lang="en-US" dirty="0"/>
          </a:p>
        </p:txBody>
      </p:sp>
      <p:pic>
        <p:nvPicPr>
          <p:cNvPr id="22" name="Picture 21">
            <a:extLst>
              <a:ext uri="{FF2B5EF4-FFF2-40B4-BE49-F238E27FC236}">
                <a16:creationId xmlns:a16="http://schemas.microsoft.com/office/drawing/2014/main" id="{0C25F487-6B9A-6153-3215-51EFC5EEF2BF}"/>
              </a:ext>
            </a:extLst>
          </p:cNvPr>
          <p:cNvPicPr>
            <a:picLocks noChangeAspect="1"/>
          </p:cNvPicPr>
          <p:nvPr/>
        </p:nvPicPr>
        <p:blipFill>
          <a:blip r:embed="rId2"/>
          <a:stretch>
            <a:fillRect/>
          </a:stretch>
        </p:blipFill>
        <p:spPr>
          <a:xfrm>
            <a:off x="1264180" y="5758961"/>
            <a:ext cx="1024287" cy="804192"/>
          </a:xfrm>
          <a:prstGeom prst="rect">
            <a:avLst/>
          </a:prstGeom>
        </p:spPr>
      </p:pic>
    </p:spTree>
    <p:extLst>
      <p:ext uri="{BB962C8B-B14F-4D97-AF65-F5344CB8AC3E}">
        <p14:creationId xmlns:p14="http://schemas.microsoft.com/office/powerpoint/2010/main" val="1067055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53E7E6-9A71-88A8-96FA-AD528F5B28FA}"/>
              </a:ext>
            </a:extLst>
          </p:cNvPr>
          <p:cNvSpPr>
            <a:spLocks noGrp="1"/>
          </p:cNvSpPr>
          <p:nvPr>
            <p:ph type="title"/>
          </p:nvPr>
        </p:nvSpPr>
        <p:spPr/>
        <p:txBody>
          <a:bodyPr/>
          <a:lstStyle/>
          <a:p>
            <a:r>
              <a:rPr lang="en-IN" dirty="0"/>
              <a:t>Thank You</a:t>
            </a:r>
          </a:p>
        </p:txBody>
      </p:sp>
      <p:sp>
        <p:nvSpPr>
          <p:cNvPr id="5" name="Text Placeholder 4">
            <a:extLst>
              <a:ext uri="{FF2B5EF4-FFF2-40B4-BE49-F238E27FC236}">
                <a16:creationId xmlns:a16="http://schemas.microsoft.com/office/drawing/2014/main" id="{B4E91D1B-5D13-7725-B2BA-A0D3A30A8232}"/>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1075145539"/>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10244</TotalTime>
  <Words>4420</Words>
  <Application>Microsoft Office PowerPoint</Application>
  <PresentationFormat>Widescreen</PresentationFormat>
  <Paragraphs>762</Paragraphs>
  <Slides>75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75</vt:i4>
      </vt:variant>
    </vt:vector>
  </HeadingPairs>
  <TitlesOfParts>
    <vt:vector size="85" baseType="lpstr">
      <vt:lpstr>Calibri</vt:lpstr>
      <vt:lpstr>Wingdings</vt:lpstr>
      <vt:lpstr>Roboto Condensed Light</vt:lpstr>
      <vt:lpstr>Consolas</vt:lpstr>
      <vt:lpstr>Roboto Condensed</vt:lpstr>
      <vt:lpstr>Arial</vt:lpstr>
      <vt:lpstr>Wingdings 3</vt:lpstr>
      <vt:lpstr>Segoe UI Black</vt:lpstr>
      <vt:lpstr>Wingdings 2</vt:lpstr>
      <vt:lpstr>Office Theme</vt:lpstr>
      <vt:lpstr>Unit-3  Indexes,  Query Optimization and Performance Tuning</vt:lpstr>
      <vt:lpstr>PowerPoint Presentation</vt:lpstr>
      <vt:lpstr>How will the database engine retrieve the data from a table in SQL Server?</vt:lpstr>
      <vt:lpstr>What is Table Scan in SQL Server?</vt:lpstr>
      <vt:lpstr>What is Index Scan/Seek in SQL Server?</vt:lpstr>
      <vt:lpstr>Understanding the Balanced Tree (B-Tree) in SQL Server:</vt:lpstr>
      <vt:lpstr>Understanding the Balanced Tree (B-Tree) in SQL Server:</vt:lpstr>
      <vt:lpstr>Example</vt:lpstr>
      <vt:lpstr>Indexes</vt:lpstr>
      <vt:lpstr>Indexes : Introduction</vt:lpstr>
      <vt:lpstr>Types of Indexes</vt:lpstr>
      <vt:lpstr>Clustered Index</vt:lpstr>
      <vt:lpstr>Syntax: Clustered Index</vt:lpstr>
      <vt:lpstr>Example: Clustered Index  </vt:lpstr>
      <vt:lpstr>Default Clustered Index</vt:lpstr>
      <vt:lpstr>Clustered Indexes of Database</vt:lpstr>
      <vt:lpstr>When NOT to Use a Clustered Index?</vt:lpstr>
      <vt:lpstr>Remember!!</vt:lpstr>
      <vt:lpstr>Non-clustered Index</vt:lpstr>
      <vt:lpstr>Syntax: Non-clustered Index</vt:lpstr>
      <vt:lpstr>Example-1: Non-clustered Index</vt:lpstr>
      <vt:lpstr>Example-1: Non-clustered Index</vt:lpstr>
      <vt:lpstr>Example-2: Non-clustered Index</vt:lpstr>
      <vt:lpstr>Non-clustered Index</vt:lpstr>
      <vt:lpstr>Clustered v/s Non–Clustered Index</vt:lpstr>
      <vt:lpstr>Execution Plan</vt:lpstr>
      <vt:lpstr>Introduction : Execution Plan </vt:lpstr>
      <vt:lpstr>Why is the Execution Plan Important?</vt:lpstr>
      <vt:lpstr>Types of Execution Plan</vt:lpstr>
      <vt:lpstr>Example Query and Possible Execution Plan</vt:lpstr>
      <vt:lpstr>How to generate Estimated Execution Plans?</vt:lpstr>
      <vt:lpstr>How to generate Estimated Execution Plans? </vt:lpstr>
      <vt:lpstr>How to generate Actual Execution Plans?</vt:lpstr>
      <vt:lpstr>How to generate Actual Execution Plans? Cont..</vt:lpstr>
      <vt:lpstr>1. Estimated Execution Plan - Example</vt:lpstr>
      <vt:lpstr>2. Actual Execution Plan</vt:lpstr>
      <vt:lpstr>Estimated = Actual</vt:lpstr>
      <vt:lpstr>Saving an Execution Plan in SQL Server Management Studio</vt:lpstr>
      <vt:lpstr>Saving an Execution Plan in SQL Server Management Studio</vt:lpstr>
      <vt:lpstr>Warning Understanding</vt:lpstr>
      <vt:lpstr>1. Missing Index Warning</vt:lpstr>
      <vt:lpstr>2. Table Scan Warning</vt:lpstr>
      <vt:lpstr>3. Implicit Conversion Warning</vt:lpstr>
      <vt:lpstr>4. Non-SARGable Queries</vt:lpstr>
      <vt:lpstr>5. Out of Memory Warning</vt:lpstr>
      <vt:lpstr>6. Join Without Index Warning</vt:lpstr>
      <vt:lpstr>7. Group By and Sorting Warning</vt:lpstr>
      <vt:lpstr>8. Missing Statistics Warning</vt:lpstr>
      <vt:lpstr>9. Parallelism Warning</vt:lpstr>
      <vt:lpstr>Do's &amp; Don'ts While Writing a Query (Query Optimization)</vt:lpstr>
      <vt:lpstr>Query Optimization</vt:lpstr>
      <vt:lpstr>1. Use of Varchar instead of Char Data Type</vt:lpstr>
      <vt:lpstr>2. SELECT fields, rather than using SELECT *</vt:lpstr>
      <vt:lpstr>3. Avoid DISTINCT in SELECT query</vt:lpstr>
      <vt:lpstr>4. Be aware of NULL in your results</vt:lpstr>
      <vt:lpstr>5. Do not include column numbers in ORDER BY</vt:lpstr>
      <vt:lpstr>6. Prefix for stored procedures should not that starts with “sp_”</vt:lpstr>
      <vt:lpstr>7. Indexing</vt:lpstr>
      <vt:lpstr>8. To check the existence of records, use EXISTS() rather than COUNT()</vt:lpstr>
      <vt:lpstr>9. Use WHERE instead of HAVING</vt:lpstr>
      <vt:lpstr>10. Ignore linked sub queries</vt:lpstr>
      <vt:lpstr>11. Ordering JOINs from a Larger Table to a Smaller Table</vt:lpstr>
      <vt:lpstr>11. Ordering JOINs from a Larger Table to a Smaller Table</vt:lpstr>
      <vt:lpstr>Table Variable</vt:lpstr>
      <vt:lpstr>Table Variable</vt:lpstr>
      <vt:lpstr>Table Variable : Example</vt:lpstr>
      <vt:lpstr>Table Variable : Example</vt:lpstr>
      <vt:lpstr>Temporary Table</vt:lpstr>
      <vt:lpstr>Temporary Table</vt:lpstr>
      <vt:lpstr>Local Temporary Table</vt:lpstr>
      <vt:lpstr>Local Temporary Table</vt:lpstr>
      <vt:lpstr>Drop Temporary table</vt:lpstr>
      <vt:lpstr>Global Temporary Table</vt:lpstr>
      <vt:lpstr>Global Temporary Table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DELL</cp:lastModifiedBy>
  <cp:revision>428</cp:revision>
  <dcterms:created xsi:type="dcterms:W3CDTF">2020-05-01T05:09:15Z</dcterms:created>
  <dcterms:modified xsi:type="dcterms:W3CDTF">2025-02-19T07:25:26Z</dcterms:modified>
</cp:coreProperties>
</file>