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C924-A18F-CFC5-3FDC-51AC32439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A282F-9FC8-7E9B-958B-6383658F7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AACE5-A6C5-13A6-5047-1C45EE71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5C9D3-2E93-FF04-D133-244F604C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E5DEA-6979-B7D8-AA4D-D2B7E279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90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ECBB-5A0C-17D0-C7A0-FDA8C447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23EF4-0E21-D1D7-DBAC-6ED02A628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95101-F8DE-F5B5-42F7-9F92D975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9678D-71E8-8D46-FF34-0BE1DCEE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CD564-CBEA-FA8E-D097-12C047BA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31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6039-430B-F71C-E4F1-997741810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5849C-A6F6-82AD-3DAE-40300FE34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628EF-32B9-8421-AE7B-C93748B3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B0E65-00B8-0B2F-8A69-A24952F4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02509-8B71-D507-823C-F654703F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30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DA3D-75E6-57FF-A7A3-A96BF0DAB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3031C-161C-AA0E-7824-DF3F64E3C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A4A30-480A-E2F4-53E8-034AAAB1C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65B8C-3B61-3696-1190-687EA600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8A6A1-7D58-C22C-5DDB-B5A0F931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8D8B1-B274-C63E-4E52-4177BD41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7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C0A0-1B63-CB0D-F8E0-476752A3F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BAA9B-EFCD-A8C8-6193-E6636CC97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A3E3B-A2F0-C010-D5EC-DF7C9A898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D3860-DFF0-ADBC-E530-4CDE1E418A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441A3-6630-F010-442A-50C411359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FB87B-804C-A82A-23FF-FE85744E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E88BA-2B23-BCEA-EC75-D119FBE0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47FB7-358C-62AE-5C64-79E8D9F1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05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BA22-C144-1C8B-E092-97E47C81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103CD-D497-CC6B-CA84-69340A6B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869B6-3A01-2E29-3DFE-84A7CDA5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7D57E-C229-6BF4-F350-450E063F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16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2B014-DA7D-0ACD-1A0D-082501CA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B4103-4F0A-477E-3A38-65A5215B3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2A03A-472A-B1FC-43B4-F6572A4B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125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7D19-DDF0-6B34-28D3-90A97E79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EF99-A3DC-845E-AFDC-1838CF096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56969-2AAC-6052-E87E-2123A4BE1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5A47C-C868-AAF4-838E-067338A7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6B1FC-ADCF-58BD-E8EE-2D590079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66BCD-AD71-6E90-64C0-98CCCC6F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75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83B2-138A-F8E2-C3B7-5535E0EE5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C2209D-CF60-FBDE-C731-1FE13458B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7CD1B-C601-9527-1371-3A39581D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7D8F0-486F-E5AA-0C61-F9227147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C63A3-42C5-7887-78C5-67F89A4B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41B6C-6AD5-005D-5BDD-87AF10FE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888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E450-41AB-3343-DDA3-86684047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16B6B-A305-9C64-D65B-7A5AD1BC0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6622F-DF01-AEA7-AFFE-B4338268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C136E-DE2F-5342-208B-DDED97F63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F5279-364D-6F33-FB62-50F0B283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35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762102-DCE2-B682-80CE-66A1D9C691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1194A-558B-5697-EDA1-365C6A05E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F42E1-CBA1-3405-D0D5-4E83BD4D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D0131-CE02-979D-674B-3905018D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BA7F-0889-F019-DEB7-269B77A4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4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4B178-BD1D-88D5-8087-280C679B0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9EE9F-A8EC-AD2F-E7E5-0F7D7D93E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7C8F-88C2-9D71-07F1-BC133ADE7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78864-BA0B-4623-8241-9E751DD59D3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7C4D-86AE-7DF7-B478-11B2803C1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BC1A8-E129-BAA0-6251-916CCB939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683B3-4276-4F0D-B290-A358FAD5E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0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2C1C-3BF6-AE23-2AFB-2DB98C3B09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Presentation: Advanced Concepts in Probability and Statistics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0A0F4-F06F-0AF4-F9A7-33888AFFA7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06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Presentation: Advanced Concepts in Probability and Statistics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Baru</dc:creator>
  <cp:lastModifiedBy>Yogesh Baru</cp:lastModifiedBy>
  <cp:revision>1</cp:revision>
  <dcterms:created xsi:type="dcterms:W3CDTF">2025-03-04T18:52:54Z</dcterms:created>
  <dcterms:modified xsi:type="dcterms:W3CDTF">2025-03-04T18:53:54Z</dcterms:modified>
</cp:coreProperties>
</file>