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1"/>
  </p:notesMasterIdLst>
  <p:sldIdLst>
    <p:sldId id="283" r:id="rId2"/>
    <p:sldId id="292" r:id="rId3"/>
    <p:sldId id="288" r:id="rId4"/>
    <p:sldId id="745" r:id="rId5"/>
    <p:sldId id="747" r:id="rId6"/>
    <p:sldId id="748" r:id="rId7"/>
    <p:sldId id="749" r:id="rId8"/>
    <p:sldId id="750" r:id="rId9"/>
    <p:sldId id="751" r:id="rId10"/>
    <p:sldId id="752" r:id="rId11"/>
    <p:sldId id="753" r:id="rId12"/>
    <p:sldId id="754" r:id="rId13"/>
    <p:sldId id="755" r:id="rId14"/>
    <p:sldId id="756" r:id="rId15"/>
    <p:sldId id="757" r:id="rId16"/>
    <p:sldId id="758" r:id="rId17"/>
    <p:sldId id="834" r:id="rId18"/>
    <p:sldId id="734" r:id="rId19"/>
    <p:sldId id="710" r:id="rId20"/>
    <p:sldId id="759" r:id="rId21"/>
    <p:sldId id="775" r:id="rId22"/>
    <p:sldId id="832" r:id="rId23"/>
    <p:sldId id="760" r:id="rId24"/>
    <p:sldId id="776" r:id="rId25"/>
    <p:sldId id="778" r:id="rId26"/>
    <p:sldId id="777" r:id="rId27"/>
    <p:sldId id="779" r:id="rId28"/>
    <p:sldId id="780" r:id="rId29"/>
    <p:sldId id="833" r:id="rId30"/>
    <p:sldId id="782" r:id="rId31"/>
    <p:sldId id="773" r:id="rId32"/>
    <p:sldId id="785" r:id="rId33"/>
    <p:sldId id="783" r:id="rId34"/>
    <p:sldId id="816" r:id="rId35"/>
    <p:sldId id="831" r:id="rId36"/>
    <p:sldId id="817" r:id="rId37"/>
    <p:sldId id="787" r:id="rId38"/>
    <p:sldId id="815" r:id="rId39"/>
    <p:sldId id="788" r:id="rId40"/>
    <p:sldId id="789" r:id="rId41"/>
    <p:sldId id="801" r:id="rId42"/>
    <p:sldId id="790" r:id="rId43"/>
    <p:sldId id="818" r:id="rId44"/>
    <p:sldId id="791" r:id="rId45"/>
    <p:sldId id="792" r:id="rId46"/>
    <p:sldId id="793" r:id="rId47"/>
    <p:sldId id="794" r:id="rId48"/>
    <p:sldId id="795" r:id="rId49"/>
    <p:sldId id="796" r:id="rId50"/>
    <p:sldId id="797" r:id="rId51"/>
    <p:sldId id="798" r:id="rId52"/>
    <p:sldId id="799" r:id="rId53"/>
    <p:sldId id="802" r:id="rId54"/>
    <p:sldId id="803" r:id="rId55"/>
    <p:sldId id="804" r:id="rId56"/>
    <p:sldId id="805" r:id="rId57"/>
    <p:sldId id="806" r:id="rId58"/>
    <p:sldId id="807" r:id="rId59"/>
    <p:sldId id="821" r:id="rId60"/>
    <p:sldId id="808" r:id="rId61"/>
    <p:sldId id="809" r:id="rId62"/>
    <p:sldId id="820" r:id="rId63"/>
    <p:sldId id="810" r:id="rId64"/>
    <p:sldId id="822" r:id="rId65"/>
    <p:sldId id="829" r:id="rId66"/>
    <p:sldId id="823" r:id="rId67"/>
    <p:sldId id="828" r:id="rId68"/>
    <p:sldId id="827" r:id="rId69"/>
    <p:sldId id="733" r:id="rId70"/>
  </p:sldIdLst>
  <p:sldSz cx="12192000" cy="6858000"/>
  <p:notesSz cx="6858000" cy="9144000"/>
  <p:embeddedFontLst>
    <p:embeddedFont>
      <p:font typeface="Roboto Condensed Light" panose="02000000000000000000" pitchFamily="2" charset="0"/>
      <p:regular r:id="rId72"/>
      <p:italic r:id="rId73"/>
    </p:embeddedFont>
    <p:embeddedFont>
      <p:font typeface="Calibri" panose="020F0502020204030204" pitchFamily="34" charset="0"/>
      <p:regular r:id="rId74"/>
      <p:bold r:id="rId75"/>
      <p:italic r:id="rId76"/>
      <p:boldItalic r:id="rId77"/>
    </p:embeddedFont>
    <p:embeddedFont>
      <p:font typeface="Consolas" panose="020B0609020204030204" pitchFamily="49" charset="0"/>
      <p:regular r:id="rId78"/>
      <p:bold r:id="rId79"/>
      <p:italic r:id="rId80"/>
      <p:boldItalic r:id="rId81"/>
    </p:embeddedFont>
    <p:embeddedFont>
      <p:font typeface="Segoe UI Black" panose="020B0A02040204020203" pitchFamily="34" charset="0"/>
      <p:bold r:id="rId82"/>
      <p:boldItalic r:id="rId83"/>
    </p:embeddedFont>
    <p:embeddedFont>
      <p:font typeface="Roboto Condensed" panose="02000000000000000000" pitchFamily="2" charset="0"/>
      <p:regular r:id="rId84"/>
      <p:bold r:id="rId85"/>
      <p:italic r:id="rId86"/>
      <p:boldItalic r:id="rId87"/>
    </p:embeddedFont>
    <p:embeddedFont>
      <p:font typeface="Wingdings 3" panose="05040102010807070707" pitchFamily="18" charset="2"/>
      <p:regular r:id="rId88"/>
    </p:embeddedFont>
    <p:embeddedFont>
      <p:font typeface="Wingdings 2" panose="05020102010507070707" pitchFamily="18" charset="2"/>
      <p:regular r:id="rId8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3I+KpZCRc0Uon7EWPvdIDg==" hashData="26TA0AmUaWJ2n3iSBb50onC52L1SZGNTTk0RKdvdSo2PraGZPZa4IRyxEd22GxKz/qwHZpNXNSZ5uTAtpOiCRw=="/>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B1C"/>
    <a:srgbClr val="301B92"/>
    <a:srgbClr val="D10233"/>
    <a:srgbClr val="673BB7"/>
    <a:srgbClr val="607D8B"/>
    <a:srgbClr val="ED524F"/>
    <a:srgbClr val="F54337"/>
    <a:srgbClr val="D81A60"/>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398"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3.fntdata"/><Relationship Id="rId89" Type="http://schemas.openxmlformats.org/officeDocument/2006/relationships/font" Target="fonts/font18.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3.fntdata"/><Relationship Id="rId79" Type="http://schemas.openxmlformats.org/officeDocument/2006/relationships/font" Target="fonts/font8.fntdata"/><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fntdata"/><Relationship Id="rId80" Type="http://schemas.openxmlformats.org/officeDocument/2006/relationships/font" Target="fonts/font9.fntdata"/><Relationship Id="rId85" Type="http://schemas.openxmlformats.org/officeDocument/2006/relationships/font" Target="fonts/font14.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4.fntdata"/><Relationship Id="rId83" Type="http://schemas.openxmlformats.org/officeDocument/2006/relationships/font" Target="fonts/font12.fntdata"/><Relationship Id="rId88" Type="http://schemas.openxmlformats.org/officeDocument/2006/relationships/font" Target="fonts/font17.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2.fntdata"/><Relationship Id="rId78" Type="http://schemas.openxmlformats.org/officeDocument/2006/relationships/font" Target="fonts/font7.fntdata"/><Relationship Id="rId81" Type="http://schemas.openxmlformats.org/officeDocument/2006/relationships/font" Target="fonts/font10.fntdata"/><Relationship Id="rId86" Type="http://schemas.openxmlformats.org/officeDocument/2006/relationships/font" Target="fonts/font15.fntdata"/><Relationship Id="rId9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notesMaster" Target="notesMasters/notesMaster1.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6.fntdata"/><Relationship Id="rId61" Type="http://schemas.openxmlformats.org/officeDocument/2006/relationships/slide" Target="slides/slide60.xml"/><Relationship Id="rId82"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mish Vadodariya" userId="d2e325c0593a319e" providerId="LiveId" clId="{C5D15607-3D89-4432-AEBA-7EDDE20FB0FE}"/>
    <pc:docChg chg="undo redo custSel addSld delSld modSld sldOrd modMainMaster">
      <pc:chgData name="Naimish Vadodariya" userId="d2e325c0593a319e" providerId="LiveId" clId="{C5D15607-3D89-4432-AEBA-7EDDE20FB0FE}" dt="2022-08-05T03:17:05.330" v="5951" actId="20577"/>
      <pc:docMkLst>
        <pc:docMk/>
      </pc:docMkLst>
      <pc:sldChg chg="addSp delSp modSp mod modAnim modShow">
        <pc:chgData name="Naimish Vadodariya" userId="d2e325c0593a319e" providerId="LiveId" clId="{C5D15607-3D89-4432-AEBA-7EDDE20FB0FE}" dt="2022-07-19T03:01:25.154" v="3105"/>
        <pc:sldMkLst>
          <pc:docMk/>
          <pc:sldMk cId="1915482141" sldId="289"/>
        </pc:sldMkLst>
        <pc:spChg chg="mod">
          <ac:chgData name="Naimish Vadodariya" userId="d2e325c0593a319e" providerId="LiveId" clId="{C5D15607-3D89-4432-AEBA-7EDDE20FB0FE}" dt="2022-07-19T03:01:12.178" v="3103" actId="207"/>
          <ac:spMkLst>
            <pc:docMk/>
            <pc:sldMk cId="1915482141" sldId="289"/>
            <ac:spMk id="4" creationId="{E9A4A388-3701-E936-5D61-943EDF699402}"/>
          </ac:spMkLst>
        </pc:spChg>
        <pc:spChg chg="add del">
          <ac:chgData name="Naimish Vadodariya" userId="d2e325c0593a319e" providerId="LiveId" clId="{C5D15607-3D89-4432-AEBA-7EDDE20FB0FE}" dt="2022-07-19T02:29:25.643" v="2857" actId="22"/>
          <ac:spMkLst>
            <pc:docMk/>
            <pc:sldMk cId="1915482141" sldId="289"/>
            <ac:spMk id="6" creationId="{DF883062-68C9-D58C-3D22-6EAD5B863027}"/>
          </ac:spMkLst>
        </pc:spChg>
      </pc:sldChg>
      <pc:sldChg chg="mod ord modShow">
        <pc:chgData name="Naimish Vadodariya" userId="d2e325c0593a319e" providerId="LiveId" clId="{C5D15607-3D89-4432-AEBA-7EDDE20FB0FE}" dt="2022-07-19T02:17:58.637" v="2794"/>
        <pc:sldMkLst>
          <pc:docMk/>
          <pc:sldMk cId="2554711902" sldId="291"/>
        </pc:sldMkLst>
      </pc:sldChg>
      <pc:sldChg chg="modSp modAnim">
        <pc:chgData name="Naimish Vadodariya" userId="d2e325c0593a319e" providerId="LiveId" clId="{C5D15607-3D89-4432-AEBA-7EDDE20FB0FE}" dt="2022-07-18T14:37:31.026" v="2684"/>
        <pc:sldMkLst>
          <pc:docMk/>
          <pc:sldMk cId="4216305698" sldId="292"/>
        </pc:sldMkLst>
        <pc:spChg chg="mod">
          <ac:chgData name="Naimish Vadodariya" userId="d2e325c0593a319e" providerId="LiveId" clId="{C5D15607-3D89-4432-AEBA-7EDDE20FB0FE}" dt="2022-07-18T14:36:52.481" v="2682" actId="948"/>
          <ac:spMkLst>
            <pc:docMk/>
            <pc:sldMk cId="4216305698" sldId="292"/>
            <ac:spMk id="9" creationId="{BDA2F9A4-6988-4274-8384-12496EC9D59D}"/>
          </ac:spMkLst>
        </pc:spChg>
      </pc:sldChg>
      <pc:sldChg chg="del mod modShow">
        <pc:chgData name="Naimish Vadodariya" userId="d2e325c0593a319e" providerId="LiveId" clId="{C5D15607-3D89-4432-AEBA-7EDDE20FB0FE}" dt="2022-07-20T06:30:14.738" v="3663" actId="2696"/>
        <pc:sldMkLst>
          <pc:docMk/>
          <pc:sldMk cId="3860720266" sldId="303"/>
        </pc:sldMkLst>
      </pc:sldChg>
      <pc:sldChg chg="del mod modShow">
        <pc:chgData name="Naimish Vadodariya" userId="d2e325c0593a319e" providerId="LiveId" clId="{C5D15607-3D89-4432-AEBA-7EDDE20FB0FE}" dt="2022-07-20T06:30:14.738" v="3663" actId="2696"/>
        <pc:sldMkLst>
          <pc:docMk/>
          <pc:sldMk cId="3565845506" sldId="304"/>
        </pc:sldMkLst>
      </pc:sldChg>
      <pc:sldChg chg="del mod modShow">
        <pc:chgData name="Naimish Vadodariya" userId="d2e325c0593a319e" providerId="LiveId" clId="{C5D15607-3D89-4432-AEBA-7EDDE20FB0FE}" dt="2022-07-20T06:30:14.738" v="3663" actId="2696"/>
        <pc:sldMkLst>
          <pc:docMk/>
          <pc:sldMk cId="196689023" sldId="316"/>
        </pc:sldMkLst>
      </pc:sldChg>
      <pc:sldChg chg="del mod modShow">
        <pc:chgData name="Naimish Vadodariya" userId="d2e325c0593a319e" providerId="LiveId" clId="{C5D15607-3D89-4432-AEBA-7EDDE20FB0FE}" dt="2022-07-20T06:30:14.738" v="3663" actId="2696"/>
        <pc:sldMkLst>
          <pc:docMk/>
          <pc:sldMk cId="3210675511" sldId="317"/>
        </pc:sldMkLst>
      </pc:sldChg>
      <pc:sldChg chg="del mod modShow">
        <pc:chgData name="Naimish Vadodariya" userId="d2e325c0593a319e" providerId="LiveId" clId="{C5D15607-3D89-4432-AEBA-7EDDE20FB0FE}" dt="2022-07-20T06:30:14.738" v="3663" actId="2696"/>
        <pc:sldMkLst>
          <pc:docMk/>
          <pc:sldMk cId="1572927649" sldId="318"/>
        </pc:sldMkLst>
      </pc:sldChg>
      <pc:sldChg chg="del mod modShow">
        <pc:chgData name="Naimish Vadodariya" userId="d2e325c0593a319e" providerId="LiveId" clId="{C5D15607-3D89-4432-AEBA-7EDDE20FB0FE}" dt="2022-07-20T06:30:14.738" v="3663" actId="2696"/>
        <pc:sldMkLst>
          <pc:docMk/>
          <pc:sldMk cId="2261901468" sldId="319"/>
        </pc:sldMkLst>
      </pc:sldChg>
      <pc:sldChg chg="del mod modShow">
        <pc:chgData name="Naimish Vadodariya" userId="d2e325c0593a319e" providerId="LiveId" clId="{C5D15607-3D89-4432-AEBA-7EDDE20FB0FE}" dt="2022-07-20T06:30:14.738" v="3663" actId="2696"/>
        <pc:sldMkLst>
          <pc:docMk/>
          <pc:sldMk cId="3619968667" sldId="320"/>
        </pc:sldMkLst>
      </pc:sldChg>
      <pc:sldChg chg="del mod modShow">
        <pc:chgData name="Naimish Vadodariya" userId="d2e325c0593a319e" providerId="LiveId" clId="{C5D15607-3D89-4432-AEBA-7EDDE20FB0FE}" dt="2022-07-20T06:30:14.738" v="3663" actId="2696"/>
        <pc:sldMkLst>
          <pc:docMk/>
          <pc:sldMk cId="1602832238" sldId="321"/>
        </pc:sldMkLst>
      </pc:sldChg>
      <pc:sldChg chg="del mod modShow">
        <pc:chgData name="Naimish Vadodariya" userId="d2e325c0593a319e" providerId="LiveId" clId="{C5D15607-3D89-4432-AEBA-7EDDE20FB0FE}" dt="2022-07-20T06:30:14.738" v="3663" actId="2696"/>
        <pc:sldMkLst>
          <pc:docMk/>
          <pc:sldMk cId="2220660272" sldId="322"/>
        </pc:sldMkLst>
      </pc:sldChg>
      <pc:sldChg chg="del mod modShow">
        <pc:chgData name="Naimish Vadodariya" userId="d2e325c0593a319e" providerId="LiveId" clId="{C5D15607-3D89-4432-AEBA-7EDDE20FB0FE}" dt="2022-07-20T06:30:14.738" v="3663" actId="2696"/>
        <pc:sldMkLst>
          <pc:docMk/>
          <pc:sldMk cId="3468316610" sldId="323"/>
        </pc:sldMkLst>
      </pc:sldChg>
      <pc:sldChg chg="modAnim">
        <pc:chgData name="Naimish Vadodariya" userId="d2e325c0593a319e" providerId="LiveId" clId="{C5D15607-3D89-4432-AEBA-7EDDE20FB0FE}" dt="2022-07-14T18:18:52.663" v="889"/>
        <pc:sldMkLst>
          <pc:docMk/>
          <pc:sldMk cId="1234560127" sldId="325"/>
        </pc:sldMkLst>
      </pc:sldChg>
      <pc:sldChg chg="modSp mod modShow">
        <pc:chgData name="Naimish Vadodariya" userId="d2e325c0593a319e" providerId="LiveId" clId="{C5D15607-3D89-4432-AEBA-7EDDE20FB0FE}" dt="2022-07-19T02:44:26.171" v="3047" actId="20577"/>
        <pc:sldMkLst>
          <pc:docMk/>
          <pc:sldMk cId="200374224" sldId="327"/>
        </pc:sldMkLst>
        <pc:spChg chg="mod">
          <ac:chgData name="Naimish Vadodariya" userId="d2e325c0593a319e" providerId="LiveId" clId="{C5D15607-3D89-4432-AEBA-7EDDE20FB0FE}" dt="2022-07-19T02:44:26.171" v="3047" actId="20577"/>
          <ac:spMkLst>
            <pc:docMk/>
            <pc:sldMk cId="200374224" sldId="327"/>
            <ac:spMk id="3" creationId="{6C915463-E8EE-4502-8261-E337007EFAAF}"/>
          </ac:spMkLst>
        </pc:spChg>
      </pc:sldChg>
      <pc:sldChg chg="addSp modSp mod modAnim modShow">
        <pc:chgData name="Naimish Vadodariya" userId="d2e325c0593a319e" providerId="LiveId" clId="{C5D15607-3D89-4432-AEBA-7EDDE20FB0FE}" dt="2022-08-02T13:53:36.806" v="5916" actId="255"/>
        <pc:sldMkLst>
          <pc:docMk/>
          <pc:sldMk cId="700880048" sldId="328"/>
        </pc:sldMkLst>
        <pc:spChg chg="mod">
          <ac:chgData name="Naimish Vadodariya" userId="d2e325c0593a319e" providerId="LiveId" clId="{C5D15607-3D89-4432-AEBA-7EDDE20FB0FE}" dt="2022-07-21T05:54:54.219" v="4690" actId="20577"/>
          <ac:spMkLst>
            <pc:docMk/>
            <pc:sldMk cId="700880048" sldId="328"/>
            <ac:spMk id="3" creationId="{139A428D-8F15-4206-B337-FA27C005FA71}"/>
          </ac:spMkLst>
        </pc:spChg>
        <pc:spChg chg="add mod">
          <ac:chgData name="Naimish Vadodariya" userId="d2e325c0593a319e" providerId="LiveId" clId="{C5D15607-3D89-4432-AEBA-7EDDE20FB0FE}" dt="2022-08-02T13:05:10.165" v="5340" actId="14100"/>
          <ac:spMkLst>
            <pc:docMk/>
            <pc:sldMk cId="700880048" sldId="328"/>
            <ac:spMk id="4" creationId="{CCC04B9A-372A-EC90-3C6F-D0D5053FC9E8}"/>
          </ac:spMkLst>
        </pc:spChg>
        <pc:spChg chg="add mod">
          <ac:chgData name="Naimish Vadodariya" userId="d2e325c0593a319e" providerId="LiveId" clId="{C5D15607-3D89-4432-AEBA-7EDDE20FB0FE}" dt="2022-07-21T05:53:17.893" v="4652" actId="20577"/>
          <ac:spMkLst>
            <pc:docMk/>
            <pc:sldMk cId="700880048" sldId="328"/>
            <ac:spMk id="5" creationId="{CE0FA9D8-CF4E-09C5-DF26-91A1787E70BF}"/>
          </ac:spMkLst>
        </pc:spChg>
        <pc:spChg chg="add mod">
          <ac:chgData name="Naimish Vadodariya" userId="d2e325c0593a319e" providerId="LiveId" clId="{C5D15607-3D89-4432-AEBA-7EDDE20FB0FE}" dt="2022-08-02T13:10:02.043" v="5414" actId="14100"/>
          <ac:spMkLst>
            <pc:docMk/>
            <pc:sldMk cId="700880048" sldId="328"/>
            <ac:spMk id="6" creationId="{353A77F3-764F-7414-ADFD-5B1C93E8B16C}"/>
          </ac:spMkLst>
        </pc:spChg>
        <pc:spChg chg="add mod">
          <ac:chgData name="Naimish Vadodariya" userId="d2e325c0593a319e" providerId="LiveId" clId="{C5D15607-3D89-4432-AEBA-7EDDE20FB0FE}" dt="2022-08-02T13:10:14.401" v="5415" actId="1076"/>
          <ac:spMkLst>
            <pc:docMk/>
            <pc:sldMk cId="700880048" sldId="328"/>
            <ac:spMk id="7" creationId="{2890E29D-2083-62D6-3DB7-6088BB5FA4B3}"/>
          </ac:spMkLst>
        </pc:spChg>
        <pc:spChg chg="add mod">
          <ac:chgData name="Naimish Vadodariya" userId="d2e325c0593a319e" providerId="LiveId" clId="{C5D15607-3D89-4432-AEBA-7EDDE20FB0FE}" dt="2022-08-02T13:53:36.806" v="5916" actId="255"/>
          <ac:spMkLst>
            <pc:docMk/>
            <pc:sldMk cId="700880048" sldId="328"/>
            <ac:spMk id="8" creationId="{4FC96081-BE46-4D73-6C6E-20B12FCB9D84}"/>
          </ac:spMkLst>
        </pc:spChg>
        <pc:spChg chg="add mod">
          <ac:chgData name="Naimish Vadodariya" userId="d2e325c0593a319e" providerId="LiveId" clId="{C5D15607-3D89-4432-AEBA-7EDDE20FB0FE}" dt="2022-08-02T13:10:14.401" v="5415" actId="1076"/>
          <ac:spMkLst>
            <pc:docMk/>
            <pc:sldMk cId="700880048" sldId="328"/>
            <ac:spMk id="9" creationId="{9EF3D285-9AF2-E4F2-E778-8A63B9856DB3}"/>
          </ac:spMkLst>
        </pc:spChg>
      </pc:sldChg>
      <pc:sldChg chg="modSp mod modAnim modShow">
        <pc:chgData name="Naimish Vadodariya" userId="d2e325c0593a319e" providerId="LiveId" clId="{C5D15607-3D89-4432-AEBA-7EDDE20FB0FE}" dt="2022-07-22T07:11:40.938" v="4737" actId="20577"/>
        <pc:sldMkLst>
          <pc:docMk/>
          <pc:sldMk cId="2908367801" sldId="329"/>
        </pc:sldMkLst>
        <pc:spChg chg="mod">
          <ac:chgData name="Naimish Vadodariya" userId="d2e325c0593a319e" providerId="LiveId" clId="{C5D15607-3D89-4432-AEBA-7EDDE20FB0FE}" dt="2022-07-21T05:56:50.954" v="4726" actId="20577"/>
          <ac:spMkLst>
            <pc:docMk/>
            <pc:sldMk cId="2908367801" sldId="329"/>
            <ac:spMk id="2" creationId="{E1F2D5F8-87CB-4B5B-8EC7-5F4CE6485746}"/>
          </ac:spMkLst>
        </pc:spChg>
        <pc:spChg chg="mod">
          <ac:chgData name="Naimish Vadodariya" userId="d2e325c0593a319e" providerId="LiveId" clId="{C5D15607-3D89-4432-AEBA-7EDDE20FB0FE}" dt="2022-07-22T07:11:40.938" v="4737" actId="20577"/>
          <ac:spMkLst>
            <pc:docMk/>
            <pc:sldMk cId="2908367801" sldId="329"/>
            <ac:spMk id="3" creationId="{139A428D-8F15-4206-B337-FA27C005FA71}"/>
          </ac:spMkLst>
        </pc:spChg>
      </pc:sldChg>
      <pc:sldChg chg="del mod modShow">
        <pc:chgData name="Naimish Vadodariya" userId="d2e325c0593a319e" providerId="LiveId" clId="{C5D15607-3D89-4432-AEBA-7EDDE20FB0FE}" dt="2022-07-19T02:49:45.959" v="3092" actId="47"/>
        <pc:sldMkLst>
          <pc:docMk/>
          <pc:sldMk cId="2459902967" sldId="330"/>
        </pc:sldMkLst>
      </pc:sldChg>
      <pc:sldChg chg="del mod modShow">
        <pc:chgData name="Naimish Vadodariya" userId="d2e325c0593a319e" providerId="LiveId" clId="{C5D15607-3D89-4432-AEBA-7EDDE20FB0FE}" dt="2022-07-19T02:49:45.959" v="3092" actId="47"/>
        <pc:sldMkLst>
          <pc:docMk/>
          <pc:sldMk cId="3640156525" sldId="331"/>
        </pc:sldMkLst>
      </pc:sldChg>
      <pc:sldChg chg="del mod modShow">
        <pc:chgData name="Naimish Vadodariya" userId="d2e325c0593a319e" providerId="LiveId" clId="{C5D15607-3D89-4432-AEBA-7EDDE20FB0FE}" dt="2022-07-19T02:49:45.959" v="3092" actId="47"/>
        <pc:sldMkLst>
          <pc:docMk/>
          <pc:sldMk cId="1849273504" sldId="332"/>
        </pc:sldMkLst>
      </pc:sldChg>
      <pc:sldChg chg="modSp mod">
        <pc:chgData name="Naimish Vadodariya" userId="d2e325c0593a319e" providerId="LiveId" clId="{C5D15607-3D89-4432-AEBA-7EDDE20FB0FE}" dt="2022-07-14T17:33:27.994" v="370" actId="14100"/>
        <pc:sldMkLst>
          <pc:docMk/>
          <pc:sldMk cId="3562170766" sldId="339"/>
        </pc:sldMkLst>
        <pc:picChg chg="mod">
          <ac:chgData name="Naimish Vadodariya" userId="d2e325c0593a319e" providerId="LiveId" clId="{C5D15607-3D89-4432-AEBA-7EDDE20FB0FE}" dt="2022-07-14T17:33:27.994" v="370" actId="14100"/>
          <ac:picMkLst>
            <pc:docMk/>
            <pc:sldMk cId="3562170766" sldId="339"/>
            <ac:picMk id="9" creationId="{00000000-0000-0000-0000-000000000000}"/>
          </ac:picMkLst>
        </pc:picChg>
      </pc:sldChg>
      <pc:sldChg chg="modSp mod">
        <pc:chgData name="Naimish Vadodariya" userId="d2e325c0593a319e" providerId="LiveId" clId="{C5D15607-3D89-4432-AEBA-7EDDE20FB0FE}" dt="2022-07-14T16:59:36.839" v="29" actId="20577"/>
        <pc:sldMkLst>
          <pc:docMk/>
          <pc:sldMk cId="181536675" sldId="345"/>
        </pc:sldMkLst>
        <pc:spChg chg="mod">
          <ac:chgData name="Naimish Vadodariya" userId="d2e325c0593a319e" providerId="LiveId" clId="{C5D15607-3D89-4432-AEBA-7EDDE20FB0FE}" dt="2022-07-14T16:59:36.839" v="29" actId="20577"/>
          <ac:spMkLst>
            <pc:docMk/>
            <pc:sldMk cId="181536675" sldId="345"/>
            <ac:spMk id="2" creationId="{095EF1AA-B384-4B3C-AA64-26D31B983DC1}"/>
          </ac:spMkLst>
        </pc:spChg>
      </pc:sldChg>
      <pc:sldChg chg="modSp mod">
        <pc:chgData name="Naimish Vadodariya" userId="d2e325c0593a319e" providerId="LiveId" clId="{C5D15607-3D89-4432-AEBA-7EDDE20FB0FE}" dt="2022-07-14T16:59:31.115" v="25" actId="20577"/>
        <pc:sldMkLst>
          <pc:docMk/>
          <pc:sldMk cId="3714275617" sldId="346"/>
        </pc:sldMkLst>
        <pc:spChg chg="mod">
          <ac:chgData name="Naimish Vadodariya" userId="d2e325c0593a319e" providerId="LiveId" clId="{C5D15607-3D89-4432-AEBA-7EDDE20FB0FE}" dt="2022-07-14T16:59:31.115" v="25" actId="20577"/>
          <ac:spMkLst>
            <pc:docMk/>
            <pc:sldMk cId="3714275617" sldId="346"/>
            <ac:spMk id="2" creationId="{095EF1AA-B384-4B3C-AA64-26D31B983DC1}"/>
          </ac:spMkLst>
        </pc:spChg>
      </pc:sldChg>
      <pc:sldChg chg="modSp mod">
        <pc:chgData name="Naimish Vadodariya" userId="d2e325c0593a319e" providerId="LiveId" clId="{C5D15607-3D89-4432-AEBA-7EDDE20FB0FE}" dt="2022-07-14T17:08:52.968" v="139" actId="20577"/>
        <pc:sldMkLst>
          <pc:docMk/>
          <pc:sldMk cId="3319134064" sldId="347"/>
        </pc:sldMkLst>
        <pc:spChg chg="mod">
          <ac:chgData name="Naimish Vadodariya" userId="d2e325c0593a319e" providerId="LiveId" clId="{C5D15607-3D89-4432-AEBA-7EDDE20FB0FE}" dt="2022-07-14T16:59:26.269" v="21" actId="20577"/>
          <ac:spMkLst>
            <pc:docMk/>
            <pc:sldMk cId="3319134064" sldId="347"/>
            <ac:spMk id="2" creationId="{095EF1AA-B384-4B3C-AA64-26D31B983DC1}"/>
          </ac:spMkLst>
        </pc:spChg>
        <pc:spChg chg="mod">
          <ac:chgData name="Naimish Vadodariya" userId="d2e325c0593a319e" providerId="LiveId" clId="{C5D15607-3D89-4432-AEBA-7EDDE20FB0FE}" dt="2022-07-14T17:08:52.968" v="139" actId="20577"/>
          <ac:spMkLst>
            <pc:docMk/>
            <pc:sldMk cId="3319134064" sldId="347"/>
            <ac:spMk id="13" creationId="{00000000-0000-0000-0000-000000000000}"/>
          </ac:spMkLst>
        </pc:spChg>
      </pc:sldChg>
      <pc:sldChg chg="addSp delSp modSp mod delAnim modAnim">
        <pc:chgData name="Naimish Vadodariya" userId="d2e325c0593a319e" providerId="LiveId" clId="{C5D15607-3D89-4432-AEBA-7EDDE20FB0FE}" dt="2022-07-14T17:27:02.431" v="339" actId="14100"/>
        <pc:sldMkLst>
          <pc:docMk/>
          <pc:sldMk cId="434497636" sldId="348"/>
        </pc:sldMkLst>
        <pc:spChg chg="mod">
          <ac:chgData name="Naimish Vadodariya" userId="d2e325c0593a319e" providerId="LiveId" clId="{C5D15607-3D89-4432-AEBA-7EDDE20FB0FE}" dt="2022-07-14T16:59:18.219" v="18" actId="20577"/>
          <ac:spMkLst>
            <pc:docMk/>
            <pc:sldMk cId="434497636" sldId="348"/>
            <ac:spMk id="2" creationId="{095EF1AA-B384-4B3C-AA64-26D31B983DC1}"/>
          </ac:spMkLst>
        </pc:spChg>
        <pc:spChg chg="del">
          <ac:chgData name="Naimish Vadodariya" userId="d2e325c0593a319e" providerId="LiveId" clId="{C5D15607-3D89-4432-AEBA-7EDDE20FB0FE}" dt="2022-07-14T17:24:28.658" v="312" actId="478"/>
          <ac:spMkLst>
            <pc:docMk/>
            <pc:sldMk cId="434497636" sldId="348"/>
            <ac:spMk id="5" creationId="{C4A6F3DF-2EB8-43CF-3795-79063F5A0067}"/>
          </ac:spMkLst>
        </pc:spChg>
        <pc:spChg chg="del">
          <ac:chgData name="Naimish Vadodariya" userId="d2e325c0593a319e" providerId="LiveId" clId="{C5D15607-3D89-4432-AEBA-7EDDE20FB0FE}" dt="2022-07-14T17:24:30.295" v="313" actId="478"/>
          <ac:spMkLst>
            <pc:docMk/>
            <pc:sldMk cId="434497636" sldId="348"/>
            <ac:spMk id="7" creationId="{72A86601-7B9C-F9F6-5604-2455DAE19E61}"/>
          </ac:spMkLst>
        </pc:spChg>
        <pc:spChg chg="mod">
          <ac:chgData name="Naimish Vadodariya" userId="d2e325c0593a319e" providerId="LiveId" clId="{C5D15607-3D89-4432-AEBA-7EDDE20FB0FE}" dt="2022-07-14T17:21:27.461" v="295" actId="20577"/>
          <ac:spMkLst>
            <pc:docMk/>
            <pc:sldMk cId="434497636" sldId="348"/>
            <ac:spMk id="13" creationId="{00000000-0000-0000-0000-000000000000}"/>
          </ac:spMkLst>
        </pc:spChg>
        <pc:spChg chg="del">
          <ac:chgData name="Naimish Vadodariya" userId="d2e325c0593a319e" providerId="LiveId" clId="{C5D15607-3D89-4432-AEBA-7EDDE20FB0FE}" dt="2022-07-14T17:23:09.658" v="307" actId="478"/>
          <ac:spMkLst>
            <pc:docMk/>
            <pc:sldMk cId="434497636" sldId="348"/>
            <ac:spMk id="14" creationId="{72A86601-7B9C-F9F6-5604-2455DAE19E61}"/>
          </ac:spMkLst>
        </pc:spChg>
        <pc:spChg chg="mod">
          <ac:chgData name="Naimish Vadodariya" userId="d2e325c0593a319e" providerId="LiveId" clId="{C5D15607-3D89-4432-AEBA-7EDDE20FB0FE}" dt="2022-07-14T17:25:00.578" v="332" actId="1036"/>
          <ac:spMkLst>
            <pc:docMk/>
            <pc:sldMk cId="434497636" sldId="348"/>
            <ac:spMk id="17" creationId="{C4A6F3DF-2EB8-43CF-3795-79063F5A0067}"/>
          </ac:spMkLst>
        </pc:spChg>
        <pc:spChg chg="mod">
          <ac:chgData name="Naimish Vadodariya" userId="d2e325c0593a319e" providerId="LiveId" clId="{C5D15607-3D89-4432-AEBA-7EDDE20FB0FE}" dt="2022-07-14T17:27:02.431" v="339" actId="14100"/>
          <ac:spMkLst>
            <pc:docMk/>
            <pc:sldMk cId="434497636" sldId="348"/>
            <ac:spMk id="18" creationId="{72A86601-7B9C-F9F6-5604-2455DAE19E61}"/>
          </ac:spMkLst>
        </pc:spChg>
        <pc:spChg chg="mod">
          <ac:chgData name="Naimish Vadodariya" userId="d2e325c0593a319e" providerId="LiveId" clId="{C5D15607-3D89-4432-AEBA-7EDDE20FB0FE}" dt="2022-07-14T17:25:00.578" v="332" actId="1036"/>
          <ac:spMkLst>
            <pc:docMk/>
            <pc:sldMk cId="434497636" sldId="348"/>
            <ac:spMk id="19" creationId="{72A86601-7B9C-F9F6-5604-2455DAE19E61}"/>
          </ac:spMkLst>
        </pc:spChg>
        <pc:spChg chg="del">
          <ac:chgData name="Naimish Vadodariya" userId="d2e325c0593a319e" providerId="LiveId" clId="{C5D15607-3D89-4432-AEBA-7EDDE20FB0FE}" dt="2022-07-14T17:22:58.825" v="303" actId="478"/>
          <ac:spMkLst>
            <pc:docMk/>
            <pc:sldMk cId="434497636" sldId="348"/>
            <ac:spMk id="21" creationId="{C4A6F3DF-2EB8-43CF-3795-79063F5A0067}"/>
          </ac:spMkLst>
        </pc:spChg>
        <pc:spChg chg="del">
          <ac:chgData name="Naimish Vadodariya" userId="d2e325c0593a319e" providerId="LiveId" clId="{C5D15607-3D89-4432-AEBA-7EDDE20FB0FE}" dt="2022-07-14T17:23:05.988" v="305" actId="478"/>
          <ac:spMkLst>
            <pc:docMk/>
            <pc:sldMk cId="434497636" sldId="348"/>
            <ac:spMk id="23" creationId="{72A86601-7B9C-F9F6-5604-2455DAE19E61}"/>
          </ac:spMkLst>
        </pc:spChg>
        <pc:spChg chg="del mod">
          <ac:chgData name="Naimish Vadodariya" userId="d2e325c0593a319e" providerId="LiveId" clId="{C5D15607-3D89-4432-AEBA-7EDDE20FB0FE}" dt="2022-07-14T17:22:56.841" v="302" actId="478"/>
          <ac:spMkLst>
            <pc:docMk/>
            <pc:sldMk cId="434497636" sldId="348"/>
            <ac:spMk id="27" creationId="{72A86601-7B9C-F9F6-5604-2455DAE19E61}"/>
          </ac:spMkLst>
        </pc:spChg>
        <pc:picChg chg="add mod">
          <ac:chgData name="Naimish Vadodariya" userId="d2e325c0593a319e" providerId="LiveId" clId="{C5D15607-3D89-4432-AEBA-7EDDE20FB0FE}" dt="2022-07-14T17:25:00.578" v="332" actId="1036"/>
          <ac:picMkLst>
            <pc:docMk/>
            <pc:sldMk cId="434497636" sldId="348"/>
            <ac:picMk id="4" creationId="{3F2BCC9E-F3C4-866E-9808-E3822D192EFE}"/>
          </ac:picMkLst>
        </pc:picChg>
        <pc:picChg chg="del">
          <ac:chgData name="Naimish Vadodariya" userId="d2e325c0593a319e" providerId="LiveId" clId="{C5D15607-3D89-4432-AEBA-7EDDE20FB0FE}" dt="2022-07-14T17:23:12.520" v="308" actId="478"/>
          <ac:picMkLst>
            <pc:docMk/>
            <pc:sldMk cId="434497636" sldId="348"/>
            <ac:picMk id="6" creationId="{44B127CF-A2B4-C301-5C23-6FA165059264}"/>
          </ac:picMkLst>
        </pc:picChg>
        <pc:picChg chg="del">
          <ac:chgData name="Naimish Vadodariya" userId="d2e325c0593a319e" providerId="LiveId" clId="{C5D15607-3D89-4432-AEBA-7EDDE20FB0FE}" dt="2022-07-14T17:23:04.207" v="304" actId="478"/>
          <ac:picMkLst>
            <pc:docMk/>
            <pc:sldMk cId="434497636" sldId="348"/>
            <ac:picMk id="15" creationId="{9E8B019E-3F26-E8ED-16FD-24166CF9D405}"/>
          </ac:picMkLst>
        </pc:picChg>
        <pc:picChg chg="del">
          <ac:chgData name="Naimish Vadodariya" userId="d2e325c0593a319e" providerId="LiveId" clId="{C5D15607-3D89-4432-AEBA-7EDDE20FB0FE}" dt="2022-07-14T17:23:07.327" v="306" actId="478"/>
          <ac:picMkLst>
            <pc:docMk/>
            <pc:sldMk cId="434497636" sldId="348"/>
            <ac:picMk id="20" creationId="{195C1E1A-4118-D8D2-4424-2FD7E5ADD5CF}"/>
          </ac:picMkLst>
        </pc:picChg>
      </pc:sldChg>
      <pc:sldChg chg="addSp delSp modSp add mod delAnim modAnim">
        <pc:chgData name="Naimish Vadodariya" userId="d2e325c0593a319e" providerId="LiveId" clId="{C5D15607-3D89-4432-AEBA-7EDDE20FB0FE}" dt="2022-07-18T02:34:57.327" v="1910" actId="20577"/>
        <pc:sldMkLst>
          <pc:docMk/>
          <pc:sldMk cId="2709924892" sldId="349"/>
        </pc:sldMkLst>
        <pc:spChg chg="mod">
          <ac:chgData name="Naimish Vadodariya" userId="d2e325c0593a319e" providerId="LiveId" clId="{C5D15607-3D89-4432-AEBA-7EDDE20FB0FE}" dt="2022-07-14T16:59:11.307" v="7" actId="20577"/>
          <ac:spMkLst>
            <pc:docMk/>
            <pc:sldMk cId="2709924892" sldId="349"/>
            <ac:spMk id="2" creationId="{095EF1AA-B384-4B3C-AA64-26D31B983DC1}"/>
          </ac:spMkLst>
        </pc:spChg>
        <pc:spChg chg="del">
          <ac:chgData name="Naimish Vadodariya" userId="d2e325c0593a319e" providerId="LiveId" clId="{C5D15607-3D89-4432-AEBA-7EDDE20FB0FE}" dt="2022-07-14T17:07:33.665" v="50" actId="478"/>
          <ac:spMkLst>
            <pc:docMk/>
            <pc:sldMk cId="2709924892" sldId="349"/>
            <ac:spMk id="5" creationId="{C4A6F3DF-2EB8-43CF-3795-79063F5A0067}"/>
          </ac:spMkLst>
        </pc:spChg>
        <pc:spChg chg="del">
          <ac:chgData name="Naimish Vadodariya" userId="d2e325c0593a319e" providerId="LiveId" clId="{C5D15607-3D89-4432-AEBA-7EDDE20FB0FE}" dt="2022-07-14T17:07:35.634" v="51" actId="478"/>
          <ac:spMkLst>
            <pc:docMk/>
            <pc:sldMk cId="2709924892" sldId="349"/>
            <ac:spMk id="7" creationId="{72A86601-7B9C-F9F6-5604-2455DAE19E61}"/>
          </ac:spMkLst>
        </pc:spChg>
        <pc:spChg chg="mod">
          <ac:chgData name="Naimish Vadodariya" userId="d2e325c0593a319e" providerId="LiveId" clId="{C5D15607-3D89-4432-AEBA-7EDDE20FB0FE}" dt="2022-07-14T17:09:06.188" v="140" actId="123"/>
          <ac:spMkLst>
            <pc:docMk/>
            <pc:sldMk cId="2709924892" sldId="349"/>
            <ac:spMk id="13" creationId="{00000000-0000-0000-0000-000000000000}"/>
          </ac:spMkLst>
        </pc:spChg>
        <pc:spChg chg="del">
          <ac:chgData name="Naimish Vadodariya" userId="d2e325c0593a319e" providerId="LiveId" clId="{C5D15607-3D89-4432-AEBA-7EDDE20FB0FE}" dt="2022-07-14T17:07:38.532" v="52" actId="478"/>
          <ac:spMkLst>
            <pc:docMk/>
            <pc:sldMk cId="2709924892" sldId="349"/>
            <ac:spMk id="14" creationId="{72A86601-7B9C-F9F6-5604-2455DAE19E61}"/>
          </ac:spMkLst>
        </pc:spChg>
        <pc:spChg chg="mod">
          <ac:chgData name="Naimish Vadodariya" userId="d2e325c0593a319e" providerId="LiveId" clId="{C5D15607-3D89-4432-AEBA-7EDDE20FB0FE}" dt="2022-07-14T17:09:53.168" v="188" actId="1076"/>
          <ac:spMkLst>
            <pc:docMk/>
            <pc:sldMk cId="2709924892" sldId="349"/>
            <ac:spMk id="17" creationId="{C4A6F3DF-2EB8-43CF-3795-79063F5A0067}"/>
          </ac:spMkLst>
        </pc:spChg>
        <pc:spChg chg="mod">
          <ac:chgData name="Naimish Vadodariya" userId="d2e325c0593a319e" providerId="LiveId" clId="{C5D15607-3D89-4432-AEBA-7EDDE20FB0FE}" dt="2022-07-14T17:10:00.246" v="189" actId="554"/>
          <ac:spMkLst>
            <pc:docMk/>
            <pc:sldMk cId="2709924892" sldId="349"/>
            <ac:spMk id="18" creationId="{72A86601-7B9C-F9F6-5604-2455DAE19E61}"/>
          </ac:spMkLst>
        </pc:spChg>
        <pc:spChg chg="mod">
          <ac:chgData name="Naimish Vadodariya" userId="d2e325c0593a319e" providerId="LiveId" clId="{C5D15607-3D89-4432-AEBA-7EDDE20FB0FE}" dt="2022-07-14T17:10:45.409" v="207" actId="1037"/>
          <ac:spMkLst>
            <pc:docMk/>
            <pc:sldMk cId="2709924892" sldId="349"/>
            <ac:spMk id="19" creationId="{72A86601-7B9C-F9F6-5604-2455DAE19E61}"/>
          </ac:spMkLst>
        </pc:spChg>
        <pc:spChg chg="mod">
          <ac:chgData name="Naimish Vadodariya" userId="d2e325c0593a319e" providerId="LiveId" clId="{C5D15607-3D89-4432-AEBA-7EDDE20FB0FE}" dt="2022-07-18T02:34:57.327" v="1910" actId="20577"/>
          <ac:spMkLst>
            <pc:docMk/>
            <pc:sldMk cId="2709924892" sldId="349"/>
            <ac:spMk id="21" creationId="{C4A6F3DF-2EB8-43CF-3795-79063F5A0067}"/>
          </ac:spMkLst>
        </pc:spChg>
        <pc:spChg chg="mod">
          <ac:chgData name="Naimish Vadodariya" userId="d2e325c0593a319e" providerId="LiveId" clId="{C5D15607-3D89-4432-AEBA-7EDDE20FB0FE}" dt="2022-07-14T17:13:40.072" v="239" actId="1076"/>
          <ac:spMkLst>
            <pc:docMk/>
            <pc:sldMk cId="2709924892" sldId="349"/>
            <ac:spMk id="23" creationId="{72A86601-7B9C-F9F6-5604-2455DAE19E61}"/>
          </ac:spMkLst>
        </pc:spChg>
        <pc:spChg chg="mod">
          <ac:chgData name="Naimish Vadodariya" userId="d2e325c0593a319e" providerId="LiveId" clId="{C5D15607-3D89-4432-AEBA-7EDDE20FB0FE}" dt="2022-07-14T17:13:40.072" v="239" actId="1076"/>
          <ac:spMkLst>
            <pc:docMk/>
            <pc:sldMk cId="2709924892" sldId="349"/>
            <ac:spMk id="27" creationId="{72A86601-7B9C-F9F6-5604-2455DAE19E61}"/>
          </ac:spMkLst>
        </pc:spChg>
        <pc:picChg chg="add mod">
          <ac:chgData name="Naimish Vadodariya" userId="d2e325c0593a319e" providerId="LiveId" clId="{C5D15607-3D89-4432-AEBA-7EDDE20FB0FE}" dt="2022-07-14T17:10:45.409" v="207" actId="1037"/>
          <ac:picMkLst>
            <pc:docMk/>
            <pc:sldMk cId="2709924892" sldId="349"/>
            <ac:picMk id="4" creationId="{200E17A6-3EDA-E9DC-6ADB-335240150C0B}"/>
          </ac:picMkLst>
        </pc:picChg>
        <pc:picChg chg="del mod">
          <ac:chgData name="Naimish Vadodariya" userId="d2e325c0593a319e" providerId="LiveId" clId="{C5D15607-3D89-4432-AEBA-7EDDE20FB0FE}" dt="2022-07-14T17:10:11.031" v="191" actId="478"/>
          <ac:picMkLst>
            <pc:docMk/>
            <pc:sldMk cId="2709924892" sldId="349"/>
            <ac:picMk id="6" creationId="{44B127CF-A2B4-C301-5C23-6FA165059264}"/>
          </ac:picMkLst>
        </pc:picChg>
        <pc:picChg chg="add del mod">
          <ac:chgData name="Naimish Vadodariya" userId="d2e325c0593a319e" providerId="LiveId" clId="{C5D15607-3D89-4432-AEBA-7EDDE20FB0FE}" dt="2022-07-14T17:15:00.916" v="240" actId="478"/>
          <ac:picMkLst>
            <pc:docMk/>
            <pc:sldMk cId="2709924892" sldId="349"/>
            <ac:picMk id="9" creationId="{E0EC2131-4C9C-9DE2-1E4E-26A62AE95F13}"/>
          </ac:picMkLst>
        </pc:picChg>
        <pc:picChg chg="del mod">
          <ac:chgData name="Naimish Vadodariya" userId="d2e325c0593a319e" providerId="LiveId" clId="{C5D15607-3D89-4432-AEBA-7EDDE20FB0FE}" dt="2022-07-14T17:12:24.951" v="211" actId="478"/>
          <ac:picMkLst>
            <pc:docMk/>
            <pc:sldMk cId="2709924892" sldId="349"/>
            <ac:picMk id="15" creationId="{9E8B019E-3F26-E8ED-16FD-24166CF9D405}"/>
          </ac:picMkLst>
        </pc:picChg>
        <pc:picChg chg="add mod">
          <ac:chgData name="Naimish Vadodariya" userId="d2e325c0593a319e" providerId="LiveId" clId="{C5D15607-3D89-4432-AEBA-7EDDE20FB0FE}" dt="2022-07-14T17:15:09.929" v="243" actId="14100"/>
          <ac:picMkLst>
            <pc:docMk/>
            <pc:sldMk cId="2709924892" sldId="349"/>
            <ac:picMk id="16" creationId="{4EA2770F-EF68-9B12-EB9D-3A695150C287}"/>
          </ac:picMkLst>
        </pc:picChg>
        <pc:picChg chg="del">
          <ac:chgData name="Naimish Vadodariya" userId="d2e325c0593a319e" providerId="LiveId" clId="{C5D15607-3D89-4432-AEBA-7EDDE20FB0FE}" dt="2022-07-14T17:07:39.313" v="53" actId="478"/>
          <ac:picMkLst>
            <pc:docMk/>
            <pc:sldMk cId="2709924892" sldId="349"/>
            <ac:picMk id="20" creationId="{195C1E1A-4118-D8D2-4424-2FD7E5ADD5CF}"/>
          </ac:picMkLst>
        </pc:picChg>
      </pc:sldChg>
      <pc:sldChg chg="addSp delSp modSp add mod delAnim modAnim">
        <pc:chgData name="Naimish Vadodariya" userId="d2e325c0593a319e" providerId="LiveId" clId="{C5D15607-3D89-4432-AEBA-7EDDE20FB0FE}" dt="2022-07-14T17:32:10.925" v="369" actId="14100"/>
        <pc:sldMkLst>
          <pc:docMk/>
          <pc:sldMk cId="3258211627" sldId="350"/>
        </pc:sldMkLst>
        <pc:spChg chg="mod">
          <ac:chgData name="Naimish Vadodariya" userId="d2e325c0593a319e" providerId="LiveId" clId="{C5D15607-3D89-4432-AEBA-7EDDE20FB0FE}" dt="2022-07-14T17:27:54.159" v="344" actId="20577"/>
          <ac:spMkLst>
            <pc:docMk/>
            <pc:sldMk cId="3258211627" sldId="350"/>
            <ac:spMk id="2" creationId="{095EF1AA-B384-4B3C-AA64-26D31B983DC1}"/>
          </ac:spMkLst>
        </pc:spChg>
        <pc:spChg chg="add mod">
          <ac:chgData name="Naimish Vadodariya" userId="d2e325c0593a319e" providerId="LiveId" clId="{C5D15607-3D89-4432-AEBA-7EDDE20FB0FE}" dt="2022-07-14T17:30:15.186" v="359" actId="1582"/>
          <ac:spMkLst>
            <pc:docMk/>
            <pc:sldMk cId="3258211627" sldId="350"/>
            <ac:spMk id="6" creationId="{BED2EAB1-4283-20F6-F589-2A40D1CA6BF9}"/>
          </ac:spMkLst>
        </pc:spChg>
        <pc:spChg chg="mod">
          <ac:chgData name="Naimish Vadodariya" userId="d2e325c0593a319e" providerId="LiveId" clId="{C5D15607-3D89-4432-AEBA-7EDDE20FB0FE}" dt="2022-07-14T17:32:10.925" v="369" actId="14100"/>
          <ac:spMkLst>
            <pc:docMk/>
            <pc:sldMk cId="3258211627" sldId="350"/>
            <ac:spMk id="12" creationId="{139A428D-8F15-4206-B337-FA27C005FA71}"/>
          </ac:spMkLst>
        </pc:spChg>
        <pc:spChg chg="mod">
          <ac:chgData name="Naimish Vadodariya" userId="d2e325c0593a319e" providerId="LiveId" clId="{C5D15607-3D89-4432-AEBA-7EDDE20FB0FE}" dt="2022-07-14T17:31:25.578" v="367" actId="20577"/>
          <ac:spMkLst>
            <pc:docMk/>
            <pc:sldMk cId="3258211627" sldId="350"/>
            <ac:spMk id="13" creationId="{00000000-0000-0000-0000-000000000000}"/>
          </ac:spMkLst>
        </pc:spChg>
        <pc:spChg chg="mod">
          <ac:chgData name="Naimish Vadodariya" userId="d2e325c0593a319e" providerId="LiveId" clId="{C5D15607-3D89-4432-AEBA-7EDDE20FB0FE}" dt="2022-07-14T17:28:30.795" v="348" actId="20577"/>
          <ac:spMkLst>
            <pc:docMk/>
            <pc:sldMk cId="3258211627" sldId="350"/>
            <ac:spMk id="17" creationId="{C4A6F3DF-2EB8-43CF-3795-79063F5A0067}"/>
          </ac:spMkLst>
        </pc:spChg>
        <pc:picChg chg="del">
          <ac:chgData name="Naimish Vadodariya" userId="d2e325c0593a319e" providerId="LiveId" clId="{C5D15607-3D89-4432-AEBA-7EDDE20FB0FE}" dt="2022-07-14T17:29:03.729" v="349" actId="478"/>
          <ac:picMkLst>
            <pc:docMk/>
            <pc:sldMk cId="3258211627" sldId="350"/>
            <ac:picMk id="4" creationId="{3F2BCC9E-F3C4-866E-9808-E3822D192EFE}"/>
          </ac:picMkLst>
        </pc:picChg>
        <pc:picChg chg="add mod">
          <ac:chgData name="Naimish Vadodariya" userId="d2e325c0593a319e" providerId="LiveId" clId="{C5D15607-3D89-4432-AEBA-7EDDE20FB0FE}" dt="2022-07-14T17:29:31.257" v="353" actId="14100"/>
          <ac:picMkLst>
            <pc:docMk/>
            <pc:sldMk cId="3258211627" sldId="350"/>
            <ac:picMk id="5" creationId="{2023D4DB-0CB3-CD59-19FB-3BC51C76336D}"/>
          </ac:picMkLst>
        </pc:picChg>
      </pc:sldChg>
      <pc:sldChg chg="addSp delSp modSp add mod addAnim delAnim modAnim">
        <pc:chgData name="Naimish Vadodariya" userId="d2e325c0593a319e" providerId="LiveId" clId="{C5D15607-3D89-4432-AEBA-7EDDE20FB0FE}" dt="2022-07-14T17:56:43.356" v="655"/>
        <pc:sldMkLst>
          <pc:docMk/>
          <pc:sldMk cId="2767398587" sldId="351"/>
        </pc:sldMkLst>
        <pc:spChg chg="mod">
          <ac:chgData name="Naimish Vadodariya" userId="d2e325c0593a319e" providerId="LiveId" clId="{C5D15607-3D89-4432-AEBA-7EDDE20FB0FE}" dt="2022-07-14T17:34:01.561" v="378" actId="20577"/>
          <ac:spMkLst>
            <pc:docMk/>
            <pc:sldMk cId="2767398587" sldId="351"/>
            <ac:spMk id="2" creationId="{095EF1AA-B384-4B3C-AA64-26D31B983DC1}"/>
          </ac:spMkLst>
        </pc:spChg>
        <pc:spChg chg="add mod">
          <ac:chgData name="Naimish Vadodariya" userId="d2e325c0593a319e" providerId="LiveId" clId="{C5D15607-3D89-4432-AEBA-7EDDE20FB0FE}" dt="2022-07-14T17:56:24.989" v="651" actId="1036"/>
          <ac:spMkLst>
            <pc:docMk/>
            <pc:sldMk cId="2767398587" sldId="351"/>
            <ac:spMk id="5" creationId="{48662EDF-3990-3D63-09E7-465DB409DD95}"/>
          </ac:spMkLst>
        </pc:spChg>
        <pc:spChg chg="mod">
          <ac:chgData name="Naimish Vadodariya" userId="d2e325c0593a319e" providerId="LiveId" clId="{C5D15607-3D89-4432-AEBA-7EDDE20FB0FE}" dt="2022-07-14T17:41:07.153" v="409" actId="14100"/>
          <ac:spMkLst>
            <pc:docMk/>
            <pc:sldMk cId="2767398587" sldId="351"/>
            <ac:spMk id="12" creationId="{139A428D-8F15-4206-B337-FA27C005FA71}"/>
          </ac:spMkLst>
        </pc:spChg>
        <pc:spChg chg="mod">
          <ac:chgData name="Naimish Vadodariya" userId="d2e325c0593a319e" providerId="LiveId" clId="{C5D15607-3D89-4432-AEBA-7EDDE20FB0FE}" dt="2022-07-14T17:35:16.469" v="407" actId="20577"/>
          <ac:spMkLst>
            <pc:docMk/>
            <pc:sldMk cId="2767398587" sldId="351"/>
            <ac:spMk id="13" creationId="{00000000-0000-0000-0000-000000000000}"/>
          </ac:spMkLst>
        </pc:spChg>
        <pc:spChg chg="del">
          <ac:chgData name="Naimish Vadodariya" userId="d2e325c0593a319e" providerId="LiveId" clId="{C5D15607-3D89-4432-AEBA-7EDDE20FB0FE}" dt="2022-07-14T17:41:13.753" v="411" actId="478"/>
          <ac:spMkLst>
            <pc:docMk/>
            <pc:sldMk cId="2767398587" sldId="351"/>
            <ac:spMk id="17" creationId="{C4A6F3DF-2EB8-43CF-3795-79063F5A0067}"/>
          </ac:spMkLst>
        </pc:spChg>
        <pc:spChg chg="del">
          <ac:chgData name="Naimish Vadodariya" userId="d2e325c0593a319e" providerId="LiveId" clId="{C5D15607-3D89-4432-AEBA-7EDDE20FB0FE}" dt="2022-07-14T17:41:11.657" v="410" actId="478"/>
          <ac:spMkLst>
            <pc:docMk/>
            <pc:sldMk cId="2767398587" sldId="351"/>
            <ac:spMk id="18" creationId="{72A86601-7B9C-F9F6-5604-2455DAE19E61}"/>
          </ac:spMkLst>
        </pc:spChg>
        <pc:spChg chg="del">
          <ac:chgData name="Naimish Vadodariya" userId="d2e325c0593a319e" providerId="LiveId" clId="{C5D15607-3D89-4432-AEBA-7EDDE20FB0FE}" dt="2022-07-14T17:41:15.989" v="412" actId="478"/>
          <ac:spMkLst>
            <pc:docMk/>
            <pc:sldMk cId="2767398587" sldId="351"/>
            <ac:spMk id="19" creationId="{72A86601-7B9C-F9F6-5604-2455DAE19E61}"/>
          </ac:spMkLst>
        </pc:spChg>
        <pc:spChg chg="add mod">
          <ac:chgData name="Naimish Vadodariya" userId="d2e325c0593a319e" providerId="LiveId" clId="{C5D15607-3D89-4432-AEBA-7EDDE20FB0FE}" dt="2022-07-14T17:42:34.832" v="425" actId="14100"/>
          <ac:spMkLst>
            <pc:docMk/>
            <pc:sldMk cId="2767398587" sldId="351"/>
            <ac:spMk id="20" creationId="{CD91C41C-8AF5-E5EA-AF59-B100830EB102}"/>
          </ac:spMkLst>
        </pc:spChg>
        <pc:spChg chg="del">
          <ac:chgData name="Naimish Vadodariya" userId="d2e325c0593a319e" providerId="LiveId" clId="{C5D15607-3D89-4432-AEBA-7EDDE20FB0FE}" dt="2022-07-14T17:41:19.538" v="414" actId="478"/>
          <ac:spMkLst>
            <pc:docMk/>
            <pc:sldMk cId="2767398587" sldId="351"/>
            <ac:spMk id="21" creationId="{C4A6F3DF-2EB8-43CF-3795-79063F5A0067}"/>
          </ac:spMkLst>
        </pc:spChg>
        <pc:spChg chg="add mod">
          <ac:chgData name="Naimish Vadodariya" userId="d2e325c0593a319e" providerId="LiveId" clId="{C5D15607-3D89-4432-AEBA-7EDDE20FB0FE}" dt="2022-07-14T17:56:29.203" v="652" actId="1036"/>
          <ac:spMkLst>
            <pc:docMk/>
            <pc:sldMk cId="2767398587" sldId="351"/>
            <ac:spMk id="22" creationId="{47242BCB-2A76-98F1-5C35-589A8BE3A012}"/>
          </ac:spMkLst>
        </pc:spChg>
        <pc:spChg chg="del">
          <ac:chgData name="Naimish Vadodariya" userId="d2e325c0593a319e" providerId="LiveId" clId="{C5D15607-3D89-4432-AEBA-7EDDE20FB0FE}" dt="2022-07-14T17:41:24.277" v="417" actId="478"/>
          <ac:spMkLst>
            <pc:docMk/>
            <pc:sldMk cId="2767398587" sldId="351"/>
            <ac:spMk id="23" creationId="{72A86601-7B9C-F9F6-5604-2455DAE19E61}"/>
          </ac:spMkLst>
        </pc:spChg>
        <pc:spChg chg="add mod">
          <ac:chgData name="Naimish Vadodariya" userId="d2e325c0593a319e" providerId="LiveId" clId="{C5D15607-3D89-4432-AEBA-7EDDE20FB0FE}" dt="2022-07-14T17:56:14.850" v="650" actId="1035"/>
          <ac:spMkLst>
            <pc:docMk/>
            <pc:sldMk cId="2767398587" sldId="351"/>
            <ac:spMk id="24" creationId="{182603D4-5713-3CE5-6F29-73A51B5D1404}"/>
          </ac:spMkLst>
        </pc:spChg>
        <pc:spChg chg="del">
          <ac:chgData name="Naimish Vadodariya" userId="d2e325c0593a319e" providerId="LiveId" clId="{C5D15607-3D89-4432-AEBA-7EDDE20FB0FE}" dt="2022-07-14T17:41:20.944" v="415" actId="478"/>
          <ac:spMkLst>
            <pc:docMk/>
            <pc:sldMk cId="2767398587" sldId="351"/>
            <ac:spMk id="27" creationId="{72A86601-7B9C-F9F6-5604-2455DAE19E61}"/>
          </ac:spMkLst>
        </pc:spChg>
        <pc:graphicFrameChg chg="add del">
          <ac:chgData name="Naimish Vadodariya" userId="d2e325c0593a319e" providerId="LiveId" clId="{C5D15607-3D89-4432-AEBA-7EDDE20FB0FE}" dt="2022-07-14T17:41:46.213" v="419" actId="3680"/>
          <ac:graphicFrameMkLst>
            <pc:docMk/>
            <pc:sldMk cId="2767398587" sldId="351"/>
            <ac:graphicFrameMk id="3" creationId="{2F0891EB-BF87-BFAC-7BBD-ECCE4B45EBBF}"/>
          </ac:graphicFrameMkLst>
        </pc:graphicFrameChg>
        <pc:graphicFrameChg chg="add mod modGraphic">
          <ac:chgData name="Naimish Vadodariya" userId="d2e325c0593a319e" providerId="LiveId" clId="{C5D15607-3D89-4432-AEBA-7EDDE20FB0FE}" dt="2022-07-14T17:54:51.028" v="634" actId="255"/>
          <ac:graphicFrameMkLst>
            <pc:docMk/>
            <pc:sldMk cId="2767398587" sldId="351"/>
            <ac:graphicFrameMk id="15" creationId="{B267EDDA-FF24-1989-6699-4B7A7B721C7D}"/>
          </ac:graphicFrameMkLst>
        </pc:graphicFrameChg>
        <pc:picChg chg="del">
          <ac:chgData name="Naimish Vadodariya" userId="d2e325c0593a319e" providerId="LiveId" clId="{C5D15607-3D89-4432-AEBA-7EDDE20FB0FE}" dt="2022-07-14T17:41:17.238" v="413" actId="478"/>
          <ac:picMkLst>
            <pc:docMk/>
            <pc:sldMk cId="2767398587" sldId="351"/>
            <ac:picMk id="4" creationId="{200E17A6-3EDA-E9DC-6ADB-335240150C0B}"/>
          </ac:picMkLst>
        </pc:picChg>
        <pc:picChg chg="del">
          <ac:chgData name="Naimish Vadodariya" userId="d2e325c0593a319e" providerId="LiveId" clId="{C5D15607-3D89-4432-AEBA-7EDDE20FB0FE}" dt="2022-07-14T17:41:22.164" v="416" actId="478"/>
          <ac:picMkLst>
            <pc:docMk/>
            <pc:sldMk cId="2767398587" sldId="351"/>
            <ac:picMk id="16" creationId="{4EA2770F-EF68-9B12-EB9D-3A695150C287}"/>
          </ac:picMkLst>
        </pc:picChg>
      </pc:sldChg>
      <pc:sldChg chg="delSp modSp add mod delAnim modAnim">
        <pc:chgData name="Naimish Vadodariya" userId="d2e325c0593a319e" providerId="LiveId" clId="{C5D15607-3D89-4432-AEBA-7EDDE20FB0FE}" dt="2022-07-14T18:11:35.722" v="844" actId="20577"/>
        <pc:sldMkLst>
          <pc:docMk/>
          <pc:sldMk cId="3413931405" sldId="352"/>
        </pc:sldMkLst>
        <pc:spChg chg="mod">
          <ac:chgData name="Naimish Vadodariya" userId="d2e325c0593a319e" providerId="LiveId" clId="{C5D15607-3D89-4432-AEBA-7EDDE20FB0FE}" dt="2022-07-14T17:59:41.976" v="660" actId="20577"/>
          <ac:spMkLst>
            <pc:docMk/>
            <pc:sldMk cId="3413931405" sldId="352"/>
            <ac:spMk id="2" creationId="{095EF1AA-B384-4B3C-AA64-26D31B983DC1}"/>
          </ac:spMkLst>
        </pc:spChg>
        <pc:spChg chg="del">
          <ac:chgData name="Naimish Vadodariya" userId="d2e325c0593a319e" providerId="LiveId" clId="{C5D15607-3D89-4432-AEBA-7EDDE20FB0FE}" dt="2022-07-14T18:03:33.321" v="724" actId="478"/>
          <ac:spMkLst>
            <pc:docMk/>
            <pc:sldMk cId="3413931405" sldId="352"/>
            <ac:spMk id="5" creationId="{48662EDF-3990-3D63-09E7-465DB409DD95}"/>
          </ac:spMkLst>
        </pc:spChg>
        <pc:spChg chg="mod">
          <ac:chgData name="Naimish Vadodariya" userId="d2e325c0593a319e" providerId="LiveId" clId="{C5D15607-3D89-4432-AEBA-7EDDE20FB0FE}" dt="2022-07-14T18:04:12.037" v="737" actId="20577"/>
          <ac:spMkLst>
            <pc:docMk/>
            <pc:sldMk cId="3413931405" sldId="352"/>
            <ac:spMk id="13" creationId="{00000000-0000-0000-0000-000000000000}"/>
          </ac:spMkLst>
        </pc:spChg>
        <pc:spChg chg="mod">
          <ac:chgData name="Naimish Vadodariya" userId="d2e325c0593a319e" providerId="LiveId" clId="{C5D15607-3D89-4432-AEBA-7EDDE20FB0FE}" dt="2022-07-14T18:01:48.929" v="721" actId="1035"/>
          <ac:spMkLst>
            <pc:docMk/>
            <pc:sldMk cId="3413931405" sldId="352"/>
            <ac:spMk id="20" creationId="{CD91C41C-8AF5-E5EA-AF59-B100830EB102}"/>
          </ac:spMkLst>
        </pc:spChg>
        <pc:spChg chg="del">
          <ac:chgData name="Naimish Vadodariya" userId="d2e325c0593a319e" providerId="LiveId" clId="{C5D15607-3D89-4432-AEBA-7EDDE20FB0FE}" dt="2022-07-14T18:03:34.945" v="725" actId="478"/>
          <ac:spMkLst>
            <pc:docMk/>
            <pc:sldMk cId="3413931405" sldId="352"/>
            <ac:spMk id="22" creationId="{47242BCB-2A76-98F1-5C35-589A8BE3A012}"/>
          </ac:spMkLst>
        </pc:spChg>
        <pc:spChg chg="del">
          <ac:chgData name="Naimish Vadodariya" userId="d2e325c0593a319e" providerId="LiveId" clId="{C5D15607-3D89-4432-AEBA-7EDDE20FB0FE}" dt="2022-07-14T18:03:36.476" v="726" actId="478"/>
          <ac:spMkLst>
            <pc:docMk/>
            <pc:sldMk cId="3413931405" sldId="352"/>
            <ac:spMk id="24" creationId="{182603D4-5713-3CE5-6F29-73A51B5D1404}"/>
          </ac:spMkLst>
        </pc:spChg>
        <pc:graphicFrameChg chg="mod modGraphic">
          <ac:chgData name="Naimish Vadodariya" userId="d2e325c0593a319e" providerId="LiveId" clId="{C5D15607-3D89-4432-AEBA-7EDDE20FB0FE}" dt="2022-07-14T18:11:35.722" v="844" actId="20577"/>
          <ac:graphicFrameMkLst>
            <pc:docMk/>
            <pc:sldMk cId="3413931405" sldId="352"/>
            <ac:graphicFrameMk id="15" creationId="{B267EDDA-FF24-1989-6699-4B7A7B721C7D}"/>
          </ac:graphicFrameMkLst>
        </pc:graphicFrameChg>
      </pc:sldChg>
      <pc:sldChg chg="addSp delSp modSp add mod addAnim delAnim modAnim">
        <pc:chgData name="Naimish Vadodariya" userId="d2e325c0593a319e" providerId="LiveId" clId="{C5D15607-3D89-4432-AEBA-7EDDE20FB0FE}" dt="2022-07-14T18:14:58.793" v="865" actId="20577"/>
        <pc:sldMkLst>
          <pc:docMk/>
          <pc:sldMk cId="4107172736" sldId="353"/>
        </pc:sldMkLst>
        <pc:spChg chg="mod">
          <ac:chgData name="Naimish Vadodariya" userId="d2e325c0593a319e" providerId="LiveId" clId="{C5D15607-3D89-4432-AEBA-7EDDE20FB0FE}" dt="2022-07-14T18:08:34.703" v="800" actId="20577"/>
          <ac:spMkLst>
            <pc:docMk/>
            <pc:sldMk cId="4107172736" sldId="353"/>
            <ac:spMk id="2" creationId="{095EF1AA-B384-4B3C-AA64-26D31B983DC1}"/>
          </ac:spMkLst>
        </pc:spChg>
        <pc:spChg chg="mod">
          <ac:chgData name="Naimish Vadodariya" userId="d2e325c0593a319e" providerId="LiveId" clId="{C5D15607-3D89-4432-AEBA-7EDDE20FB0FE}" dt="2022-07-14T18:10:31.781" v="827" actId="2710"/>
          <ac:spMkLst>
            <pc:docMk/>
            <pc:sldMk cId="4107172736" sldId="353"/>
            <ac:spMk id="13" creationId="{00000000-0000-0000-0000-000000000000}"/>
          </ac:spMkLst>
        </pc:spChg>
        <pc:spChg chg="mod">
          <ac:chgData name="Naimish Vadodariya" userId="d2e325c0593a319e" providerId="LiveId" clId="{C5D15607-3D89-4432-AEBA-7EDDE20FB0FE}" dt="2022-07-14T18:10:41.952" v="834" actId="1036"/>
          <ac:spMkLst>
            <pc:docMk/>
            <pc:sldMk cId="4107172736" sldId="353"/>
            <ac:spMk id="20" creationId="{CD91C41C-8AF5-E5EA-AF59-B100830EB102}"/>
          </ac:spMkLst>
        </pc:spChg>
        <pc:graphicFrameChg chg="add del mod modGraphic">
          <ac:chgData name="Naimish Vadodariya" userId="d2e325c0593a319e" providerId="LiveId" clId="{C5D15607-3D89-4432-AEBA-7EDDE20FB0FE}" dt="2022-07-14T18:14:58.793" v="865" actId="20577"/>
          <ac:graphicFrameMkLst>
            <pc:docMk/>
            <pc:sldMk cId="4107172736" sldId="353"/>
            <ac:graphicFrameMk id="15" creationId="{B267EDDA-FF24-1989-6699-4B7A7B721C7D}"/>
          </ac:graphicFrameMkLst>
        </pc:graphicFrameChg>
      </pc:sldChg>
      <pc:sldChg chg="modSp add mod">
        <pc:chgData name="Naimish Vadodariya" userId="d2e325c0593a319e" providerId="LiveId" clId="{C5D15607-3D89-4432-AEBA-7EDDE20FB0FE}" dt="2022-07-14T18:15:56.149" v="887" actId="20577"/>
        <pc:sldMkLst>
          <pc:docMk/>
          <pc:sldMk cId="4185250179" sldId="354"/>
        </pc:sldMkLst>
        <pc:spChg chg="mod">
          <ac:chgData name="Naimish Vadodariya" userId="d2e325c0593a319e" providerId="LiveId" clId="{C5D15607-3D89-4432-AEBA-7EDDE20FB0FE}" dt="2022-07-14T18:15:56.149" v="887" actId="20577"/>
          <ac:spMkLst>
            <pc:docMk/>
            <pc:sldMk cId="4185250179" sldId="354"/>
            <ac:spMk id="2" creationId="{54D792E8-8838-4744-A7DD-92B0ED18307B}"/>
          </ac:spMkLst>
        </pc:spChg>
        <pc:spChg chg="mod">
          <ac:chgData name="Naimish Vadodariya" userId="d2e325c0593a319e" providerId="LiveId" clId="{C5D15607-3D89-4432-AEBA-7EDDE20FB0FE}" dt="2022-07-14T18:15:32.902" v="868" actId="20577"/>
          <ac:spMkLst>
            <pc:docMk/>
            <pc:sldMk cId="4185250179" sldId="354"/>
            <ac:spMk id="3" creationId="{6C915463-E8EE-4502-8261-E337007EFAAF}"/>
          </ac:spMkLst>
        </pc:spChg>
      </pc:sldChg>
      <pc:sldChg chg="modSp mod">
        <pc:chgData name="Naimish Vadodariya" userId="d2e325c0593a319e" providerId="LiveId" clId="{C5D15607-3D89-4432-AEBA-7EDDE20FB0FE}" dt="2022-07-15T12:14:46.575" v="892"/>
        <pc:sldMkLst>
          <pc:docMk/>
          <pc:sldMk cId="3121768446" sldId="355"/>
        </pc:sldMkLst>
        <pc:graphicFrameChg chg="modGraphic">
          <ac:chgData name="Naimish Vadodariya" userId="d2e325c0593a319e" providerId="LiveId" clId="{C5D15607-3D89-4432-AEBA-7EDDE20FB0FE}" dt="2022-07-15T12:14:46.575" v="892"/>
          <ac:graphicFrameMkLst>
            <pc:docMk/>
            <pc:sldMk cId="3121768446" sldId="355"/>
            <ac:graphicFrameMk id="15" creationId="{B267EDDA-FF24-1989-6699-4B7A7B721C7D}"/>
          </ac:graphicFrameMkLst>
        </pc:graphicFrameChg>
      </pc:sldChg>
      <pc:sldChg chg="mod modShow">
        <pc:chgData name="Naimish Vadodariya" userId="d2e325c0593a319e" providerId="LiveId" clId="{C5D15607-3D89-4432-AEBA-7EDDE20FB0FE}" dt="2022-07-17T11:34:12.472" v="893" actId="729"/>
        <pc:sldMkLst>
          <pc:docMk/>
          <pc:sldMk cId="101626912" sldId="357"/>
        </pc:sldMkLst>
      </pc:sldChg>
      <pc:sldChg chg="mod modShow">
        <pc:chgData name="Naimish Vadodariya" userId="d2e325c0593a319e" providerId="LiveId" clId="{C5D15607-3D89-4432-AEBA-7EDDE20FB0FE}" dt="2022-07-17T11:34:16.283" v="894" actId="729"/>
        <pc:sldMkLst>
          <pc:docMk/>
          <pc:sldMk cId="4008127552" sldId="358"/>
        </pc:sldMkLst>
      </pc:sldChg>
      <pc:sldChg chg="addSp delSp modSp add mod delAnim modAnim">
        <pc:chgData name="Naimish Vadodariya" userId="d2e325c0593a319e" providerId="LiveId" clId="{C5D15607-3D89-4432-AEBA-7EDDE20FB0FE}" dt="2022-07-18T14:41:12.250" v="2716" actId="1076"/>
        <pc:sldMkLst>
          <pc:docMk/>
          <pc:sldMk cId="1836258414" sldId="359"/>
        </pc:sldMkLst>
        <pc:spChg chg="mod">
          <ac:chgData name="Naimish Vadodariya" userId="d2e325c0593a319e" providerId="LiveId" clId="{C5D15607-3D89-4432-AEBA-7EDDE20FB0FE}" dt="2022-07-17T11:46:48.734" v="906" actId="20577"/>
          <ac:spMkLst>
            <pc:docMk/>
            <pc:sldMk cId="1836258414" sldId="359"/>
            <ac:spMk id="2" creationId="{095EF1AA-B384-4B3C-AA64-26D31B983DC1}"/>
          </ac:spMkLst>
        </pc:spChg>
        <pc:spChg chg="add mod ord">
          <ac:chgData name="Naimish Vadodariya" userId="d2e325c0593a319e" providerId="LiveId" clId="{C5D15607-3D89-4432-AEBA-7EDDE20FB0FE}" dt="2022-07-18T14:41:12.250" v="2716" actId="1076"/>
          <ac:spMkLst>
            <pc:docMk/>
            <pc:sldMk cId="1836258414" sldId="359"/>
            <ac:spMk id="3" creationId="{BE26ECB9-C970-C9F3-EE8A-5DD4082065B0}"/>
          </ac:spMkLst>
        </pc:spChg>
        <pc:spChg chg="add del mod">
          <ac:chgData name="Naimish Vadodariya" userId="d2e325c0593a319e" providerId="LiveId" clId="{C5D15607-3D89-4432-AEBA-7EDDE20FB0FE}" dt="2022-07-17T11:46:56.574" v="908" actId="478"/>
          <ac:spMkLst>
            <pc:docMk/>
            <pc:sldMk cId="1836258414" sldId="359"/>
            <ac:spMk id="4" creationId="{7C0B98F8-4864-5279-99C7-6E94044DC454}"/>
          </ac:spMkLst>
        </pc:spChg>
        <pc:spChg chg="del">
          <ac:chgData name="Naimish Vadodariya" userId="d2e325c0593a319e" providerId="LiveId" clId="{C5D15607-3D89-4432-AEBA-7EDDE20FB0FE}" dt="2022-07-17T11:46:59.064" v="909" actId="478"/>
          <ac:spMkLst>
            <pc:docMk/>
            <pc:sldMk cId="1836258414" sldId="359"/>
            <ac:spMk id="7" creationId="{7D686476-1D82-8EE3-E563-765E88628882}"/>
          </ac:spMkLst>
        </pc:spChg>
        <pc:spChg chg="add mod">
          <ac:chgData name="Naimish Vadodariya" userId="d2e325c0593a319e" providerId="LiveId" clId="{C5D15607-3D89-4432-AEBA-7EDDE20FB0FE}" dt="2022-07-18T14:40:45.838" v="2712" actId="14100"/>
          <ac:spMkLst>
            <pc:docMk/>
            <pc:sldMk cId="1836258414" sldId="359"/>
            <ac:spMk id="7" creationId="{A69EC083-3514-E006-73B0-A2FC1045D87A}"/>
          </ac:spMkLst>
        </pc:spChg>
        <pc:spChg chg="del">
          <ac:chgData name="Naimish Vadodariya" userId="d2e325c0593a319e" providerId="LiveId" clId="{C5D15607-3D89-4432-AEBA-7EDDE20FB0FE}" dt="2022-07-17T11:47:00.193" v="910" actId="478"/>
          <ac:spMkLst>
            <pc:docMk/>
            <pc:sldMk cId="1836258414" sldId="359"/>
            <ac:spMk id="8" creationId="{84133D07-2923-B6B5-951D-05DD78914046}"/>
          </ac:spMkLst>
        </pc:spChg>
        <pc:spChg chg="add mod">
          <ac:chgData name="Naimish Vadodariya" userId="d2e325c0593a319e" providerId="LiveId" clId="{C5D15607-3D89-4432-AEBA-7EDDE20FB0FE}" dt="2022-07-18T14:40:59.065" v="2715" actId="14100"/>
          <ac:spMkLst>
            <pc:docMk/>
            <pc:sldMk cId="1836258414" sldId="359"/>
            <ac:spMk id="8" creationId="{BD80C62D-E217-AD7D-C5CD-81C1DCEA840F}"/>
          </ac:spMkLst>
        </pc:spChg>
        <pc:spChg chg="del">
          <ac:chgData name="Naimish Vadodariya" userId="d2e325c0593a319e" providerId="LiveId" clId="{C5D15607-3D89-4432-AEBA-7EDDE20FB0FE}" dt="2022-07-17T11:47:01.139" v="911" actId="478"/>
          <ac:spMkLst>
            <pc:docMk/>
            <pc:sldMk cId="1836258414" sldId="359"/>
            <ac:spMk id="9" creationId="{DAE3FEAE-E40D-4414-22B5-AF71B36386CC}"/>
          </ac:spMkLst>
        </pc:spChg>
        <pc:spChg chg="del">
          <ac:chgData name="Naimish Vadodariya" userId="d2e325c0593a319e" providerId="LiveId" clId="{C5D15607-3D89-4432-AEBA-7EDDE20FB0FE}" dt="2022-07-17T11:47:01.854" v="912" actId="478"/>
          <ac:spMkLst>
            <pc:docMk/>
            <pc:sldMk cId="1836258414" sldId="359"/>
            <ac:spMk id="10" creationId="{C664E500-ABDD-2FED-8C5B-3874C4BAEF9E}"/>
          </ac:spMkLst>
        </pc:spChg>
        <pc:spChg chg="del">
          <ac:chgData name="Naimish Vadodariya" userId="d2e325c0593a319e" providerId="LiveId" clId="{C5D15607-3D89-4432-AEBA-7EDDE20FB0FE}" dt="2022-07-17T11:46:54.404" v="907" actId="478"/>
          <ac:spMkLst>
            <pc:docMk/>
            <pc:sldMk cId="1836258414" sldId="359"/>
            <ac:spMk id="12" creationId="{139A428D-8F15-4206-B337-FA27C005FA71}"/>
          </ac:spMkLst>
        </pc:spChg>
        <pc:spChg chg="mod">
          <ac:chgData name="Naimish Vadodariya" userId="d2e325c0593a319e" providerId="LiveId" clId="{C5D15607-3D89-4432-AEBA-7EDDE20FB0FE}" dt="2022-07-17T11:47:37.529" v="984" actId="20577"/>
          <ac:spMkLst>
            <pc:docMk/>
            <pc:sldMk cId="1836258414" sldId="359"/>
            <ac:spMk id="20" creationId="{CD91C41C-8AF5-E5EA-AF59-B100830EB102}"/>
          </ac:spMkLst>
        </pc:spChg>
        <pc:graphicFrameChg chg="mod modGraphic">
          <ac:chgData name="Naimish Vadodariya" userId="d2e325c0593a319e" providerId="LiveId" clId="{C5D15607-3D89-4432-AEBA-7EDDE20FB0FE}" dt="2022-07-18T03:09:42.727" v="2063" actId="12"/>
          <ac:graphicFrameMkLst>
            <pc:docMk/>
            <pc:sldMk cId="1836258414" sldId="359"/>
            <ac:graphicFrameMk id="15" creationId="{B267EDDA-FF24-1989-6699-4B7A7B721C7D}"/>
          </ac:graphicFrameMkLst>
        </pc:graphicFrameChg>
      </pc:sldChg>
      <pc:sldChg chg="addSp delSp modSp add mod addAnim delAnim modAnim">
        <pc:chgData name="Naimish Vadodariya" userId="d2e325c0593a319e" providerId="LiveId" clId="{C5D15607-3D89-4432-AEBA-7EDDE20FB0FE}" dt="2022-07-18T14:42:47.042" v="2731" actId="14100"/>
        <pc:sldMkLst>
          <pc:docMk/>
          <pc:sldMk cId="301731345" sldId="360"/>
        </pc:sldMkLst>
        <pc:spChg chg="mod">
          <ac:chgData name="Naimish Vadodariya" userId="d2e325c0593a319e" providerId="LiveId" clId="{C5D15607-3D89-4432-AEBA-7EDDE20FB0FE}" dt="2022-07-17T11:57:41.581" v="1097" actId="20577"/>
          <ac:spMkLst>
            <pc:docMk/>
            <pc:sldMk cId="301731345" sldId="360"/>
            <ac:spMk id="2" creationId="{095EF1AA-B384-4B3C-AA64-26D31B983DC1}"/>
          </ac:spMkLst>
        </pc:spChg>
        <pc:spChg chg="add mod">
          <ac:chgData name="Naimish Vadodariya" userId="d2e325c0593a319e" providerId="LiveId" clId="{C5D15607-3D89-4432-AEBA-7EDDE20FB0FE}" dt="2022-07-18T14:42:37.099" v="2728" actId="14100"/>
          <ac:spMkLst>
            <pc:docMk/>
            <pc:sldMk cId="301731345" sldId="360"/>
            <ac:spMk id="6" creationId="{62F37419-70C6-4CF5-815F-CD9DB2C6DD12}"/>
          </ac:spMkLst>
        </pc:spChg>
        <pc:spChg chg="add del">
          <ac:chgData name="Naimish Vadodariya" userId="d2e325c0593a319e" providerId="LiveId" clId="{C5D15607-3D89-4432-AEBA-7EDDE20FB0FE}" dt="2022-07-17T12:12:33.747" v="1575" actId="22"/>
          <ac:spMkLst>
            <pc:docMk/>
            <pc:sldMk cId="301731345" sldId="360"/>
            <ac:spMk id="7" creationId="{15423E51-0D56-16D3-77F4-7481BBF91E62}"/>
          </ac:spMkLst>
        </pc:spChg>
        <pc:spChg chg="add mod">
          <ac:chgData name="Naimish Vadodariya" userId="d2e325c0593a319e" providerId="LiveId" clId="{C5D15607-3D89-4432-AEBA-7EDDE20FB0FE}" dt="2022-07-18T14:42:47.042" v="2731" actId="14100"/>
          <ac:spMkLst>
            <pc:docMk/>
            <pc:sldMk cId="301731345" sldId="360"/>
            <ac:spMk id="7" creationId="{D60C5A2A-0CB0-5318-1704-2AD9AAC8C17A}"/>
          </ac:spMkLst>
        </pc:spChg>
        <pc:graphicFrameChg chg="mod modGraphic">
          <ac:chgData name="Naimish Vadodariya" userId="d2e325c0593a319e" providerId="LiveId" clId="{C5D15607-3D89-4432-AEBA-7EDDE20FB0FE}" dt="2022-07-17T12:11:36.293" v="1567" actId="13219"/>
          <ac:graphicFrameMkLst>
            <pc:docMk/>
            <pc:sldMk cId="301731345" sldId="360"/>
            <ac:graphicFrameMk id="15" creationId="{B267EDDA-FF24-1989-6699-4B7A7B721C7D}"/>
          </ac:graphicFrameMkLst>
        </pc:graphicFrameChg>
      </pc:sldChg>
      <pc:sldChg chg="addSp modSp add mod ord modAnim">
        <pc:chgData name="Naimish Vadodariya" userId="d2e325c0593a319e" providerId="LiveId" clId="{C5D15607-3D89-4432-AEBA-7EDDE20FB0FE}" dt="2022-07-18T14:43:20.818" v="2733"/>
        <pc:sldMkLst>
          <pc:docMk/>
          <pc:sldMk cId="59979010" sldId="361"/>
        </pc:sldMkLst>
        <pc:spChg chg="add mod">
          <ac:chgData name="Naimish Vadodariya" userId="d2e325c0593a319e" providerId="LiveId" clId="{C5D15607-3D89-4432-AEBA-7EDDE20FB0FE}" dt="2022-07-18T14:42:29.559" v="2726" actId="1076"/>
          <ac:spMkLst>
            <pc:docMk/>
            <pc:sldMk cId="59979010" sldId="361"/>
            <ac:spMk id="7" creationId="{2AB77F0C-88A5-78A2-2789-DF4140BAF7D3}"/>
          </ac:spMkLst>
        </pc:spChg>
        <pc:spChg chg="add mod">
          <ac:chgData name="Naimish Vadodariya" userId="d2e325c0593a319e" providerId="LiveId" clId="{C5D15607-3D89-4432-AEBA-7EDDE20FB0FE}" dt="2022-07-18T14:41:38.500" v="2721" actId="1076"/>
          <ac:spMkLst>
            <pc:docMk/>
            <pc:sldMk cId="59979010" sldId="361"/>
            <ac:spMk id="8" creationId="{3DB651FD-74B5-9B43-0B0C-C5B6D6772909}"/>
          </ac:spMkLst>
        </pc:spChg>
        <pc:spChg chg="add mod">
          <ac:chgData name="Naimish Vadodariya" userId="d2e325c0593a319e" providerId="LiveId" clId="{C5D15607-3D89-4432-AEBA-7EDDE20FB0FE}" dt="2022-07-18T14:41:52.202" v="2724" actId="14100"/>
          <ac:spMkLst>
            <pc:docMk/>
            <pc:sldMk cId="59979010" sldId="361"/>
            <ac:spMk id="9" creationId="{F241ED5B-265A-22D8-E937-406B18780341}"/>
          </ac:spMkLst>
        </pc:spChg>
        <pc:graphicFrameChg chg="mod modGraphic">
          <ac:chgData name="Naimish Vadodariya" userId="d2e325c0593a319e" providerId="LiveId" clId="{C5D15607-3D89-4432-AEBA-7EDDE20FB0FE}" dt="2022-07-18T03:14:52.543" v="2094" actId="12"/>
          <ac:graphicFrameMkLst>
            <pc:docMk/>
            <pc:sldMk cId="59979010" sldId="361"/>
            <ac:graphicFrameMk id="15" creationId="{B267EDDA-FF24-1989-6699-4B7A7B721C7D}"/>
          </ac:graphicFrameMkLst>
        </pc:graphicFrameChg>
        <pc:picChg chg="add mod">
          <ac:chgData name="Naimish Vadodariya" userId="d2e325c0593a319e" providerId="LiveId" clId="{C5D15607-3D89-4432-AEBA-7EDDE20FB0FE}" dt="2022-07-18T03:16:14.064" v="2098" actId="1076"/>
          <ac:picMkLst>
            <pc:docMk/>
            <pc:sldMk cId="59979010" sldId="361"/>
            <ac:picMk id="4" creationId="{CEB590EF-8883-8188-D799-579A8C896457}"/>
          </ac:picMkLst>
        </pc:picChg>
      </pc:sldChg>
      <pc:sldChg chg="addSp modSp add mod modAnim">
        <pc:chgData name="Naimish Vadodariya" userId="d2e325c0593a319e" providerId="LiveId" clId="{C5D15607-3D89-4432-AEBA-7EDDE20FB0FE}" dt="2022-07-18T14:45:37.662" v="2751" actId="14100"/>
        <pc:sldMkLst>
          <pc:docMk/>
          <pc:sldMk cId="3785565514" sldId="362"/>
        </pc:sldMkLst>
        <pc:spChg chg="add mod">
          <ac:chgData name="Naimish Vadodariya" userId="d2e325c0593a319e" providerId="LiveId" clId="{C5D15607-3D89-4432-AEBA-7EDDE20FB0FE}" dt="2022-07-18T14:45:25.453" v="2748" actId="14100"/>
          <ac:spMkLst>
            <pc:docMk/>
            <pc:sldMk cId="3785565514" sldId="362"/>
            <ac:spMk id="6" creationId="{1F566772-FE51-4AA8-2B27-82CB9C196B81}"/>
          </ac:spMkLst>
        </pc:spChg>
        <pc:spChg chg="add mod">
          <ac:chgData name="Naimish Vadodariya" userId="d2e325c0593a319e" providerId="LiveId" clId="{C5D15607-3D89-4432-AEBA-7EDDE20FB0FE}" dt="2022-07-18T14:45:32.642" v="2750" actId="14100"/>
          <ac:spMkLst>
            <pc:docMk/>
            <pc:sldMk cId="3785565514" sldId="362"/>
            <ac:spMk id="7" creationId="{89B7709C-2510-D628-5025-E538E954494B}"/>
          </ac:spMkLst>
        </pc:spChg>
        <pc:spChg chg="add mod">
          <ac:chgData name="Naimish Vadodariya" userId="d2e325c0593a319e" providerId="LiveId" clId="{C5D15607-3D89-4432-AEBA-7EDDE20FB0FE}" dt="2022-07-18T14:45:37.662" v="2751" actId="14100"/>
          <ac:spMkLst>
            <pc:docMk/>
            <pc:sldMk cId="3785565514" sldId="362"/>
            <ac:spMk id="8" creationId="{40B22684-6E67-13D6-590B-4C87165A41D8}"/>
          </ac:spMkLst>
        </pc:spChg>
        <pc:spChg chg="add mod">
          <ac:chgData name="Naimish Vadodariya" userId="d2e325c0593a319e" providerId="LiveId" clId="{C5D15607-3D89-4432-AEBA-7EDDE20FB0FE}" dt="2022-07-18T14:44:40.578" v="2744" actId="1076"/>
          <ac:spMkLst>
            <pc:docMk/>
            <pc:sldMk cId="3785565514" sldId="362"/>
            <ac:spMk id="9" creationId="{D7F45244-C535-020A-806A-9847A58EE7FC}"/>
          </ac:spMkLst>
        </pc:spChg>
        <pc:graphicFrameChg chg="mod modGraphic">
          <ac:chgData name="Naimish Vadodariya" userId="d2e325c0593a319e" providerId="LiveId" clId="{C5D15607-3D89-4432-AEBA-7EDDE20FB0FE}" dt="2022-07-18T02:45:25.144" v="1964" actId="20577"/>
          <ac:graphicFrameMkLst>
            <pc:docMk/>
            <pc:sldMk cId="3785565514" sldId="362"/>
            <ac:graphicFrameMk id="15" creationId="{B267EDDA-FF24-1989-6699-4B7A7B721C7D}"/>
          </ac:graphicFrameMkLst>
        </pc:graphicFrameChg>
      </pc:sldChg>
      <pc:sldChg chg="addSp modSp add mod modAnim">
        <pc:chgData name="Naimish Vadodariya" userId="d2e325c0593a319e" providerId="LiveId" clId="{C5D15607-3D89-4432-AEBA-7EDDE20FB0FE}" dt="2022-07-18T14:46:47.887" v="2758" actId="14100"/>
        <pc:sldMkLst>
          <pc:docMk/>
          <pc:sldMk cId="122249993" sldId="363"/>
        </pc:sldMkLst>
        <pc:spChg chg="add mod">
          <ac:chgData name="Naimish Vadodariya" userId="d2e325c0593a319e" providerId="LiveId" clId="{C5D15607-3D89-4432-AEBA-7EDDE20FB0FE}" dt="2022-07-18T14:46:47.887" v="2758" actId="14100"/>
          <ac:spMkLst>
            <pc:docMk/>
            <pc:sldMk cId="122249993" sldId="363"/>
            <ac:spMk id="6" creationId="{C63FCD08-548F-5590-4DBF-AB9CA1C8D2F1}"/>
          </ac:spMkLst>
        </pc:spChg>
        <pc:spChg chg="add mod">
          <ac:chgData name="Naimish Vadodariya" userId="d2e325c0593a319e" providerId="LiveId" clId="{C5D15607-3D89-4432-AEBA-7EDDE20FB0FE}" dt="2022-07-18T14:46:43.593" v="2757" actId="14100"/>
          <ac:spMkLst>
            <pc:docMk/>
            <pc:sldMk cId="122249993" sldId="363"/>
            <ac:spMk id="7" creationId="{DE414BA1-A3A4-0BEC-14D4-04F6E7BD9E3D}"/>
          </ac:spMkLst>
        </pc:spChg>
        <pc:graphicFrameChg chg="mod modGraphic">
          <ac:chgData name="Naimish Vadodariya" userId="d2e325c0593a319e" providerId="LiveId" clId="{C5D15607-3D89-4432-AEBA-7EDDE20FB0FE}" dt="2022-07-18T04:55:40.127" v="2112" actId="20577"/>
          <ac:graphicFrameMkLst>
            <pc:docMk/>
            <pc:sldMk cId="122249993" sldId="363"/>
            <ac:graphicFrameMk id="15" creationId="{B267EDDA-FF24-1989-6699-4B7A7B721C7D}"/>
          </ac:graphicFrameMkLst>
        </pc:graphicFrameChg>
      </pc:sldChg>
      <pc:sldChg chg="addSp modSp add mod modAnim">
        <pc:chgData name="Naimish Vadodariya" userId="d2e325c0593a319e" providerId="LiveId" clId="{C5D15607-3D89-4432-AEBA-7EDDE20FB0FE}" dt="2022-07-18T14:47:50.654" v="2766" actId="14100"/>
        <pc:sldMkLst>
          <pc:docMk/>
          <pc:sldMk cId="1082435962" sldId="364"/>
        </pc:sldMkLst>
        <pc:spChg chg="mod">
          <ac:chgData name="Naimish Vadodariya" userId="d2e325c0593a319e" providerId="LiveId" clId="{C5D15607-3D89-4432-AEBA-7EDDE20FB0FE}" dt="2022-07-18T05:17:22.885" v="2130" actId="20577"/>
          <ac:spMkLst>
            <pc:docMk/>
            <pc:sldMk cId="1082435962" sldId="364"/>
            <ac:spMk id="2" creationId="{095EF1AA-B384-4B3C-AA64-26D31B983DC1}"/>
          </ac:spMkLst>
        </pc:spChg>
        <pc:spChg chg="add mod">
          <ac:chgData name="Naimish Vadodariya" userId="d2e325c0593a319e" providerId="LiveId" clId="{C5D15607-3D89-4432-AEBA-7EDDE20FB0FE}" dt="2022-07-18T14:47:22.742" v="2760" actId="1076"/>
          <ac:spMkLst>
            <pc:docMk/>
            <pc:sldMk cId="1082435962" sldId="364"/>
            <ac:spMk id="6" creationId="{07243A7C-2D95-BA6B-38FC-B226572F68F1}"/>
          </ac:spMkLst>
        </pc:spChg>
        <pc:spChg chg="add mod">
          <ac:chgData name="Naimish Vadodariya" userId="d2e325c0593a319e" providerId="LiveId" clId="{C5D15607-3D89-4432-AEBA-7EDDE20FB0FE}" dt="2022-07-18T14:47:39.276" v="2763" actId="14100"/>
          <ac:spMkLst>
            <pc:docMk/>
            <pc:sldMk cId="1082435962" sldId="364"/>
            <ac:spMk id="7" creationId="{F29DD3A8-3505-CF35-6DEB-61D349249512}"/>
          </ac:spMkLst>
        </pc:spChg>
        <pc:spChg chg="add mod">
          <ac:chgData name="Naimish Vadodariya" userId="d2e325c0593a319e" providerId="LiveId" clId="{C5D15607-3D89-4432-AEBA-7EDDE20FB0FE}" dt="2022-07-18T14:47:50.654" v="2766" actId="14100"/>
          <ac:spMkLst>
            <pc:docMk/>
            <pc:sldMk cId="1082435962" sldId="364"/>
            <ac:spMk id="8" creationId="{E1933CB4-3590-764F-18CA-E9D3C2393F68}"/>
          </ac:spMkLst>
        </pc:spChg>
        <pc:spChg chg="mod">
          <ac:chgData name="Naimish Vadodariya" userId="d2e325c0593a319e" providerId="LiveId" clId="{C5D15607-3D89-4432-AEBA-7EDDE20FB0FE}" dt="2022-07-18T05:17:31.608" v="2141" actId="20577"/>
          <ac:spMkLst>
            <pc:docMk/>
            <pc:sldMk cId="1082435962" sldId="364"/>
            <ac:spMk id="20" creationId="{CD91C41C-8AF5-E5EA-AF59-B100830EB102}"/>
          </ac:spMkLst>
        </pc:spChg>
        <pc:graphicFrameChg chg="mod modGraphic">
          <ac:chgData name="Naimish Vadodariya" userId="d2e325c0593a319e" providerId="LiveId" clId="{C5D15607-3D89-4432-AEBA-7EDDE20FB0FE}" dt="2022-07-18T14:32:11.218" v="2641" actId="20577"/>
          <ac:graphicFrameMkLst>
            <pc:docMk/>
            <pc:sldMk cId="1082435962" sldId="364"/>
            <ac:graphicFrameMk id="15" creationId="{B267EDDA-FF24-1989-6699-4B7A7B721C7D}"/>
          </ac:graphicFrameMkLst>
        </pc:graphicFrameChg>
      </pc:sldChg>
      <pc:sldChg chg="modSp add mod addAnim delAnim">
        <pc:chgData name="Naimish Vadodariya" userId="d2e325c0593a319e" providerId="LiveId" clId="{C5D15607-3D89-4432-AEBA-7EDDE20FB0FE}" dt="2022-07-18T14:48:45.257" v="2770" actId="20577"/>
        <pc:sldMkLst>
          <pc:docMk/>
          <pc:sldMk cId="4280385157" sldId="365"/>
        </pc:sldMkLst>
        <pc:graphicFrameChg chg="mod modGraphic">
          <ac:chgData name="Naimish Vadodariya" userId="d2e325c0593a319e" providerId="LiveId" clId="{C5D15607-3D89-4432-AEBA-7EDDE20FB0FE}" dt="2022-07-18T14:48:45.257" v="2770" actId="20577"/>
          <ac:graphicFrameMkLst>
            <pc:docMk/>
            <pc:sldMk cId="4280385157" sldId="365"/>
            <ac:graphicFrameMk id="15" creationId="{B267EDDA-FF24-1989-6699-4B7A7B721C7D}"/>
          </ac:graphicFrameMkLst>
        </pc:graphicFrameChg>
      </pc:sldChg>
      <pc:sldChg chg="modSp add mod">
        <pc:chgData name="Naimish Vadodariya" userId="d2e325c0593a319e" providerId="LiveId" clId="{C5D15607-3D89-4432-AEBA-7EDDE20FB0FE}" dt="2022-07-18T14:49:29.310" v="2792" actId="20577"/>
        <pc:sldMkLst>
          <pc:docMk/>
          <pc:sldMk cId="2669232800" sldId="366"/>
        </pc:sldMkLst>
        <pc:spChg chg="mod">
          <ac:chgData name="Naimish Vadodariya" userId="d2e325c0593a319e" providerId="LiveId" clId="{C5D15607-3D89-4432-AEBA-7EDDE20FB0FE}" dt="2022-07-18T14:49:29.310" v="2792" actId="20577"/>
          <ac:spMkLst>
            <pc:docMk/>
            <pc:sldMk cId="2669232800" sldId="366"/>
            <ac:spMk id="2" creationId="{54D792E8-8838-4744-A7DD-92B0ED18307B}"/>
          </ac:spMkLst>
        </pc:spChg>
        <pc:spChg chg="mod">
          <ac:chgData name="Naimish Vadodariya" userId="d2e325c0593a319e" providerId="LiveId" clId="{C5D15607-3D89-4432-AEBA-7EDDE20FB0FE}" dt="2022-07-18T14:49:03.093" v="2776" actId="20577"/>
          <ac:spMkLst>
            <pc:docMk/>
            <pc:sldMk cId="2669232800" sldId="366"/>
            <ac:spMk id="3" creationId="{6C915463-E8EE-4502-8261-E337007EFAAF}"/>
          </ac:spMkLst>
        </pc:spChg>
      </pc:sldChg>
      <pc:sldChg chg="delSp modSp add mod delAnim modAnim">
        <pc:chgData name="Naimish Vadodariya" userId="d2e325c0593a319e" providerId="LiveId" clId="{C5D15607-3D89-4432-AEBA-7EDDE20FB0FE}" dt="2022-07-19T02:29:07.293" v="2855"/>
        <pc:sldMkLst>
          <pc:docMk/>
          <pc:sldMk cId="2670905415" sldId="367"/>
        </pc:sldMkLst>
        <pc:spChg chg="mod">
          <ac:chgData name="Naimish Vadodariya" userId="d2e325c0593a319e" providerId="LiveId" clId="{C5D15607-3D89-4432-AEBA-7EDDE20FB0FE}" dt="2022-07-19T02:24:10.353" v="2822" actId="20577"/>
          <ac:spMkLst>
            <pc:docMk/>
            <pc:sldMk cId="2670905415" sldId="367"/>
            <ac:spMk id="2" creationId="{E1F2D5F8-87CB-4B5B-8EC7-5F4CE6485746}"/>
          </ac:spMkLst>
        </pc:spChg>
        <pc:spChg chg="mod">
          <ac:chgData name="Naimish Vadodariya" userId="d2e325c0593a319e" providerId="LiveId" clId="{C5D15607-3D89-4432-AEBA-7EDDE20FB0FE}" dt="2022-07-19T02:28:56.761" v="2853" actId="5793"/>
          <ac:spMkLst>
            <pc:docMk/>
            <pc:sldMk cId="2670905415" sldId="367"/>
            <ac:spMk id="3" creationId="{139A428D-8F15-4206-B337-FA27C005FA71}"/>
          </ac:spMkLst>
        </pc:spChg>
        <pc:spChg chg="del">
          <ac:chgData name="Naimish Vadodariya" userId="d2e325c0593a319e" providerId="LiveId" clId="{C5D15607-3D89-4432-AEBA-7EDDE20FB0FE}" dt="2022-07-19T02:24:00.472" v="2799" actId="478"/>
          <ac:spMkLst>
            <pc:docMk/>
            <pc:sldMk cId="2670905415" sldId="367"/>
            <ac:spMk id="4" creationId="{00000000-0000-0000-0000-000000000000}"/>
          </ac:spMkLst>
        </pc:spChg>
        <pc:spChg chg="del">
          <ac:chgData name="Naimish Vadodariya" userId="d2e325c0593a319e" providerId="LiveId" clId="{C5D15607-3D89-4432-AEBA-7EDDE20FB0FE}" dt="2022-07-19T02:23:47.397" v="2796" actId="478"/>
          <ac:spMkLst>
            <pc:docMk/>
            <pc:sldMk cId="2670905415" sldId="367"/>
            <ac:spMk id="10" creationId="{C4A6F3DF-2EB8-43CF-3795-79063F5A0067}"/>
          </ac:spMkLst>
        </pc:spChg>
        <pc:spChg chg="del">
          <ac:chgData name="Naimish Vadodariya" userId="d2e325c0593a319e" providerId="LiveId" clId="{C5D15607-3D89-4432-AEBA-7EDDE20FB0FE}" dt="2022-07-19T02:23:47.397" v="2796" actId="478"/>
          <ac:spMkLst>
            <pc:docMk/>
            <pc:sldMk cId="2670905415" sldId="367"/>
            <ac:spMk id="11" creationId="{72A86601-7B9C-F9F6-5604-2455DAE19E61}"/>
          </ac:spMkLst>
        </pc:spChg>
        <pc:spChg chg="del">
          <ac:chgData name="Naimish Vadodariya" userId="d2e325c0593a319e" providerId="LiveId" clId="{C5D15607-3D89-4432-AEBA-7EDDE20FB0FE}" dt="2022-07-19T02:23:47.397" v="2796" actId="478"/>
          <ac:spMkLst>
            <pc:docMk/>
            <pc:sldMk cId="2670905415" sldId="367"/>
            <ac:spMk id="14" creationId="{72A86601-7B9C-F9F6-5604-2455DAE19E61}"/>
          </ac:spMkLst>
        </pc:spChg>
        <pc:picChg chg="del">
          <ac:chgData name="Naimish Vadodariya" userId="d2e325c0593a319e" providerId="LiveId" clId="{C5D15607-3D89-4432-AEBA-7EDDE20FB0FE}" dt="2022-07-19T02:23:47.397" v="2796" actId="478"/>
          <ac:picMkLst>
            <pc:docMk/>
            <pc:sldMk cId="2670905415" sldId="367"/>
            <ac:picMk id="9" creationId="{00000000-0000-0000-0000-000000000000}"/>
          </ac:picMkLst>
        </pc:picChg>
      </pc:sldChg>
      <pc:sldChg chg="addSp delSp modSp add mod delAnim modAnim">
        <pc:chgData name="Naimish Vadodariya" userId="d2e325c0593a319e" providerId="LiveId" clId="{C5D15607-3D89-4432-AEBA-7EDDE20FB0FE}" dt="2022-07-19T02:46:03.751" v="3073" actId="14100"/>
        <pc:sldMkLst>
          <pc:docMk/>
          <pc:sldMk cId="1353453084" sldId="368"/>
        </pc:sldMkLst>
        <pc:spChg chg="mod">
          <ac:chgData name="Naimish Vadodariya" userId="d2e325c0593a319e" providerId="LiveId" clId="{C5D15607-3D89-4432-AEBA-7EDDE20FB0FE}" dt="2022-07-19T02:36:41.151" v="2977" actId="20577"/>
          <ac:spMkLst>
            <pc:docMk/>
            <pc:sldMk cId="1353453084" sldId="368"/>
            <ac:spMk id="2" creationId="{095EF1AA-B384-4B3C-AA64-26D31B983DC1}"/>
          </ac:spMkLst>
        </pc:spChg>
        <pc:spChg chg="mod">
          <ac:chgData name="Naimish Vadodariya" userId="d2e325c0593a319e" providerId="LiveId" clId="{C5D15607-3D89-4432-AEBA-7EDDE20FB0FE}" dt="2022-07-19T02:45:53.252" v="3070" actId="14100"/>
          <ac:spMkLst>
            <pc:docMk/>
            <pc:sldMk cId="1353453084" sldId="368"/>
            <ac:spMk id="3" creationId="{C1A1189A-7AFE-CCC8-8A9C-0C401FF3B55B}"/>
          </ac:spMkLst>
        </pc:spChg>
        <pc:spChg chg="del">
          <ac:chgData name="Naimish Vadodariya" userId="d2e325c0593a319e" providerId="LiveId" clId="{C5D15607-3D89-4432-AEBA-7EDDE20FB0FE}" dt="2022-07-19T02:32:40.495" v="2917" actId="478"/>
          <ac:spMkLst>
            <pc:docMk/>
            <pc:sldMk cId="1353453084" sldId="368"/>
            <ac:spMk id="4" creationId="{0A8696B3-C7C3-43DD-0940-820E303B2436}"/>
          </ac:spMkLst>
        </pc:spChg>
        <pc:spChg chg="mod">
          <ac:chgData name="Naimish Vadodariya" userId="d2e325c0593a319e" providerId="LiveId" clId="{C5D15607-3D89-4432-AEBA-7EDDE20FB0FE}" dt="2022-07-19T02:45:40.152" v="3060" actId="14100"/>
          <ac:spMkLst>
            <pc:docMk/>
            <pc:sldMk cId="1353453084" sldId="368"/>
            <ac:spMk id="5" creationId="{C4A6F3DF-2EB8-43CF-3795-79063F5A0067}"/>
          </ac:spMkLst>
        </pc:spChg>
        <pc:spChg chg="mod">
          <ac:chgData name="Naimish Vadodariya" userId="d2e325c0593a319e" providerId="LiveId" clId="{C5D15607-3D89-4432-AEBA-7EDDE20FB0FE}" dt="2022-07-19T02:45:46.226" v="3068" actId="20577"/>
          <ac:spMkLst>
            <pc:docMk/>
            <pc:sldMk cId="1353453084" sldId="368"/>
            <ac:spMk id="6" creationId="{E5D2700A-D7EE-717D-0B33-EF7EACCD7F5A}"/>
          </ac:spMkLst>
        </pc:spChg>
        <pc:spChg chg="mod">
          <ac:chgData name="Naimish Vadodariya" userId="d2e325c0593a319e" providerId="LiveId" clId="{C5D15607-3D89-4432-AEBA-7EDDE20FB0FE}" dt="2022-07-19T02:32:32.536" v="2914" actId="20577"/>
          <ac:spMkLst>
            <pc:docMk/>
            <pc:sldMk cId="1353453084" sldId="368"/>
            <ac:spMk id="7" creationId="{72A86601-7B9C-F9F6-5604-2455DAE19E61}"/>
          </ac:spMkLst>
        </pc:spChg>
        <pc:spChg chg="del">
          <ac:chgData name="Naimish Vadodariya" userId="d2e325c0593a319e" providerId="LiveId" clId="{C5D15607-3D89-4432-AEBA-7EDDE20FB0FE}" dt="2022-07-19T02:32:38.940" v="2916" actId="478"/>
          <ac:spMkLst>
            <pc:docMk/>
            <pc:sldMk cId="1353453084" sldId="368"/>
            <ac:spMk id="10" creationId="{6043E1DE-D336-27E2-6E73-0D010F2AF74E}"/>
          </ac:spMkLst>
        </pc:spChg>
        <pc:spChg chg="add mod">
          <ac:chgData name="Naimish Vadodariya" userId="d2e325c0593a319e" providerId="LiveId" clId="{C5D15607-3D89-4432-AEBA-7EDDE20FB0FE}" dt="2022-07-19T02:46:03.751" v="3073" actId="14100"/>
          <ac:spMkLst>
            <pc:docMk/>
            <pc:sldMk cId="1353453084" sldId="368"/>
            <ac:spMk id="11" creationId="{93AEBBC2-B3BC-086F-8DDC-EE11B8DFCC29}"/>
          </ac:spMkLst>
        </pc:spChg>
        <pc:picChg chg="del">
          <ac:chgData name="Naimish Vadodariya" userId="d2e325c0593a319e" providerId="LiveId" clId="{C5D15607-3D89-4432-AEBA-7EDDE20FB0FE}" dt="2022-07-19T02:32:37.704" v="2915" actId="478"/>
          <ac:picMkLst>
            <pc:docMk/>
            <pc:sldMk cId="1353453084" sldId="368"/>
            <ac:picMk id="9" creationId="{C8FF3D11-D760-1536-4DFB-3F9B3E6BF681}"/>
          </ac:picMkLst>
        </pc:picChg>
      </pc:sldChg>
      <pc:sldChg chg="addSp delSp modSp add mod delAnim modAnim">
        <pc:chgData name="Naimish Vadodariya" userId="d2e325c0593a319e" providerId="LiveId" clId="{C5D15607-3D89-4432-AEBA-7EDDE20FB0FE}" dt="2022-07-20T06:33:47.663" v="3685" actId="20577"/>
        <pc:sldMkLst>
          <pc:docMk/>
          <pc:sldMk cId="1566724809" sldId="369"/>
        </pc:sldMkLst>
        <pc:spChg chg="mod">
          <ac:chgData name="Naimish Vadodariya" userId="d2e325c0593a319e" providerId="LiveId" clId="{C5D15607-3D89-4432-AEBA-7EDDE20FB0FE}" dt="2022-07-19T02:39:23.445" v="3004" actId="1076"/>
          <ac:spMkLst>
            <pc:docMk/>
            <pc:sldMk cId="1566724809" sldId="369"/>
            <ac:spMk id="3" creationId="{C1A1189A-7AFE-CCC8-8A9C-0C401FF3B55B}"/>
          </ac:spMkLst>
        </pc:spChg>
        <pc:spChg chg="mod">
          <ac:chgData name="Naimish Vadodariya" userId="d2e325c0593a319e" providerId="LiveId" clId="{C5D15607-3D89-4432-AEBA-7EDDE20FB0FE}" dt="2022-07-19T02:38:02.364" v="2988"/>
          <ac:spMkLst>
            <pc:docMk/>
            <pc:sldMk cId="1566724809" sldId="369"/>
            <ac:spMk id="5" creationId="{C4A6F3DF-2EB8-43CF-3795-79063F5A0067}"/>
          </ac:spMkLst>
        </pc:spChg>
        <pc:spChg chg="mod">
          <ac:chgData name="Naimish Vadodariya" userId="d2e325c0593a319e" providerId="LiveId" clId="{C5D15607-3D89-4432-AEBA-7EDDE20FB0FE}" dt="2022-07-19T02:38:07.115" v="2997" actId="20577"/>
          <ac:spMkLst>
            <pc:docMk/>
            <pc:sldMk cId="1566724809" sldId="369"/>
            <ac:spMk id="6" creationId="{E5D2700A-D7EE-717D-0B33-EF7EACCD7F5A}"/>
          </ac:spMkLst>
        </pc:spChg>
        <pc:spChg chg="mod">
          <ac:chgData name="Naimish Vadodariya" userId="d2e325c0593a319e" providerId="LiveId" clId="{C5D15607-3D89-4432-AEBA-7EDDE20FB0FE}" dt="2022-07-20T06:33:47.663" v="3685" actId="20577"/>
          <ac:spMkLst>
            <pc:docMk/>
            <pc:sldMk cId="1566724809" sldId="369"/>
            <ac:spMk id="7" creationId="{72A86601-7B9C-F9F6-5604-2455DAE19E61}"/>
          </ac:spMkLst>
        </pc:spChg>
        <pc:spChg chg="add mod">
          <ac:chgData name="Naimish Vadodariya" userId="d2e325c0593a319e" providerId="LiveId" clId="{C5D15607-3D89-4432-AEBA-7EDDE20FB0FE}" dt="2022-07-19T02:40:28.736" v="3018" actId="14100"/>
          <ac:spMkLst>
            <pc:docMk/>
            <pc:sldMk cId="1566724809" sldId="369"/>
            <ac:spMk id="10" creationId="{447943EF-B9EE-0B0C-C634-2C071DA0DA45}"/>
          </ac:spMkLst>
        </pc:spChg>
        <pc:spChg chg="del">
          <ac:chgData name="Naimish Vadodariya" userId="d2e325c0593a319e" providerId="LiveId" clId="{C5D15607-3D89-4432-AEBA-7EDDE20FB0FE}" dt="2022-07-19T02:38:18.617" v="2999" actId="478"/>
          <ac:spMkLst>
            <pc:docMk/>
            <pc:sldMk cId="1566724809" sldId="369"/>
            <ac:spMk id="11" creationId="{93AEBBC2-B3BC-086F-8DDC-EE11B8DFCC29}"/>
          </ac:spMkLst>
        </pc:spChg>
        <pc:spChg chg="add del mod">
          <ac:chgData name="Naimish Vadodariya" userId="d2e325c0593a319e" providerId="LiveId" clId="{C5D15607-3D89-4432-AEBA-7EDDE20FB0FE}" dt="2022-07-19T02:40:56.057" v="3021"/>
          <ac:spMkLst>
            <pc:docMk/>
            <pc:sldMk cId="1566724809" sldId="369"/>
            <ac:spMk id="12" creationId="{C2B100F5-B36D-0E49-8FCA-E2949E14B9C1}"/>
          </ac:spMkLst>
        </pc:spChg>
        <pc:picChg chg="add mod">
          <ac:chgData name="Naimish Vadodariya" userId="d2e325c0593a319e" providerId="LiveId" clId="{C5D15607-3D89-4432-AEBA-7EDDE20FB0FE}" dt="2022-07-19T02:40:38.175" v="3019"/>
          <ac:picMkLst>
            <pc:docMk/>
            <pc:sldMk cId="1566724809" sldId="369"/>
            <ac:picMk id="8" creationId="{96C838DB-9DE1-ED47-3F2B-CD434302C24F}"/>
          </ac:picMkLst>
        </pc:picChg>
      </pc:sldChg>
      <pc:sldChg chg="addSp delSp modSp add mod modAnim">
        <pc:chgData name="Naimish Vadodariya" userId="d2e325c0593a319e" providerId="LiveId" clId="{C5D15607-3D89-4432-AEBA-7EDDE20FB0FE}" dt="2022-07-19T02:59:03.885" v="3102" actId="20577"/>
        <pc:sldMkLst>
          <pc:docMk/>
          <pc:sldMk cId="3954562979" sldId="370"/>
        </pc:sldMkLst>
        <pc:spChg chg="mod">
          <ac:chgData name="Naimish Vadodariya" userId="d2e325c0593a319e" providerId="LiveId" clId="{C5D15607-3D89-4432-AEBA-7EDDE20FB0FE}" dt="2022-07-19T02:42:42.211" v="3040"/>
          <ac:spMkLst>
            <pc:docMk/>
            <pc:sldMk cId="3954562979" sldId="370"/>
            <ac:spMk id="3" creationId="{C1A1189A-7AFE-CCC8-8A9C-0C401FF3B55B}"/>
          </ac:spMkLst>
        </pc:spChg>
        <pc:spChg chg="mod">
          <ac:chgData name="Naimish Vadodariya" userId="d2e325c0593a319e" providerId="LiveId" clId="{C5D15607-3D89-4432-AEBA-7EDDE20FB0FE}" dt="2022-07-19T02:41:58.865" v="3025"/>
          <ac:spMkLst>
            <pc:docMk/>
            <pc:sldMk cId="3954562979" sldId="370"/>
            <ac:spMk id="5" creationId="{C4A6F3DF-2EB8-43CF-3795-79063F5A0067}"/>
          </ac:spMkLst>
        </pc:spChg>
        <pc:spChg chg="mod">
          <ac:chgData name="Naimish Vadodariya" userId="d2e325c0593a319e" providerId="LiveId" clId="{C5D15607-3D89-4432-AEBA-7EDDE20FB0FE}" dt="2022-07-19T02:42:05.804" v="3035" actId="20577"/>
          <ac:spMkLst>
            <pc:docMk/>
            <pc:sldMk cId="3954562979" sldId="370"/>
            <ac:spMk id="6" creationId="{E5D2700A-D7EE-717D-0B33-EF7EACCD7F5A}"/>
          </ac:spMkLst>
        </pc:spChg>
        <pc:spChg chg="mod">
          <ac:chgData name="Naimish Vadodariya" userId="d2e325c0593a319e" providerId="LiveId" clId="{C5D15607-3D89-4432-AEBA-7EDDE20FB0FE}" dt="2022-07-19T02:59:03.885" v="3102" actId="20577"/>
          <ac:spMkLst>
            <pc:docMk/>
            <pc:sldMk cId="3954562979" sldId="370"/>
            <ac:spMk id="7" creationId="{72A86601-7B9C-F9F6-5604-2455DAE19E61}"/>
          </ac:spMkLst>
        </pc:spChg>
        <pc:spChg chg="mod">
          <ac:chgData name="Naimish Vadodariya" userId="d2e325c0593a319e" providerId="LiveId" clId="{C5D15607-3D89-4432-AEBA-7EDDE20FB0FE}" dt="2022-07-19T02:42:47.212" v="3041" actId="1076"/>
          <ac:spMkLst>
            <pc:docMk/>
            <pc:sldMk cId="3954562979" sldId="370"/>
            <ac:spMk id="10" creationId="{447943EF-B9EE-0B0C-C634-2C071DA0DA45}"/>
          </ac:spMkLst>
        </pc:spChg>
        <pc:picChg chg="del">
          <ac:chgData name="Naimish Vadodariya" userId="d2e325c0593a319e" providerId="LiveId" clId="{C5D15607-3D89-4432-AEBA-7EDDE20FB0FE}" dt="2022-07-19T02:43:09.151" v="3042" actId="478"/>
          <ac:picMkLst>
            <pc:docMk/>
            <pc:sldMk cId="3954562979" sldId="370"/>
            <ac:picMk id="8" creationId="{96C838DB-9DE1-ED47-3F2B-CD434302C24F}"/>
          </ac:picMkLst>
        </pc:picChg>
        <pc:picChg chg="add mod">
          <ac:chgData name="Naimish Vadodariya" userId="d2e325c0593a319e" providerId="LiveId" clId="{C5D15607-3D89-4432-AEBA-7EDDE20FB0FE}" dt="2022-07-19T02:43:24.632" v="3046"/>
          <ac:picMkLst>
            <pc:docMk/>
            <pc:sldMk cId="3954562979" sldId="370"/>
            <ac:picMk id="9" creationId="{598C1EC5-B3EA-A25A-4EBB-A7C18DC125D6}"/>
          </ac:picMkLst>
        </pc:picChg>
      </pc:sldChg>
      <pc:sldChg chg="modSp add mod">
        <pc:chgData name="Naimish Vadodariya" userId="d2e325c0593a319e" providerId="LiveId" clId="{C5D15607-3D89-4432-AEBA-7EDDE20FB0FE}" dt="2022-08-02T14:06:14.830" v="5948"/>
        <pc:sldMkLst>
          <pc:docMk/>
          <pc:sldMk cId="1693413271" sldId="387"/>
        </pc:sldMkLst>
        <pc:spChg chg="mod">
          <ac:chgData name="Naimish Vadodariya" userId="d2e325c0593a319e" providerId="LiveId" clId="{C5D15607-3D89-4432-AEBA-7EDDE20FB0FE}" dt="2022-08-02T14:04:28.198" v="5937" actId="20577"/>
          <ac:spMkLst>
            <pc:docMk/>
            <pc:sldMk cId="1693413271" sldId="387"/>
            <ac:spMk id="27" creationId="{E2AD8B6E-51EA-4A15-8752-4F221E5E02C5}"/>
          </ac:spMkLst>
        </pc:spChg>
        <pc:spChg chg="mod">
          <ac:chgData name="Naimish Vadodariya" userId="d2e325c0593a319e" providerId="LiveId" clId="{C5D15607-3D89-4432-AEBA-7EDDE20FB0FE}" dt="2022-08-02T14:06:14.830" v="5948"/>
          <ac:spMkLst>
            <pc:docMk/>
            <pc:sldMk cId="1693413271" sldId="387"/>
            <ac:spMk id="31" creationId="{89F5B5F8-350F-4941-B9DE-36BF8B014803}"/>
          </ac:spMkLst>
        </pc:spChg>
      </pc:sldChg>
      <pc:sldChg chg="addSp modSp add mod modAnim">
        <pc:chgData name="Naimish Vadodariya" userId="d2e325c0593a319e" providerId="LiveId" clId="{C5D15607-3D89-4432-AEBA-7EDDE20FB0FE}" dt="2022-08-02T13:04:43.090" v="5338" actId="20577"/>
        <pc:sldMkLst>
          <pc:docMk/>
          <pc:sldMk cId="1384210861" sldId="673"/>
        </pc:sldMkLst>
        <pc:spChg chg="mod">
          <ac:chgData name="Naimish Vadodariya" userId="d2e325c0593a319e" providerId="LiveId" clId="{C5D15607-3D89-4432-AEBA-7EDDE20FB0FE}" dt="2022-07-21T05:48:46.246" v="4558" actId="20577"/>
          <ac:spMkLst>
            <pc:docMk/>
            <pc:sldMk cId="1384210861" sldId="673"/>
            <ac:spMk id="2" creationId="{00000000-0000-0000-0000-000000000000}"/>
          </ac:spMkLst>
        </pc:spChg>
        <pc:spChg chg="mod">
          <ac:chgData name="Naimish Vadodariya" userId="d2e325c0593a319e" providerId="LiveId" clId="{C5D15607-3D89-4432-AEBA-7EDDE20FB0FE}" dt="2022-07-21T05:16:34.185" v="4003" actId="20577"/>
          <ac:spMkLst>
            <pc:docMk/>
            <pc:sldMk cId="1384210861" sldId="673"/>
            <ac:spMk id="3" creationId="{00000000-0000-0000-0000-000000000000}"/>
          </ac:spMkLst>
        </pc:spChg>
        <pc:spChg chg="add mod">
          <ac:chgData name="Naimish Vadodariya" userId="d2e325c0593a319e" providerId="LiveId" clId="{C5D15607-3D89-4432-AEBA-7EDDE20FB0FE}" dt="2022-08-02T13:04:43.090" v="5338" actId="20577"/>
          <ac:spMkLst>
            <pc:docMk/>
            <pc:sldMk cId="1384210861" sldId="673"/>
            <ac:spMk id="8" creationId="{B8FDCB5D-380D-198C-97AB-A228E80D4BF6}"/>
          </ac:spMkLst>
        </pc:spChg>
        <pc:spChg chg="add mod">
          <ac:chgData name="Naimish Vadodariya" userId="d2e325c0593a319e" providerId="LiveId" clId="{C5D15607-3D89-4432-AEBA-7EDDE20FB0FE}" dt="2022-07-21T05:23:13.388" v="4090" actId="1076"/>
          <ac:spMkLst>
            <pc:docMk/>
            <pc:sldMk cId="1384210861" sldId="673"/>
            <ac:spMk id="9" creationId="{AD3A797A-5E30-A59E-3CA0-65013A51D317}"/>
          </ac:spMkLst>
        </pc:spChg>
        <pc:spChg chg="add mod">
          <ac:chgData name="Naimish Vadodariya" userId="d2e325c0593a319e" providerId="LiveId" clId="{C5D15607-3D89-4432-AEBA-7EDDE20FB0FE}" dt="2022-07-21T05:23:13.388" v="4090" actId="1076"/>
          <ac:spMkLst>
            <pc:docMk/>
            <pc:sldMk cId="1384210861" sldId="673"/>
            <ac:spMk id="10" creationId="{CFD4A40F-36C6-1577-6AC7-D362CD1C1CA5}"/>
          </ac:spMkLst>
        </pc:spChg>
        <pc:spChg chg="add mod">
          <ac:chgData name="Naimish Vadodariya" userId="d2e325c0593a319e" providerId="LiveId" clId="{C5D15607-3D89-4432-AEBA-7EDDE20FB0FE}" dt="2022-07-21T05:16:51.971" v="4005" actId="1076"/>
          <ac:spMkLst>
            <pc:docMk/>
            <pc:sldMk cId="1384210861" sldId="673"/>
            <ac:spMk id="11" creationId="{16A1463B-4C6C-E3DE-269F-232F0B13C448}"/>
          </ac:spMkLst>
        </pc:spChg>
        <pc:spChg chg="add mod">
          <ac:chgData name="Naimish Vadodariya" userId="d2e325c0593a319e" providerId="LiveId" clId="{C5D15607-3D89-4432-AEBA-7EDDE20FB0FE}" dt="2022-07-21T05:16:51.971" v="4005" actId="1076"/>
          <ac:spMkLst>
            <pc:docMk/>
            <pc:sldMk cId="1384210861" sldId="673"/>
            <ac:spMk id="12" creationId="{5BC6C5F2-073C-28AC-0265-F11327DB0ADA}"/>
          </ac:spMkLst>
        </pc:spChg>
        <pc:spChg chg="add mod">
          <ac:chgData name="Naimish Vadodariya" userId="d2e325c0593a319e" providerId="LiveId" clId="{C5D15607-3D89-4432-AEBA-7EDDE20FB0FE}" dt="2022-07-21T05:16:51.971" v="4005" actId="1076"/>
          <ac:spMkLst>
            <pc:docMk/>
            <pc:sldMk cId="1384210861" sldId="673"/>
            <ac:spMk id="13" creationId="{3B59716D-BF53-DA00-699F-38D70B5612D9}"/>
          </ac:spMkLst>
        </pc:spChg>
        <pc:graphicFrameChg chg="modGraphic">
          <ac:chgData name="Naimish Vadodariya" userId="d2e325c0593a319e" providerId="LiveId" clId="{C5D15607-3D89-4432-AEBA-7EDDE20FB0FE}" dt="2022-07-21T05:35:52.924" v="4423" actId="2062"/>
          <ac:graphicFrameMkLst>
            <pc:docMk/>
            <pc:sldMk cId="1384210861" sldId="673"/>
            <ac:graphicFrameMk id="4" creationId="{2486BC6F-42B7-4A1D-889E-1B1818D1D5FB}"/>
          </ac:graphicFrameMkLst>
        </pc:graphicFrameChg>
        <pc:graphicFrameChg chg="mod modGraphic">
          <ac:chgData name="Naimish Vadodariya" userId="d2e325c0593a319e" providerId="LiveId" clId="{C5D15607-3D89-4432-AEBA-7EDDE20FB0FE}" dt="2022-07-21T05:35:56.338" v="4424" actId="2062"/>
          <ac:graphicFrameMkLst>
            <pc:docMk/>
            <pc:sldMk cId="1384210861" sldId="673"/>
            <ac:graphicFrameMk id="6" creationId="{2486BC6F-42B7-4A1D-889E-1B1818D1D5FB}"/>
          </ac:graphicFrameMkLst>
        </pc:graphicFrameChg>
        <pc:graphicFrameChg chg="mod modGraphic">
          <ac:chgData name="Naimish Vadodariya" userId="d2e325c0593a319e" providerId="LiveId" clId="{C5D15607-3D89-4432-AEBA-7EDDE20FB0FE}" dt="2022-07-21T05:36:02.942" v="4425" actId="14100"/>
          <ac:graphicFrameMkLst>
            <pc:docMk/>
            <pc:sldMk cId="1384210861" sldId="673"/>
            <ac:graphicFrameMk id="7" creationId="{26B864CA-85CD-4666-B9D1-870ED08B272C}"/>
          </ac:graphicFrameMkLst>
        </pc:graphicFrameChg>
      </pc:sldChg>
      <pc:sldChg chg="modSp add del modAnim">
        <pc:chgData name="Naimish Vadodariya" userId="d2e325c0593a319e" providerId="LiveId" clId="{C5D15607-3D89-4432-AEBA-7EDDE20FB0FE}" dt="2022-07-21T05:22:50.399" v="4088" actId="2696"/>
        <pc:sldMkLst>
          <pc:docMk/>
          <pc:sldMk cId="2012936555" sldId="675"/>
        </pc:sldMkLst>
        <pc:spChg chg="mod">
          <ac:chgData name="Naimish Vadodariya" userId="d2e325c0593a319e" providerId="LiveId" clId="{C5D15607-3D89-4432-AEBA-7EDDE20FB0FE}" dt="2022-07-20T06:06:42.985" v="3652" actId="20577"/>
          <ac:spMkLst>
            <pc:docMk/>
            <pc:sldMk cId="2012936555" sldId="675"/>
            <ac:spMk id="3" creationId="{00000000-0000-0000-0000-000000000000}"/>
          </ac:spMkLst>
        </pc:spChg>
      </pc:sldChg>
      <pc:sldChg chg="modSp add del mod modAnim">
        <pc:chgData name="Naimish Vadodariya" userId="d2e325c0593a319e" providerId="LiveId" clId="{C5D15607-3D89-4432-AEBA-7EDDE20FB0FE}" dt="2022-07-21T05:22:53.680" v="4089" actId="2696"/>
        <pc:sldMkLst>
          <pc:docMk/>
          <pc:sldMk cId="807128902" sldId="676"/>
        </pc:sldMkLst>
        <pc:spChg chg="mod">
          <ac:chgData name="Naimish Vadodariya" userId="d2e325c0593a319e" providerId="LiveId" clId="{C5D15607-3D89-4432-AEBA-7EDDE20FB0FE}" dt="2022-07-20T05:57:00.036" v="3167" actId="20577"/>
          <ac:spMkLst>
            <pc:docMk/>
            <pc:sldMk cId="807128902" sldId="676"/>
            <ac:spMk id="3" creationId="{00000000-0000-0000-0000-000000000000}"/>
          </ac:spMkLst>
        </pc:spChg>
        <pc:graphicFrameChg chg="mod">
          <ac:chgData name="Naimish Vadodariya" userId="d2e325c0593a319e" providerId="LiveId" clId="{C5D15607-3D89-4432-AEBA-7EDDE20FB0FE}" dt="2022-07-20T05:57:05.966" v="3183" actId="1036"/>
          <ac:graphicFrameMkLst>
            <pc:docMk/>
            <pc:sldMk cId="807128902" sldId="676"/>
            <ac:graphicFrameMk id="6" creationId="{2486BC6F-42B7-4A1D-889E-1B1818D1D5FB}"/>
          </ac:graphicFrameMkLst>
        </pc:graphicFrameChg>
        <pc:graphicFrameChg chg="mod">
          <ac:chgData name="Naimish Vadodariya" userId="d2e325c0593a319e" providerId="LiveId" clId="{C5D15607-3D89-4432-AEBA-7EDDE20FB0FE}" dt="2022-07-20T05:57:05.966" v="3183" actId="1036"/>
          <ac:graphicFrameMkLst>
            <pc:docMk/>
            <pc:sldMk cId="807128902" sldId="676"/>
            <ac:graphicFrameMk id="7" creationId="{26B864CA-85CD-4666-B9D1-870ED08B272C}"/>
          </ac:graphicFrameMkLst>
        </pc:graphicFrameChg>
      </pc:sldChg>
      <pc:sldChg chg="modSp add del modAnim">
        <pc:chgData name="Naimish Vadodariya" userId="d2e325c0593a319e" providerId="LiveId" clId="{C5D15607-3D89-4432-AEBA-7EDDE20FB0FE}" dt="2022-07-21T05:24:07.922" v="4098" actId="2696"/>
        <pc:sldMkLst>
          <pc:docMk/>
          <pc:sldMk cId="938954402" sldId="680"/>
        </pc:sldMkLst>
        <pc:spChg chg="mod">
          <ac:chgData name="Naimish Vadodariya" userId="d2e325c0593a319e" providerId="LiveId" clId="{C5D15607-3D89-4432-AEBA-7EDDE20FB0FE}" dt="2022-07-20T05:57:17.992" v="3185" actId="6549"/>
          <ac:spMkLst>
            <pc:docMk/>
            <pc:sldMk cId="938954402" sldId="680"/>
            <ac:spMk id="3" creationId="{00000000-0000-0000-0000-000000000000}"/>
          </ac:spMkLst>
        </pc:spChg>
      </pc:sldChg>
      <pc:sldChg chg="modSp add del modAnim">
        <pc:chgData name="Naimish Vadodariya" userId="d2e325c0593a319e" providerId="LiveId" clId="{C5D15607-3D89-4432-AEBA-7EDDE20FB0FE}" dt="2022-07-21T05:41:40.215" v="4426" actId="2696"/>
        <pc:sldMkLst>
          <pc:docMk/>
          <pc:sldMk cId="2397500251" sldId="681"/>
        </pc:sldMkLst>
        <pc:spChg chg="mod">
          <ac:chgData name="Naimish Vadodariya" userId="d2e325c0593a319e" providerId="LiveId" clId="{C5D15607-3D89-4432-AEBA-7EDDE20FB0FE}" dt="2022-07-20T06:08:11.829" v="3659" actId="20577"/>
          <ac:spMkLst>
            <pc:docMk/>
            <pc:sldMk cId="2397500251" sldId="681"/>
            <ac:spMk id="3" creationId="{00000000-0000-0000-0000-000000000000}"/>
          </ac:spMkLst>
        </pc:spChg>
      </pc:sldChg>
      <pc:sldChg chg="modSp add del modAnim">
        <pc:chgData name="Naimish Vadodariya" userId="d2e325c0593a319e" providerId="LiveId" clId="{C5D15607-3D89-4432-AEBA-7EDDE20FB0FE}" dt="2022-07-21T05:48:33.228" v="4554" actId="2696"/>
        <pc:sldMkLst>
          <pc:docMk/>
          <pc:sldMk cId="2750817878" sldId="682"/>
        </pc:sldMkLst>
        <pc:spChg chg="mod">
          <ac:chgData name="Naimish Vadodariya" userId="d2e325c0593a319e" providerId="LiveId" clId="{C5D15607-3D89-4432-AEBA-7EDDE20FB0FE}" dt="2022-07-20T05:56:17.785" v="3161" actId="108"/>
          <ac:spMkLst>
            <pc:docMk/>
            <pc:sldMk cId="2750817878" sldId="682"/>
            <ac:spMk id="3" creationId="{00000000-0000-0000-0000-000000000000}"/>
          </ac:spMkLst>
        </pc:spChg>
      </pc:sldChg>
      <pc:sldChg chg="addSp delSp modSp new mod modAnim">
        <pc:chgData name="Naimish Vadodariya" userId="d2e325c0593a319e" providerId="LiveId" clId="{C5D15607-3D89-4432-AEBA-7EDDE20FB0FE}" dt="2022-08-05T03:17:05.330" v="5951" actId="20577"/>
        <pc:sldMkLst>
          <pc:docMk/>
          <pc:sldMk cId="208120750" sldId="683"/>
        </pc:sldMkLst>
        <pc:spChg chg="mod">
          <ac:chgData name="Naimish Vadodariya" userId="d2e325c0593a319e" providerId="LiveId" clId="{C5D15607-3D89-4432-AEBA-7EDDE20FB0FE}" dt="2022-08-05T03:17:05.330" v="5951" actId="20577"/>
          <ac:spMkLst>
            <pc:docMk/>
            <pc:sldMk cId="208120750" sldId="683"/>
            <ac:spMk id="2" creationId="{1D522477-C5E6-4247-4C70-D60E0DE0B15B}"/>
          </ac:spMkLst>
        </pc:spChg>
        <pc:spChg chg="del">
          <ac:chgData name="Naimish Vadodariya" userId="d2e325c0593a319e" providerId="LiveId" clId="{C5D15607-3D89-4432-AEBA-7EDDE20FB0FE}" dt="2022-07-20T05:57:56.397" v="3188" actId="478"/>
          <ac:spMkLst>
            <pc:docMk/>
            <pc:sldMk cId="208120750" sldId="683"/>
            <ac:spMk id="3" creationId="{0C716143-3D11-D186-13E8-27A0C51213A3}"/>
          </ac:spMkLst>
        </pc:spChg>
        <pc:spChg chg="mod">
          <ac:chgData name="Naimish Vadodariya" userId="d2e325c0593a319e" providerId="LiveId" clId="{C5D15607-3D89-4432-AEBA-7EDDE20FB0FE}" dt="2022-07-20T06:06:04.290" v="3649" actId="14100"/>
          <ac:spMkLst>
            <pc:docMk/>
            <pc:sldMk cId="208120750" sldId="683"/>
            <ac:spMk id="7" creationId="{C96FEA9C-1534-7353-A8FE-09F22C92D913}"/>
          </ac:spMkLst>
        </pc:spChg>
        <pc:spChg chg="mod">
          <ac:chgData name="Naimish Vadodariya" userId="d2e325c0593a319e" providerId="LiveId" clId="{C5D15607-3D89-4432-AEBA-7EDDE20FB0FE}" dt="2022-07-22T02:52:36.101" v="4736" actId="14100"/>
          <ac:spMkLst>
            <pc:docMk/>
            <pc:sldMk cId="208120750" sldId="683"/>
            <ac:spMk id="8" creationId="{A0702EEF-F482-45A6-1F21-AE23F22E1A1D}"/>
          </ac:spMkLst>
        </pc:spChg>
        <pc:grpChg chg="add mod">
          <ac:chgData name="Naimish Vadodariya" userId="d2e325c0593a319e" providerId="LiveId" clId="{C5D15607-3D89-4432-AEBA-7EDDE20FB0FE}" dt="2022-07-20T05:59:00.592" v="3205" actId="14100"/>
          <ac:grpSpMkLst>
            <pc:docMk/>
            <pc:sldMk cId="208120750" sldId="683"/>
            <ac:grpSpMk id="6" creationId="{32CFF17C-2F7C-1CB3-F439-E587C6FEAB8F}"/>
          </ac:grpSpMkLst>
        </pc:grpChg>
        <pc:graphicFrameChg chg="add mod">
          <ac:chgData name="Naimish Vadodariya" userId="d2e325c0593a319e" providerId="LiveId" clId="{C5D15607-3D89-4432-AEBA-7EDDE20FB0FE}" dt="2022-07-20T05:57:53.659" v="3187"/>
          <ac:graphicFrameMkLst>
            <pc:docMk/>
            <pc:sldMk cId="208120750" sldId="683"/>
            <ac:graphicFrameMk id="4" creationId="{9DD5ED74-CCEB-0B3E-B2AC-3DDC63428BBA}"/>
          </ac:graphicFrameMkLst>
        </pc:graphicFrameChg>
        <pc:graphicFrameChg chg="add mod">
          <ac:chgData name="Naimish Vadodariya" userId="d2e325c0593a319e" providerId="LiveId" clId="{C5D15607-3D89-4432-AEBA-7EDDE20FB0FE}" dt="2022-07-20T05:57:53.659" v="3187"/>
          <ac:graphicFrameMkLst>
            <pc:docMk/>
            <pc:sldMk cId="208120750" sldId="683"/>
            <ac:graphicFrameMk id="5" creationId="{82E8ADC2-DF14-359D-B349-5D0DCAD02B6F}"/>
          </ac:graphicFrameMkLst>
        </pc:graphicFrameChg>
      </pc:sldChg>
      <pc:sldChg chg="delSp modSp add mod delAnim">
        <pc:chgData name="Naimish Vadodariya" userId="d2e325c0593a319e" providerId="LiveId" clId="{C5D15607-3D89-4432-AEBA-7EDDE20FB0FE}" dt="2022-08-02T13:55:20.336" v="5924" actId="123"/>
        <pc:sldMkLst>
          <pc:docMk/>
          <pc:sldMk cId="1996856082" sldId="684"/>
        </pc:sldMkLst>
        <pc:spChg chg="mod">
          <ac:chgData name="Naimish Vadodariya" userId="d2e325c0593a319e" providerId="LiveId" clId="{C5D15607-3D89-4432-AEBA-7EDDE20FB0FE}" dt="2022-07-21T03:09:26.389" v="3705" actId="20577"/>
          <ac:spMkLst>
            <pc:docMk/>
            <pc:sldMk cId="1996856082" sldId="684"/>
            <ac:spMk id="2" creationId="{1D522477-C5E6-4247-4C70-D60E0DE0B15B}"/>
          </ac:spMkLst>
        </pc:spChg>
        <pc:spChg chg="del topLvl">
          <ac:chgData name="Naimish Vadodariya" userId="d2e325c0593a319e" providerId="LiveId" clId="{C5D15607-3D89-4432-AEBA-7EDDE20FB0FE}" dt="2022-07-21T03:09:31.238" v="3707" actId="478"/>
          <ac:spMkLst>
            <pc:docMk/>
            <pc:sldMk cId="1996856082" sldId="684"/>
            <ac:spMk id="7" creationId="{C96FEA9C-1534-7353-A8FE-09F22C92D913}"/>
          </ac:spMkLst>
        </pc:spChg>
        <pc:spChg chg="del topLvl">
          <ac:chgData name="Naimish Vadodariya" userId="d2e325c0593a319e" providerId="LiveId" clId="{C5D15607-3D89-4432-AEBA-7EDDE20FB0FE}" dt="2022-07-21T03:09:30.222" v="3706" actId="478"/>
          <ac:spMkLst>
            <pc:docMk/>
            <pc:sldMk cId="1996856082" sldId="684"/>
            <ac:spMk id="8" creationId="{A0702EEF-F482-45A6-1F21-AE23F22E1A1D}"/>
          </ac:spMkLst>
        </pc:spChg>
        <pc:grpChg chg="del">
          <ac:chgData name="Naimish Vadodariya" userId="d2e325c0593a319e" providerId="LiveId" clId="{C5D15607-3D89-4432-AEBA-7EDDE20FB0FE}" dt="2022-07-21T03:09:30.222" v="3706" actId="478"/>
          <ac:grpSpMkLst>
            <pc:docMk/>
            <pc:sldMk cId="1996856082" sldId="684"/>
            <ac:grpSpMk id="6" creationId="{32CFF17C-2F7C-1CB3-F439-E587C6FEAB8F}"/>
          </ac:grpSpMkLst>
        </pc:grpChg>
        <pc:graphicFrameChg chg="mod modGraphic">
          <ac:chgData name="Naimish Vadodariya" userId="d2e325c0593a319e" providerId="LiveId" clId="{C5D15607-3D89-4432-AEBA-7EDDE20FB0FE}" dt="2022-08-02T13:55:20.336" v="5924" actId="123"/>
          <ac:graphicFrameMkLst>
            <pc:docMk/>
            <pc:sldMk cId="1996856082" sldId="684"/>
            <ac:graphicFrameMk id="4" creationId="{9DD5ED74-CCEB-0B3E-B2AC-3DDC63428BBA}"/>
          </ac:graphicFrameMkLst>
        </pc:graphicFrameChg>
        <pc:graphicFrameChg chg="mod modGraphic">
          <ac:chgData name="Naimish Vadodariya" userId="d2e325c0593a319e" providerId="LiveId" clId="{C5D15607-3D89-4432-AEBA-7EDDE20FB0FE}" dt="2022-07-21T03:12:14.809" v="3733" actId="122"/>
          <ac:graphicFrameMkLst>
            <pc:docMk/>
            <pc:sldMk cId="1996856082" sldId="684"/>
            <ac:graphicFrameMk id="5" creationId="{82E8ADC2-DF14-359D-B349-5D0DCAD02B6F}"/>
          </ac:graphicFrameMkLst>
        </pc:graphicFrameChg>
      </pc:sldChg>
      <pc:sldChg chg="modSp add mod addAnim delAnim">
        <pc:chgData name="Naimish Vadodariya" userId="d2e325c0593a319e" providerId="LiveId" clId="{C5D15607-3D89-4432-AEBA-7EDDE20FB0FE}" dt="2022-08-02T13:55:14.671" v="5923" actId="123"/>
        <pc:sldMkLst>
          <pc:docMk/>
          <pc:sldMk cId="110166396" sldId="685"/>
        </pc:sldMkLst>
        <pc:spChg chg="mod">
          <ac:chgData name="Naimish Vadodariya" userId="d2e325c0593a319e" providerId="LiveId" clId="{C5D15607-3D89-4432-AEBA-7EDDE20FB0FE}" dt="2022-07-21T03:15:09.365" v="3776" actId="20577"/>
          <ac:spMkLst>
            <pc:docMk/>
            <pc:sldMk cId="110166396" sldId="685"/>
            <ac:spMk id="2" creationId="{1D522477-C5E6-4247-4C70-D60E0DE0B15B}"/>
          </ac:spMkLst>
        </pc:spChg>
        <pc:graphicFrameChg chg="mod modGraphic">
          <ac:chgData name="Naimish Vadodariya" userId="d2e325c0593a319e" providerId="LiveId" clId="{C5D15607-3D89-4432-AEBA-7EDDE20FB0FE}" dt="2022-08-02T13:55:14.671" v="5923" actId="123"/>
          <ac:graphicFrameMkLst>
            <pc:docMk/>
            <pc:sldMk cId="110166396" sldId="685"/>
            <ac:graphicFrameMk id="4" creationId="{9DD5ED74-CCEB-0B3E-B2AC-3DDC63428BBA}"/>
          </ac:graphicFrameMkLst>
        </pc:graphicFrameChg>
      </pc:sldChg>
      <pc:sldChg chg="modSp add del mod">
        <pc:chgData name="Naimish Vadodariya" userId="d2e325c0593a319e" providerId="LiveId" clId="{C5D15607-3D89-4432-AEBA-7EDDE20FB0FE}" dt="2022-07-21T05:20:58.769" v="4036" actId="2696"/>
        <pc:sldMkLst>
          <pc:docMk/>
          <pc:sldMk cId="1074586154" sldId="686"/>
        </pc:sldMkLst>
        <pc:spChg chg="mod">
          <ac:chgData name="Naimish Vadodariya" userId="d2e325c0593a319e" providerId="LiveId" clId="{C5D15607-3D89-4432-AEBA-7EDDE20FB0FE}" dt="2022-07-21T05:14:59.587" v="3858" actId="20577"/>
          <ac:spMkLst>
            <pc:docMk/>
            <pc:sldMk cId="1074586154" sldId="686"/>
            <ac:spMk id="2" creationId="{00000000-0000-0000-0000-000000000000}"/>
          </ac:spMkLst>
        </pc:spChg>
        <pc:spChg chg="mod">
          <ac:chgData name="Naimish Vadodariya" userId="d2e325c0593a319e" providerId="LiveId" clId="{C5D15607-3D89-4432-AEBA-7EDDE20FB0FE}" dt="2022-07-21T05:15:15.487" v="3892" actId="20577"/>
          <ac:spMkLst>
            <pc:docMk/>
            <pc:sldMk cId="1074586154" sldId="686"/>
            <ac:spMk id="3" creationId="{00000000-0000-0000-0000-000000000000}"/>
          </ac:spMkLst>
        </pc:spChg>
      </pc:sldChg>
      <pc:sldChg chg="addSp modSp add mod modAnim">
        <pc:chgData name="Naimish Vadodariya" userId="d2e325c0593a319e" providerId="LiveId" clId="{C5D15607-3D89-4432-AEBA-7EDDE20FB0FE}" dt="2022-07-21T05:35:44.400" v="4422" actId="2062"/>
        <pc:sldMkLst>
          <pc:docMk/>
          <pc:sldMk cId="2159378148" sldId="687"/>
        </pc:sldMkLst>
        <pc:spChg chg="mod">
          <ac:chgData name="Naimish Vadodariya" userId="d2e325c0593a319e" providerId="LiveId" clId="{C5D15607-3D89-4432-AEBA-7EDDE20FB0FE}" dt="2022-07-21T05:21:31.911" v="4038" actId="207"/>
          <ac:spMkLst>
            <pc:docMk/>
            <pc:sldMk cId="2159378148" sldId="687"/>
            <ac:spMk id="2" creationId="{00000000-0000-0000-0000-000000000000}"/>
          </ac:spMkLst>
        </pc:spChg>
        <pc:spChg chg="mod">
          <ac:chgData name="Naimish Vadodariya" userId="d2e325c0593a319e" providerId="LiveId" clId="{C5D15607-3D89-4432-AEBA-7EDDE20FB0FE}" dt="2022-07-21T05:19:15.450" v="4015" actId="6549"/>
          <ac:spMkLst>
            <pc:docMk/>
            <pc:sldMk cId="2159378148" sldId="687"/>
            <ac:spMk id="3" creationId="{00000000-0000-0000-0000-000000000000}"/>
          </ac:spMkLst>
        </pc:spChg>
        <pc:spChg chg="add mod">
          <ac:chgData name="Naimish Vadodariya" userId="d2e325c0593a319e" providerId="LiveId" clId="{C5D15607-3D89-4432-AEBA-7EDDE20FB0FE}" dt="2022-07-21T05:33:33.261" v="4385" actId="20577"/>
          <ac:spMkLst>
            <pc:docMk/>
            <pc:sldMk cId="2159378148" sldId="687"/>
            <ac:spMk id="8" creationId="{EFF3ABDB-F709-D09B-625E-7D148E8DB815}"/>
          </ac:spMkLst>
        </pc:spChg>
        <pc:spChg chg="add mod">
          <ac:chgData name="Naimish Vadodariya" userId="d2e325c0593a319e" providerId="LiveId" clId="{C5D15607-3D89-4432-AEBA-7EDDE20FB0FE}" dt="2022-07-21T05:22:26.699" v="4085" actId="20577"/>
          <ac:spMkLst>
            <pc:docMk/>
            <pc:sldMk cId="2159378148" sldId="687"/>
            <ac:spMk id="9" creationId="{5FDD3E90-64F7-9BBD-4D64-7DACA45947DE}"/>
          </ac:spMkLst>
        </pc:spChg>
        <pc:spChg chg="add mod">
          <ac:chgData name="Naimish Vadodariya" userId="d2e325c0593a319e" providerId="LiveId" clId="{C5D15607-3D89-4432-AEBA-7EDDE20FB0FE}" dt="2022-07-21T05:19:42.580" v="4023" actId="1076"/>
          <ac:spMkLst>
            <pc:docMk/>
            <pc:sldMk cId="2159378148" sldId="687"/>
            <ac:spMk id="10" creationId="{598F2250-72F3-7A80-03BD-1F1544F6EBF2}"/>
          </ac:spMkLst>
        </pc:spChg>
        <pc:spChg chg="add mod">
          <ac:chgData name="Naimish Vadodariya" userId="d2e325c0593a319e" providerId="LiveId" clId="{C5D15607-3D89-4432-AEBA-7EDDE20FB0FE}" dt="2022-07-21T05:22:11.962" v="4080" actId="1036"/>
          <ac:spMkLst>
            <pc:docMk/>
            <pc:sldMk cId="2159378148" sldId="687"/>
            <ac:spMk id="11" creationId="{317DD91F-2C43-E92E-B141-5DC2386447E6}"/>
          </ac:spMkLst>
        </pc:spChg>
        <pc:spChg chg="add mod">
          <ac:chgData name="Naimish Vadodariya" userId="d2e325c0593a319e" providerId="LiveId" clId="{C5D15607-3D89-4432-AEBA-7EDDE20FB0FE}" dt="2022-07-21T05:22:11.962" v="4080" actId="1036"/>
          <ac:spMkLst>
            <pc:docMk/>
            <pc:sldMk cId="2159378148" sldId="687"/>
            <ac:spMk id="12" creationId="{57F5D530-4C59-BBDF-0BCE-4DC096F679B8}"/>
          </ac:spMkLst>
        </pc:spChg>
        <pc:spChg chg="add mod">
          <ac:chgData name="Naimish Vadodariya" userId="d2e325c0593a319e" providerId="LiveId" clId="{C5D15607-3D89-4432-AEBA-7EDDE20FB0FE}" dt="2022-07-21T05:22:11.962" v="4080" actId="1036"/>
          <ac:spMkLst>
            <pc:docMk/>
            <pc:sldMk cId="2159378148" sldId="687"/>
            <ac:spMk id="13" creationId="{A76470CA-2686-39D3-A6D6-F4D9D003246F}"/>
          </ac:spMkLst>
        </pc:spChg>
        <pc:graphicFrameChg chg="modGraphic">
          <ac:chgData name="Naimish Vadodariya" userId="d2e325c0593a319e" providerId="LiveId" clId="{C5D15607-3D89-4432-AEBA-7EDDE20FB0FE}" dt="2022-07-21T05:35:44.400" v="4422" actId="2062"/>
          <ac:graphicFrameMkLst>
            <pc:docMk/>
            <pc:sldMk cId="2159378148" sldId="687"/>
            <ac:graphicFrameMk id="4" creationId="{2486BC6F-42B7-4A1D-889E-1B1818D1D5FB}"/>
          </ac:graphicFrameMkLst>
        </pc:graphicFrameChg>
        <pc:graphicFrameChg chg="mod">
          <ac:chgData name="Naimish Vadodariya" userId="d2e325c0593a319e" providerId="LiveId" clId="{C5D15607-3D89-4432-AEBA-7EDDE20FB0FE}" dt="2022-07-21T05:20:34.657" v="4035" actId="1076"/>
          <ac:graphicFrameMkLst>
            <pc:docMk/>
            <pc:sldMk cId="2159378148" sldId="687"/>
            <ac:graphicFrameMk id="6" creationId="{2486BC6F-42B7-4A1D-889E-1B1818D1D5FB}"/>
          </ac:graphicFrameMkLst>
        </pc:graphicFrameChg>
        <pc:graphicFrameChg chg="mod modGraphic">
          <ac:chgData name="Naimish Vadodariya" userId="d2e325c0593a319e" providerId="LiveId" clId="{C5D15607-3D89-4432-AEBA-7EDDE20FB0FE}" dt="2022-07-21T05:23:28.833" v="4091" actId="14100"/>
          <ac:graphicFrameMkLst>
            <pc:docMk/>
            <pc:sldMk cId="2159378148" sldId="687"/>
            <ac:graphicFrameMk id="7" creationId="{26B864CA-85CD-4666-B9D1-870ED08B272C}"/>
          </ac:graphicFrameMkLst>
        </pc:graphicFrameChg>
      </pc:sldChg>
      <pc:sldChg chg="add del">
        <pc:chgData name="Naimish Vadodariya" userId="d2e325c0593a319e" providerId="LiveId" clId="{C5D15607-3D89-4432-AEBA-7EDDE20FB0FE}" dt="2022-07-21T05:22:45.450" v="4087" actId="2696"/>
        <pc:sldMkLst>
          <pc:docMk/>
          <pc:sldMk cId="589128531" sldId="688"/>
        </pc:sldMkLst>
      </pc:sldChg>
      <pc:sldChg chg="modSp add del">
        <pc:chgData name="Naimish Vadodariya" userId="d2e325c0593a319e" providerId="LiveId" clId="{C5D15607-3D89-4432-AEBA-7EDDE20FB0FE}" dt="2022-07-21T05:28:15.105" v="4237" actId="2696"/>
        <pc:sldMkLst>
          <pc:docMk/>
          <pc:sldMk cId="2815962784" sldId="688"/>
        </pc:sldMkLst>
        <pc:spChg chg="mod">
          <ac:chgData name="Naimish Vadodariya" userId="d2e325c0593a319e" providerId="LiveId" clId="{C5D15607-3D89-4432-AEBA-7EDDE20FB0FE}" dt="2022-07-21T05:23:56.354" v="4097" actId="20577"/>
          <ac:spMkLst>
            <pc:docMk/>
            <pc:sldMk cId="2815962784" sldId="688"/>
            <ac:spMk id="3" creationId="{00000000-0000-0000-0000-000000000000}"/>
          </ac:spMkLst>
        </pc:spChg>
      </pc:sldChg>
      <pc:sldChg chg="addSp modSp add mod modAnim">
        <pc:chgData name="Naimish Vadodariya" userId="d2e325c0593a319e" providerId="LiveId" clId="{C5D15607-3D89-4432-AEBA-7EDDE20FB0FE}" dt="2022-07-22T07:13:18.019" v="4738" actId="12"/>
        <pc:sldMkLst>
          <pc:docMk/>
          <pc:sldMk cId="2649531586" sldId="689"/>
        </pc:sldMkLst>
        <pc:spChg chg="mod">
          <ac:chgData name="Naimish Vadodariya" userId="d2e325c0593a319e" providerId="LiveId" clId="{C5D15607-3D89-4432-AEBA-7EDDE20FB0FE}" dt="2022-07-21T05:43:59.889" v="4486" actId="20577"/>
          <ac:spMkLst>
            <pc:docMk/>
            <pc:sldMk cId="2649531586" sldId="689"/>
            <ac:spMk id="2" creationId="{00000000-0000-0000-0000-000000000000}"/>
          </ac:spMkLst>
        </pc:spChg>
        <pc:spChg chg="mod">
          <ac:chgData name="Naimish Vadodariya" userId="d2e325c0593a319e" providerId="LiveId" clId="{C5D15607-3D89-4432-AEBA-7EDDE20FB0FE}" dt="2022-07-22T07:13:18.019" v="4738" actId="12"/>
          <ac:spMkLst>
            <pc:docMk/>
            <pc:sldMk cId="2649531586" sldId="689"/>
            <ac:spMk id="3" creationId="{00000000-0000-0000-0000-000000000000}"/>
          </ac:spMkLst>
        </pc:spChg>
        <pc:spChg chg="add mod">
          <ac:chgData name="Naimish Vadodariya" userId="d2e325c0593a319e" providerId="LiveId" clId="{C5D15607-3D89-4432-AEBA-7EDDE20FB0FE}" dt="2022-07-21T05:33:27.129" v="4384" actId="20577"/>
          <ac:spMkLst>
            <pc:docMk/>
            <pc:sldMk cId="2649531586" sldId="689"/>
            <ac:spMk id="7" creationId="{EF46A604-D831-08C9-8A1F-5B773647B7F5}"/>
          </ac:spMkLst>
        </pc:spChg>
        <pc:spChg chg="add mod">
          <ac:chgData name="Naimish Vadodariya" userId="d2e325c0593a319e" providerId="LiveId" clId="{C5D15607-3D89-4432-AEBA-7EDDE20FB0FE}" dt="2022-07-21T05:25:03.091" v="4123" actId="1076"/>
          <ac:spMkLst>
            <pc:docMk/>
            <pc:sldMk cId="2649531586" sldId="689"/>
            <ac:spMk id="8" creationId="{EB211650-5962-6765-C899-42E92A5E821E}"/>
          </ac:spMkLst>
        </pc:spChg>
        <pc:spChg chg="add mod">
          <ac:chgData name="Naimish Vadodariya" userId="d2e325c0593a319e" providerId="LiveId" clId="{C5D15607-3D89-4432-AEBA-7EDDE20FB0FE}" dt="2022-07-21T05:25:03.091" v="4123" actId="1076"/>
          <ac:spMkLst>
            <pc:docMk/>
            <pc:sldMk cId="2649531586" sldId="689"/>
            <ac:spMk id="10" creationId="{0331989E-8179-4BDF-EF61-C99E9BD6DAC0}"/>
          </ac:spMkLst>
        </pc:spChg>
        <pc:spChg chg="add mod">
          <ac:chgData name="Naimish Vadodariya" userId="d2e325c0593a319e" providerId="LiveId" clId="{C5D15607-3D89-4432-AEBA-7EDDE20FB0FE}" dt="2022-07-21T05:27:43.644" v="4234"/>
          <ac:spMkLst>
            <pc:docMk/>
            <pc:sldMk cId="2649531586" sldId="689"/>
            <ac:spMk id="11" creationId="{B48D4D86-CCDA-83F0-5065-DF6BF1444A24}"/>
          </ac:spMkLst>
        </pc:spChg>
        <pc:spChg chg="add mod">
          <ac:chgData name="Naimish Vadodariya" userId="d2e325c0593a319e" providerId="LiveId" clId="{C5D15607-3D89-4432-AEBA-7EDDE20FB0FE}" dt="2022-07-21T05:27:48.893" v="4236" actId="20577"/>
          <ac:spMkLst>
            <pc:docMk/>
            <pc:sldMk cId="2649531586" sldId="689"/>
            <ac:spMk id="12" creationId="{73DD812F-0EC0-C258-4665-E76E26DB51A4}"/>
          </ac:spMkLst>
        </pc:spChg>
        <pc:spChg chg="add mod">
          <ac:chgData name="Naimish Vadodariya" userId="d2e325c0593a319e" providerId="LiveId" clId="{C5D15607-3D89-4432-AEBA-7EDDE20FB0FE}" dt="2022-07-21T05:25:39.785" v="4152" actId="1036"/>
          <ac:spMkLst>
            <pc:docMk/>
            <pc:sldMk cId="2649531586" sldId="689"/>
            <ac:spMk id="13" creationId="{F8515CA1-B5FF-0A60-1C7B-FD0213C3B486}"/>
          </ac:spMkLst>
        </pc:spChg>
        <pc:graphicFrameChg chg="modGraphic">
          <ac:chgData name="Naimish Vadodariya" userId="d2e325c0593a319e" providerId="LiveId" clId="{C5D15607-3D89-4432-AEBA-7EDDE20FB0FE}" dt="2022-07-21T05:35:39.479" v="4421" actId="2062"/>
          <ac:graphicFrameMkLst>
            <pc:docMk/>
            <pc:sldMk cId="2649531586" sldId="689"/>
            <ac:graphicFrameMk id="4" creationId="{2486BC6F-42B7-4A1D-889E-1B1818D1D5FB}"/>
          </ac:graphicFrameMkLst>
        </pc:graphicFrameChg>
      </pc:sldChg>
      <pc:sldChg chg="addSp delSp modSp add mod delAnim modAnim">
        <pc:chgData name="Naimish Vadodariya" userId="d2e325c0593a319e" providerId="LiveId" clId="{C5D15607-3D89-4432-AEBA-7EDDE20FB0FE}" dt="2022-07-21T05:43:56.298" v="4484" actId="20577"/>
        <pc:sldMkLst>
          <pc:docMk/>
          <pc:sldMk cId="961310112" sldId="690"/>
        </pc:sldMkLst>
        <pc:spChg chg="mod">
          <ac:chgData name="Naimish Vadodariya" userId="d2e325c0593a319e" providerId="LiveId" clId="{C5D15607-3D89-4432-AEBA-7EDDE20FB0FE}" dt="2022-07-21T05:43:56.298" v="4484" actId="20577"/>
          <ac:spMkLst>
            <pc:docMk/>
            <pc:sldMk cId="961310112" sldId="690"/>
            <ac:spMk id="2" creationId="{00000000-0000-0000-0000-000000000000}"/>
          </ac:spMkLst>
        </pc:spChg>
        <pc:spChg chg="mod">
          <ac:chgData name="Naimish Vadodariya" userId="d2e325c0593a319e" providerId="LiveId" clId="{C5D15607-3D89-4432-AEBA-7EDDE20FB0FE}" dt="2022-07-21T05:33:46.104" v="4386" actId="14100"/>
          <ac:spMkLst>
            <pc:docMk/>
            <pc:sldMk cId="961310112" sldId="690"/>
            <ac:spMk id="3" creationId="{00000000-0000-0000-0000-000000000000}"/>
          </ac:spMkLst>
        </pc:spChg>
        <pc:spChg chg="mod">
          <ac:chgData name="Naimish Vadodariya" userId="d2e325c0593a319e" providerId="LiveId" clId="{C5D15607-3D89-4432-AEBA-7EDDE20FB0FE}" dt="2022-07-21T05:33:09.537" v="4376" actId="20577"/>
          <ac:spMkLst>
            <pc:docMk/>
            <pc:sldMk cId="961310112" sldId="690"/>
            <ac:spMk id="7" creationId="{EF46A604-D831-08C9-8A1F-5B773647B7F5}"/>
          </ac:spMkLst>
        </pc:spChg>
        <pc:spChg chg="mod">
          <ac:chgData name="Naimish Vadodariya" userId="d2e325c0593a319e" providerId="LiveId" clId="{C5D15607-3D89-4432-AEBA-7EDDE20FB0FE}" dt="2022-07-21T05:32:41.715" v="4355" actId="20577"/>
          <ac:spMkLst>
            <pc:docMk/>
            <pc:sldMk cId="961310112" sldId="690"/>
            <ac:spMk id="8" creationId="{EB211650-5962-6765-C899-42E92A5E821E}"/>
          </ac:spMkLst>
        </pc:spChg>
        <pc:spChg chg="del">
          <ac:chgData name="Naimish Vadodariya" userId="d2e325c0593a319e" providerId="LiveId" clId="{C5D15607-3D89-4432-AEBA-7EDDE20FB0FE}" dt="2022-07-21T05:31:04.043" v="4274" actId="478"/>
          <ac:spMkLst>
            <pc:docMk/>
            <pc:sldMk cId="961310112" sldId="690"/>
            <ac:spMk id="11" creationId="{B48D4D86-CCDA-83F0-5065-DF6BF1444A24}"/>
          </ac:spMkLst>
        </pc:spChg>
        <pc:spChg chg="del">
          <ac:chgData name="Naimish Vadodariya" userId="d2e325c0593a319e" providerId="LiveId" clId="{C5D15607-3D89-4432-AEBA-7EDDE20FB0FE}" dt="2022-07-21T05:31:08.114" v="4276" actId="478"/>
          <ac:spMkLst>
            <pc:docMk/>
            <pc:sldMk cId="961310112" sldId="690"/>
            <ac:spMk id="12" creationId="{73DD812F-0EC0-C258-4665-E76E26DB51A4}"/>
          </ac:spMkLst>
        </pc:spChg>
        <pc:spChg chg="del">
          <ac:chgData name="Naimish Vadodariya" userId="d2e325c0593a319e" providerId="LiveId" clId="{C5D15607-3D89-4432-AEBA-7EDDE20FB0FE}" dt="2022-07-21T05:31:06.177" v="4275" actId="478"/>
          <ac:spMkLst>
            <pc:docMk/>
            <pc:sldMk cId="961310112" sldId="690"/>
            <ac:spMk id="13" creationId="{F8515CA1-B5FF-0A60-1C7B-FD0213C3B486}"/>
          </ac:spMkLst>
        </pc:spChg>
        <pc:spChg chg="add mod">
          <ac:chgData name="Naimish Vadodariya" userId="d2e325c0593a319e" providerId="LiveId" clId="{C5D15607-3D89-4432-AEBA-7EDDE20FB0FE}" dt="2022-07-21T05:43:07.405" v="4479" actId="1036"/>
          <ac:spMkLst>
            <pc:docMk/>
            <pc:sldMk cId="961310112" sldId="690"/>
            <ac:spMk id="15" creationId="{C4499F60-3764-5CC8-5C83-857AC1583F24}"/>
          </ac:spMkLst>
        </pc:spChg>
        <pc:spChg chg="add mod">
          <ac:chgData name="Naimish Vadodariya" userId="d2e325c0593a319e" providerId="LiveId" clId="{C5D15607-3D89-4432-AEBA-7EDDE20FB0FE}" dt="2022-07-21T05:43:07.405" v="4479" actId="1036"/>
          <ac:spMkLst>
            <pc:docMk/>
            <pc:sldMk cId="961310112" sldId="690"/>
            <ac:spMk id="16" creationId="{08A50DC0-ACD1-C821-B8A5-EE4CB8303E37}"/>
          </ac:spMkLst>
        </pc:spChg>
        <pc:spChg chg="add mod">
          <ac:chgData name="Naimish Vadodariya" userId="d2e325c0593a319e" providerId="LiveId" clId="{C5D15607-3D89-4432-AEBA-7EDDE20FB0FE}" dt="2022-07-21T05:43:07.405" v="4479" actId="1036"/>
          <ac:spMkLst>
            <pc:docMk/>
            <pc:sldMk cId="961310112" sldId="690"/>
            <ac:spMk id="17" creationId="{43DE4105-031D-D0DE-E4D9-777C2F947096}"/>
          </ac:spMkLst>
        </pc:spChg>
        <pc:graphicFrameChg chg="modGraphic">
          <ac:chgData name="Naimish Vadodariya" userId="d2e325c0593a319e" providerId="LiveId" clId="{C5D15607-3D89-4432-AEBA-7EDDE20FB0FE}" dt="2022-07-21T05:35:33.873" v="4420" actId="2062"/>
          <ac:graphicFrameMkLst>
            <pc:docMk/>
            <pc:sldMk cId="961310112" sldId="690"/>
            <ac:graphicFrameMk id="4" creationId="{2486BC6F-42B7-4A1D-889E-1B1818D1D5FB}"/>
          </ac:graphicFrameMkLst>
        </pc:graphicFrameChg>
        <pc:graphicFrameChg chg="add mod modGraphic">
          <ac:chgData name="Naimish Vadodariya" userId="d2e325c0593a319e" providerId="LiveId" clId="{C5D15607-3D89-4432-AEBA-7EDDE20FB0FE}" dt="2022-07-21T05:35:29.136" v="4419" actId="2062"/>
          <ac:graphicFrameMkLst>
            <pc:docMk/>
            <pc:sldMk cId="961310112" sldId="690"/>
            <ac:graphicFrameMk id="14" creationId="{CD4CB208-6586-AAD4-1436-DDA0A3C682F0}"/>
          </ac:graphicFrameMkLst>
        </pc:graphicFrameChg>
      </pc:sldChg>
      <pc:sldChg chg="modSp add del mod">
        <pc:chgData name="Naimish Vadodariya" userId="d2e325c0593a319e" providerId="LiveId" clId="{C5D15607-3D89-4432-AEBA-7EDDE20FB0FE}" dt="2022-07-21T05:49:07.217" v="4559" actId="2696"/>
        <pc:sldMkLst>
          <pc:docMk/>
          <pc:sldMk cId="1373516055" sldId="691"/>
        </pc:sldMkLst>
        <pc:spChg chg="mod">
          <ac:chgData name="Naimish Vadodariya" userId="d2e325c0593a319e" providerId="LiveId" clId="{C5D15607-3D89-4432-AEBA-7EDDE20FB0FE}" dt="2022-07-21T05:43:52.616" v="4482" actId="20577"/>
          <ac:spMkLst>
            <pc:docMk/>
            <pc:sldMk cId="1373516055" sldId="691"/>
            <ac:spMk id="2" creationId="{00000000-0000-0000-0000-000000000000}"/>
          </ac:spMkLst>
        </pc:spChg>
      </pc:sldChg>
      <pc:sldChg chg="addSp delSp modSp add mod delAnim modAnim">
        <pc:chgData name="Naimish Vadodariya" userId="d2e325c0593a319e" providerId="LiveId" clId="{C5D15607-3D89-4432-AEBA-7EDDE20FB0FE}" dt="2022-07-22T07:14:55.864" v="4739"/>
        <pc:sldMkLst>
          <pc:docMk/>
          <pc:sldMk cId="1845432079" sldId="692"/>
        </pc:sldMkLst>
        <pc:spChg chg="mod">
          <ac:chgData name="Naimish Vadodariya" userId="d2e325c0593a319e" providerId="LiveId" clId="{C5D15607-3D89-4432-AEBA-7EDDE20FB0FE}" dt="2022-07-21T05:44:53.918" v="4493" actId="20577"/>
          <ac:spMkLst>
            <pc:docMk/>
            <pc:sldMk cId="1845432079" sldId="692"/>
            <ac:spMk id="2" creationId="{00000000-0000-0000-0000-000000000000}"/>
          </ac:spMkLst>
        </pc:spChg>
        <pc:spChg chg="del">
          <ac:chgData name="Naimish Vadodariya" userId="d2e325c0593a319e" providerId="LiveId" clId="{C5D15607-3D89-4432-AEBA-7EDDE20FB0FE}" dt="2022-07-21T05:46:39.565" v="4535" actId="478"/>
          <ac:spMkLst>
            <pc:docMk/>
            <pc:sldMk cId="1845432079" sldId="692"/>
            <ac:spMk id="3" creationId="{00000000-0000-0000-0000-000000000000}"/>
          </ac:spMkLst>
        </pc:spChg>
        <pc:spChg chg="mod">
          <ac:chgData name="Naimish Vadodariya" userId="d2e325c0593a319e" providerId="LiveId" clId="{C5D15607-3D89-4432-AEBA-7EDDE20FB0FE}" dt="2022-07-21T05:45:37.003" v="4524" actId="20577"/>
          <ac:spMkLst>
            <pc:docMk/>
            <pc:sldMk cId="1845432079" sldId="692"/>
            <ac:spMk id="7" creationId="{EF46A604-D831-08C9-8A1F-5B773647B7F5}"/>
          </ac:spMkLst>
        </pc:spChg>
        <pc:spChg chg="mod">
          <ac:chgData name="Naimish Vadodariya" userId="d2e325c0593a319e" providerId="LiveId" clId="{C5D15607-3D89-4432-AEBA-7EDDE20FB0FE}" dt="2022-07-21T05:45:13.701" v="4518" actId="20577"/>
          <ac:spMkLst>
            <pc:docMk/>
            <pc:sldMk cId="1845432079" sldId="692"/>
            <ac:spMk id="8" creationId="{EB211650-5962-6765-C899-42E92A5E821E}"/>
          </ac:spMkLst>
        </pc:spChg>
        <pc:spChg chg="del">
          <ac:chgData name="Naimish Vadodariya" userId="d2e325c0593a319e" providerId="LiveId" clId="{C5D15607-3D89-4432-AEBA-7EDDE20FB0FE}" dt="2022-07-21T05:46:51.949" v="4537" actId="478"/>
          <ac:spMkLst>
            <pc:docMk/>
            <pc:sldMk cId="1845432079" sldId="692"/>
            <ac:spMk id="9" creationId="{00000000-0000-0000-0000-000000000000}"/>
          </ac:spMkLst>
        </pc:spChg>
        <pc:spChg chg="add del mod">
          <ac:chgData name="Naimish Vadodariya" userId="d2e325c0593a319e" providerId="LiveId" clId="{C5D15607-3D89-4432-AEBA-7EDDE20FB0FE}" dt="2022-07-21T05:46:43.731" v="4536" actId="478"/>
          <ac:spMkLst>
            <pc:docMk/>
            <pc:sldMk cId="1845432079" sldId="692"/>
            <ac:spMk id="11" creationId="{DF1781DA-D82F-99E5-413F-05C06CA304F1}"/>
          </ac:spMkLst>
        </pc:spChg>
        <pc:spChg chg="mod">
          <ac:chgData name="Naimish Vadodariya" userId="d2e325c0593a319e" providerId="LiveId" clId="{C5D15607-3D89-4432-AEBA-7EDDE20FB0FE}" dt="2022-07-21T05:46:22.262" v="4533" actId="20577"/>
          <ac:spMkLst>
            <pc:docMk/>
            <pc:sldMk cId="1845432079" sldId="692"/>
            <ac:spMk id="15" creationId="{C4499F60-3764-5CC8-5C83-857AC1583F24}"/>
          </ac:spMkLst>
        </pc:spChg>
        <pc:spChg chg="mod">
          <ac:chgData name="Naimish Vadodariya" userId="d2e325c0593a319e" providerId="LiveId" clId="{C5D15607-3D89-4432-AEBA-7EDDE20FB0FE}" dt="2022-07-21T05:46:12.436" v="4526" actId="14100"/>
          <ac:spMkLst>
            <pc:docMk/>
            <pc:sldMk cId="1845432079" sldId="692"/>
            <ac:spMk id="16" creationId="{08A50DC0-ACD1-C821-B8A5-EE4CB8303E37}"/>
          </ac:spMkLst>
        </pc:spChg>
        <pc:spChg chg="mod">
          <ac:chgData name="Naimish Vadodariya" userId="d2e325c0593a319e" providerId="LiveId" clId="{C5D15607-3D89-4432-AEBA-7EDDE20FB0FE}" dt="2022-07-21T05:46:35.456" v="4534" actId="14100"/>
          <ac:spMkLst>
            <pc:docMk/>
            <pc:sldMk cId="1845432079" sldId="692"/>
            <ac:spMk id="17" creationId="{43DE4105-031D-D0DE-E4D9-777C2F947096}"/>
          </ac:spMkLst>
        </pc:spChg>
        <pc:graphicFrameChg chg="modGraphic">
          <ac:chgData name="Naimish Vadodariya" userId="d2e325c0593a319e" providerId="LiveId" clId="{C5D15607-3D89-4432-AEBA-7EDDE20FB0FE}" dt="2022-07-21T05:46:58.204" v="4538" actId="207"/>
          <ac:graphicFrameMkLst>
            <pc:docMk/>
            <pc:sldMk cId="1845432079" sldId="692"/>
            <ac:graphicFrameMk id="4" creationId="{2486BC6F-42B7-4A1D-889E-1B1818D1D5FB}"/>
          </ac:graphicFrameMkLst>
        </pc:graphicFrameChg>
        <pc:graphicFrameChg chg="modGraphic">
          <ac:chgData name="Naimish Vadodariya" userId="d2e325c0593a319e" providerId="LiveId" clId="{C5D15607-3D89-4432-AEBA-7EDDE20FB0FE}" dt="2022-07-21T05:48:05.438" v="4553" actId="207"/>
          <ac:graphicFrameMkLst>
            <pc:docMk/>
            <pc:sldMk cId="1845432079" sldId="692"/>
            <ac:graphicFrameMk id="14" creationId="{CD4CB208-6586-AAD4-1436-DDA0A3C682F0}"/>
          </ac:graphicFrameMkLst>
        </pc:graphicFrameChg>
        <pc:cxnChg chg="add mod">
          <ac:chgData name="Naimish Vadodariya" userId="d2e325c0593a319e" providerId="LiveId" clId="{C5D15607-3D89-4432-AEBA-7EDDE20FB0FE}" dt="2022-07-21T05:47:50.680" v="4552" actId="1036"/>
          <ac:cxnSpMkLst>
            <pc:docMk/>
            <pc:sldMk cId="1845432079" sldId="692"/>
            <ac:cxnSpMk id="13" creationId="{DD2346FC-414E-CC60-75EE-61A0300100B9}"/>
          </ac:cxnSpMkLst>
        </pc:cxnChg>
        <pc:cxnChg chg="add mod">
          <ac:chgData name="Naimish Vadodariya" userId="d2e325c0593a319e" providerId="LiveId" clId="{C5D15607-3D89-4432-AEBA-7EDDE20FB0FE}" dt="2022-07-21T05:47:50.680" v="4552" actId="1036"/>
          <ac:cxnSpMkLst>
            <pc:docMk/>
            <pc:sldMk cId="1845432079" sldId="692"/>
            <ac:cxnSpMk id="18" creationId="{772E376C-53DA-0001-04C6-ED1A78FF55BD}"/>
          </ac:cxnSpMkLst>
        </pc:cxnChg>
        <pc:cxnChg chg="add mod">
          <ac:chgData name="Naimish Vadodariya" userId="d2e325c0593a319e" providerId="LiveId" clId="{C5D15607-3D89-4432-AEBA-7EDDE20FB0FE}" dt="2022-07-21T05:47:36.243" v="4545" actId="571"/>
          <ac:cxnSpMkLst>
            <pc:docMk/>
            <pc:sldMk cId="1845432079" sldId="692"/>
            <ac:cxnSpMk id="21" creationId="{2DA2DA60-DB6C-327E-FF1E-619A8EBD09B5}"/>
          </ac:cxnSpMkLst>
        </pc:cxnChg>
        <pc:cxnChg chg="add mod">
          <ac:chgData name="Naimish Vadodariya" userId="d2e325c0593a319e" providerId="LiveId" clId="{C5D15607-3D89-4432-AEBA-7EDDE20FB0FE}" dt="2022-07-21T05:47:36.243" v="4545" actId="571"/>
          <ac:cxnSpMkLst>
            <pc:docMk/>
            <pc:sldMk cId="1845432079" sldId="692"/>
            <ac:cxnSpMk id="22" creationId="{B7FD1C1A-0CC7-6EEC-2177-2BBB22249870}"/>
          </ac:cxnSpMkLst>
        </pc:cxnChg>
      </pc:sldChg>
      <pc:sldChg chg="addSp delSp modSp add mod delAnim modAnim">
        <pc:chgData name="Naimish Vadodariya" userId="d2e325c0593a319e" providerId="LiveId" clId="{C5D15607-3D89-4432-AEBA-7EDDE20FB0FE}" dt="2022-08-02T13:59:37.629" v="5928" actId="207"/>
        <pc:sldMkLst>
          <pc:docMk/>
          <pc:sldMk cId="2964722498" sldId="693"/>
        </pc:sldMkLst>
        <pc:spChg chg="mod">
          <ac:chgData name="Naimish Vadodariya" userId="d2e325c0593a319e" providerId="LiveId" clId="{C5D15607-3D89-4432-AEBA-7EDDE20FB0FE}" dt="2022-08-02T13:59:37.629" v="5928" actId="207"/>
          <ac:spMkLst>
            <pc:docMk/>
            <pc:sldMk cId="2964722498" sldId="693"/>
            <ac:spMk id="2" creationId="{00000000-0000-0000-0000-000000000000}"/>
          </ac:spMkLst>
        </pc:spChg>
        <pc:spChg chg="mod">
          <ac:chgData name="Naimish Vadodariya" userId="d2e325c0593a319e" providerId="LiveId" clId="{C5D15607-3D89-4432-AEBA-7EDDE20FB0FE}" dt="2022-08-02T13:38:37.725" v="5843"/>
          <ac:spMkLst>
            <pc:docMk/>
            <pc:sldMk cId="2964722498" sldId="693"/>
            <ac:spMk id="7" creationId="{EF46A604-D831-08C9-8A1F-5B773647B7F5}"/>
          </ac:spMkLst>
        </pc:spChg>
        <pc:spChg chg="mod">
          <ac:chgData name="Naimish Vadodariya" userId="d2e325c0593a319e" providerId="LiveId" clId="{C5D15607-3D89-4432-AEBA-7EDDE20FB0FE}" dt="2022-08-02T13:38:47.373" v="5851" actId="20577"/>
          <ac:spMkLst>
            <pc:docMk/>
            <pc:sldMk cId="2964722498" sldId="693"/>
            <ac:spMk id="8" creationId="{EB211650-5962-6765-C899-42E92A5E821E}"/>
          </ac:spMkLst>
        </pc:spChg>
        <pc:spChg chg="mod">
          <ac:chgData name="Naimish Vadodariya" userId="d2e325c0593a319e" providerId="LiveId" clId="{C5D15607-3D89-4432-AEBA-7EDDE20FB0FE}" dt="2022-08-02T13:29:03.740" v="5655" actId="1036"/>
          <ac:spMkLst>
            <pc:docMk/>
            <pc:sldMk cId="2964722498" sldId="693"/>
            <ac:spMk id="10" creationId="{0331989E-8179-4BDF-EF61-C99E9BD6DAC0}"/>
          </ac:spMkLst>
        </pc:spChg>
        <pc:spChg chg="mod">
          <ac:chgData name="Naimish Vadodariya" userId="d2e325c0593a319e" providerId="LiveId" clId="{C5D15607-3D89-4432-AEBA-7EDDE20FB0FE}" dt="2022-08-02T13:54:53.807" v="5922" actId="1035"/>
          <ac:spMkLst>
            <pc:docMk/>
            <pc:sldMk cId="2964722498" sldId="693"/>
            <ac:spMk id="15" creationId="{C4499F60-3764-5CC8-5C83-857AC1583F24}"/>
          </ac:spMkLst>
        </pc:spChg>
        <pc:spChg chg="mod">
          <ac:chgData name="Naimish Vadodariya" userId="d2e325c0593a319e" providerId="LiveId" clId="{C5D15607-3D89-4432-AEBA-7EDDE20FB0FE}" dt="2022-08-02T13:54:53.807" v="5922" actId="1035"/>
          <ac:spMkLst>
            <pc:docMk/>
            <pc:sldMk cId="2964722498" sldId="693"/>
            <ac:spMk id="16" creationId="{08A50DC0-ACD1-C821-B8A5-EE4CB8303E37}"/>
          </ac:spMkLst>
        </pc:spChg>
        <pc:spChg chg="mod">
          <ac:chgData name="Naimish Vadodariya" userId="d2e325c0593a319e" providerId="LiveId" clId="{C5D15607-3D89-4432-AEBA-7EDDE20FB0FE}" dt="2022-08-02T13:54:53.807" v="5922" actId="1035"/>
          <ac:spMkLst>
            <pc:docMk/>
            <pc:sldMk cId="2964722498" sldId="693"/>
            <ac:spMk id="17" creationId="{43DE4105-031D-D0DE-E4D9-777C2F947096}"/>
          </ac:spMkLst>
        </pc:spChg>
        <pc:spChg chg="add mod">
          <ac:chgData name="Naimish Vadodariya" userId="d2e325c0593a319e" providerId="LiveId" clId="{C5D15607-3D89-4432-AEBA-7EDDE20FB0FE}" dt="2022-08-02T13:44:39.882" v="5913" actId="14100"/>
          <ac:spMkLst>
            <pc:docMk/>
            <pc:sldMk cId="2964722498" sldId="693"/>
            <ac:spMk id="19" creationId="{CC74C14F-C13D-3C02-4C4E-3E96CFB42C4B}"/>
          </ac:spMkLst>
        </pc:spChg>
        <pc:spChg chg="add mod">
          <ac:chgData name="Naimish Vadodariya" userId="d2e325c0593a319e" providerId="LiveId" clId="{C5D15607-3D89-4432-AEBA-7EDDE20FB0FE}" dt="2022-08-02T13:51:51.052" v="5914" actId="1035"/>
          <ac:spMkLst>
            <pc:docMk/>
            <pc:sldMk cId="2964722498" sldId="693"/>
            <ac:spMk id="20" creationId="{AE5EFED1-E0F3-1EAB-3FBB-1AC572C3809D}"/>
          </ac:spMkLst>
        </pc:spChg>
        <pc:spChg chg="add mod">
          <ac:chgData name="Naimish Vadodariya" userId="d2e325c0593a319e" providerId="LiveId" clId="{C5D15607-3D89-4432-AEBA-7EDDE20FB0FE}" dt="2022-08-02T13:43:51.375" v="5909" actId="14100"/>
          <ac:spMkLst>
            <pc:docMk/>
            <pc:sldMk cId="2964722498" sldId="693"/>
            <ac:spMk id="21" creationId="{5384D5CD-1F17-87A6-54E7-ECF2A5F8ED8C}"/>
          </ac:spMkLst>
        </pc:spChg>
        <pc:graphicFrameChg chg="del">
          <ac:chgData name="Naimish Vadodariya" userId="d2e325c0593a319e" providerId="LiveId" clId="{C5D15607-3D89-4432-AEBA-7EDDE20FB0FE}" dt="2022-08-02T12:51:53.541" v="4770" actId="478"/>
          <ac:graphicFrameMkLst>
            <pc:docMk/>
            <pc:sldMk cId="2964722498" sldId="693"/>
            <ac:graphicFrameMk id="14" creationId="{CD4CB208-6586-AAD4-1436-DDA0A3C682F0}"/>
          </ac:graphicFrameMkLst>
        </pc:graphicFrameChg>
        <pc:cxnChg chg="del">
          <ac:chgData name="Naimish Vadodariya" userId="d2e325c0593a319e" providerId="LiveId" clId="{C5D15607-3D89-4432-AEBA-7EDDE20FB0FE}" dt="2022-08-02T12:51:55.525" v="4772" actId="478"/>
          <ac:cxnSpMkLst>
            <pc:docMk/>
            <pc:sldMk cId="2964722498" sldId="693"/>
            <ac:cxnSpMk id="13" creationId="{DD2346FC-414E-CC60-75EE-61A0300100B9}"/>
          </ac:cxnSpMkLst>
        </pc:cxnChg>
        <pc:cxnChg chg="del">
          <ac:chgData name="Naimish Vadodariya" userId="d2e325c0593a319e" providerId="LiveId" clId="{C5D15607-3D89-4432-AEBA-7EDDE20FB0FE}" dt="2022-08-02T12:51:54.728" v="4771" actId="478"/>
          <ac:cxnSpMkLst>
            <pc:docMk/>
            <pc:sldMk cId="2964722498" sldId="693"/>
            <ac:cxnSpMk id="18" creationId="{772E376C-53DA-0001-04C6-ED1A78FF55BD}"/>
          </ac:cxnSpMkLst>
        </pc:cxnChg>
      </pc:sldChg>
      <pc:sldChg chg="modSp add del mod">
        <pc:chgData name="Naimish Vadodariya" userId="d2e325c0593a319e" providerId="LiveId" clId="{C5D15607-3D89-4432-AEBA-7EDDE20FB0FE}" dt="2022-07-26T00:43:57.955" v="4751" actId="2696"/>
        <pc:sldMkLst>
          <pc:docMk/>
          <pc:sldMk cId="3614904855" sldId="693"/>
        </pc:sldMkLst>
        <pc:spChg chg="mod">
          <ac:chgData name="Naimish Vadodariya" userId="d2e325c0593a319e" providerId="LiveId" clId="{C5D15607-3D89-4432-AEBA-7EDDE20FB0FE}" dt="2022-07-26T00:41:13.869" v="4750" actId="20577"/>
          <ac:spMkLst>
            <pc:docMk/>
            <pc:sldMk cId="3614904855" sldId="693"/>
            <ac:spMk id="2" creationId="{00000000-0000-0000-0000-000000000000}"/>
          </ac:spMkLst>
        </pc:spChg>
      </pc:sldChg>
      <pc:sldChg chg="addSp delSp modSp add mod delAnim modAnim">
        <pc:chgData name="Naimish Vadodariya" userId="d2e325c0593a319e" providerId="LiveId" clId="{C5D15607-3D89-4432-AEBA-7EDDE20FB0FE}" dt="2022-08-02T13:59:18.083" v="5925" actId="207"/>
        <pc:sldMkLst>
          <pc:docMk/>
          <pc:sldMk cId="2407907209" sldId="694"/>
        </pc:sldMkLst>
        <pc:spChg chg="mod">
          <ac:chgData name="Naimish Vadodariya" userId="d2e325c0593a319e" providerId="LiveId" clId="{C5D15607-3D89-4432-AEBA-7EDDE20FB0FE}" dt="2022-08-02T13:59:18.083" v="5925" actId="207"/>
          <ac:spMkLst>
            <pc:docMk/>
            <pc:sldMk cId="2407907209" sldId="694"/>
            <ac:spMk id="2" creationId="{00000000-0000-0000-0000-000000000000}"/>
          </ac:spMkLst>
        </pc:spChg>
        <pc:spChg chg="add mod">
          <ac:chgData name="Naimish Vadodariya" userId="d2e325c0593a319e" providerId="LiveId" clId="{C5D15607-3D89-4432-AEBA-7EDDE20FB0FE}" dt="2022-08-02T13:03:50.651" v="5335" actId="123"/>
          <ac:spMkLst>
            <pc:docMk/>
            <pc:sldMk cId="2407907209" sldId="694"/>
            <ac:spMk id="3" creationId="{226A7A56-A308-0C78-209E-6C25E8B150CF}"/>
          </ac:spMkLst>
        </pc:spChg>
        <pc:spChg chg="mod">
          <ac:chgData name="Naimish Vadodariya" userId="d2e325c0593a319e" providerId="LiveId" clId="{C5D15607-3D89-4432-AEBA-7EDDE20FB0FE}" dt="2022-08-02T13:04:52.285" v="5339"/>
          <ac:spMkLst>
            <pc:docMk/>
            <pc:sldMk cId="2407907209" sldId="694"/>
            <ac:spMk id="7" creationId="{EF46A604-D831-08C9-8A1F-5B773647B7F5}"/>
          </ac:spMkLst>
        </pc:spChg>
        <pc:spChg chg="mod">
          <ac:chgData name="Naimish Vadodariya" userId="d2e325c0593a319e" providerId="LiveId" clId="{C5D15607-3D89-4432-AEBA-7EDDE20FB0FE}" dt="2022-08-02T12:58:54.377" v="4906" actId="20577"/>
          <ac:spMkLst>
            <pc:docMk/>
            <pc:sldMk cId="2407907209" sldId="694"/>
            <ac:spMk id="15" creationId="{C4499F60-3764-5CC8-5C83-857AC1583F24}"/>
          </ac:spMkLst>
        </pc:spChg>
        <pc:spChg chg="mod">
          <ac:chgData name="Naimish Vadodariya" userId="d2e325c0593a319e" providerId="LiveId" clId="{C5D15607-3D89-4432-AEBA-7EDDE20FB0FE}" dt="2022-08-02T12:55:43.669" v="4846" actId="20577"/>
          <ac:spMkLst>
            <pc:docMk/>
            <pc:sldMk cId="2407907209" sldId="694"/>
            <ac:spMk id="17" creationId="{43DE4105-031D-D0DE-E4D9-777C2F947096}"/>
          </ac:spMkLst>
        </pc:spChg>
        <pc:spChg chg="add mod">
          <ac:chgData name="Naimish Vadodariya" userId="d2e325c0593a319e" providerId="LiveId" clId="{C5D15607-3D89-4432-AEBA-7EDDE20FB0FE}" dt="2022-08-02T12:59:51.749" v="4970" actId="1036"/>
          <ac:spMkLst>
            <pc:docMk/>
            <pc:sldMk cId="2407907209" sldId="694"/>
            <ac:spMk id="19" creationId="{3B791CFE-578E-D804-38AE-6681F5BF5247}"/>
          </ac:spMkLst>
        </pc:spChg>
        <pc:spChg chg="add mod">
          <ac:chgData name="Naimish Vadodariya" userId="d2e325c0593a319e" providerId="LiveId" clId="{C5D15607-3D89-4432-AEBA-7EDDE20FB0FE}" dt="2022-08-02T12:59:51.749" v="4970" actId="1036"/>
          <ac:spMkLst>
            <pc:docMk/>
            <pc:sldMk cId="2407907209" sldId="694"/>
            <ac:spMk id="20" creationId="{E088FFF4-84CB-9838-F391-8764634A3AE6}"/>
          </ac:spMkLst>
        </pc:spChg>
        <pc:spChg chg="add mod">
          <ac:chgData name="Naimish Vadodariya" userId="d2e325c0593a319e" providerId="LiveId" clId="{C5D15607-3D89-4432-AEBA-7EDDE20FB0FE}" dt="2022-08-02T12:59:51.749" v="4970" actId="1036"/>
          <ac:spMkLst>
            <pc:docMk/>
            <pc:sldMk cId="2407907209" sldId="694"/>
            <ac:spMk id="21" creationId="{84DDB2EF-9A43-6E16-1634-5F77F1F696E8}"/>
          </ac:spMkLst>
        </pc:spChg>
        <pc:spChg chg="add mod">
          <ac:chgData name="Naimish Vadodariya" userId="d2e325c0593a319e" providerId="LiveId" clId="{C5D15607-3D89-4432-AEBA-7EDDE20FB0FE}" dt="2022-08-02T13:03:55.050" v="5336" actId="123"/>
          <ac:spMkLst>
            <pc:docMk/>
            <pc:sldMk cId="2407907209" sldId="694"/>
            <ac:spMk id="22" creationId="{AA9D8139-E15C-C548-DEC3-D0BA78DF706E}"/>
          </ac:spMkLst>
        </pc:spChg>
        <pc:graphicFrameChg chg="modGraphic">
          <ac:chgData name="Naimish Vadodariya" userId="d2e325c0593a319e" providerId="LiveId" clId="{C5D15607-3D89-4432-AEBA-7EDDE20FB0FE}" dt="2022-08-02T12:59:03.490" v="4911" actId="114"/>
          <ac:graphicFrameMkLst>
            <pc:docMk/>
            <pc:sldMk cId="2407907209" sldId="694"/>
            <ac:graphicFrameMk id="4" creationId="{2486BC6F-42B7-4A1D-889E-1B1818D1D5FB}"/>
          </ac:graphicFrameMkLst>
        </pc:graphicFrameChg>
        <pc:graphicFrameChg chg="del">
          <ac:chgData name="Naimish Vadodariya" userId="d2e325c0593a319e" providerId="LiveId" clId="{C5D15607-3D89-4432-AEBA-7EDDE20FB0FE}" dt="2022-08-02T12:55:36.489" v="4841" actId="478"/>
          <ac:graphicFrameMkLst>
            <pc:docMk/>
            <pc:sldMk cId="2407907209" sldId="694"/>
            <ac:graphicFrameMk id="14" creationId="{CD4CB208-6586-AAD4-1436-DDA0A3C682F0}"/>
          </ac:graphicFrameMkLst>
        </pc:graphicFrameChg>
        <pc:cxnChg chg="del">
          <ac:chgData name="Naimish Vadodariya" userId="d2e325c0593a319e" providerId="LiveId" clId="{C5D15607-3D89-4432-AEBA-7EDDE20FB0FE}" dt="2022-08-02T12:55:38.286" v="4843" actId="478"/>
          <ac:cxnSpMkLst>
            <pc:docMk/>
            <pc:sldMk cId="2407907209" sldId="694"/>
            <ac:cxnSpMk id="13" creationId="{DD2346FC-414E-CC60-75EE-61A0300100B9}"/>
          </ac:cxnSpMkLst>
        </pc:cxnChg>
        <pc:cxnChg chg="del">
          <ac:chgData name="Naimish Vadodariya" userId="d2e325c0593a319e" providerId="LiveId" clId="{C5D15607-3D89-4432-AEBA-7EDDE20FB0FE}" dt="2022-08-02T12:55:37.473" v="4842" actId="478"/>
          <ac:cxnSpMkLst>
            <pc:docMk/>
            <pc:sldMk cId="2407907209" sldId="694"/>
            <ac:cxnSpMk id="18" creationId="{772E376C-53DA-0001-04C6-ED1A78FF55BD}"/>
          </ac:cxnSpMkLst>
        </pc:cxnChg>
      </pc:sldChg>
      <pc:sldChg chg="addSp delSp modSp add mod ord delAnim modAnim">
        <pc:chgData name="Naimish Vadodariya" userId="d2e325c0593a319e" providerId="LiveId" clId="{C5D15607-3D89-4432-AEBA-7EDDE20FB0FE}" dt="2022-08-02T13:24:52.157" v="5638"/>
        <pc:sldMkLst>
          <pc:docMk/>
          <pc:sldMk cId="3216824235" sldId="695"/>
        </pc:sldMkLst>
        <pc:spChg chg="mod">
          <ac:chgData name="Naimish Vadodariya" userId="d2e325c0593a319e" providerId="LiveId" clId="{C5D15607-3D89-4432-AEBA-7EDDE20FB0FE}" dt="2022-08-02T13:13:12.331" v="5487" actId="20577"/>
          <ac:spMkLst>
            <pc:docMk/>
            <pc:sldMk cId="3216824235" sldId="695"/>
            <ac:spMk id="2" creationId="{1D522477-C5E6-4247-4C70-D60E0DE0B15B}"/>
          </ac:spMkLst>
        </pc:spChg>
        <pc:spChg chg="del topLvl">
          <ac:chgData name="Naimish Vadodariya" userId="d2e325c0593a319e" providerId="LiveId" clId="{C5D15607-3D89-4432-AEBA-7EDDE20FB0FE}" dt="2022-08-02T13:12:45.628" v="5485" actId="478"/>
          <ac:spMkLst>
            <pc:docMk/>
            <pc:sldMk cId="3216824235" sldId="695"/>
            <ac:spMk id="7" creationId="{C96FEA9C-1534-7353-A8FE-09F22C92D913}"/>
          </ac:spMkLst>
        </pc:spChg>
        <pc:spChg chg="del mod topLvl">
          <ac:chgData name="Naimish Vadodariya" userId="d2e325c0593a319e" providerId="LiveId" clId="{C5D15607-3D89-4432-AEBA-7EDDE20FB0FE}" dt="2022-08-02T13:12:35.544" v="5478" actId="478"/>
          <ac:spMkLst>
            <pc:docMk/>
            <pc:sldMk cId="3216824235" sldId="695"/>
            <ac:spMk id="8" creationId="{A0702EEF-F482-45A6-1F21-AE23F22E1A1D}"/>
          </ac:spMkLst>
        </pc:spChg>
        <pc:spChg chg="add mod">
          <ac:chgData name="Naimish Vadodariya" userId="d2e325c0593a319e" providerId="LiveId" clId="{C5D15607-3D89-4432-AEBA-7EDDE20FB0FE}" dt="2022-08-02T13:23:55.413" v="5634" actId="20577"/>
          <ac:spMkLst>
            <pc:docMk/>
            <pc:sldMk cId="3216824235" sldId="695"/>
            <ac:spMk id="9" creationId="{E7BF5C15-3998-5926-AE2E-58B9F589E718}"/>
          </ac:spMkLst>
        </pc:spChg>
        <pc:spChg chg="add mod">
          <ac:chgData name="Naimish Vadodariya" userId="d2e325c0593a319e" providerId="LiveId" clId="{C5D15607-3D89-4432-AEBA-7EDDE20FB0FE}" dt="2022-08-02T13:22:31.017" v="5629" actId="113"/>
          <ac:spMkLst>
            <pc:docMk/>
            <pc:sldMk cId="3216824235" sldId="695"/>
            <ac:spMk id="10" creationId="{98EB4C7C-634D-29F0-D416-2D5BBCAD3F0B}"/>
          </ac:spMkLst>
        </pc:spChg>
        <pc:spChg chg="add mod">
          <ac:chgData name="Naimish Vadodariya" userId="d2e325c0593a319e" providerId="LiveId" clId="{C5D15607-3D89-4432-AEBA-7EDDE20FB0FE}" dt="2022-08-02T13:22:33.820" v="5630" actId="113"/>
          <ac:spMkLst>
            <pc:docMk/>
            <pc:sldMk cId="3216824235" sldId="695"/>
            <ac:spMk id="11" creationId="{67D68336-E7BD-60E7-85CF-6C01759CCA82}"/>
          </ac:spMkLst>
        </pc:spChg>
        <pc:spChg chg="add mod">
          <ac:chgData name="Naimish Vadodariya" userId="d2e325c0593a319e" providerId="LiveId" clId="{C5D15607-3D89-4432-AEBA-7EDDE20FB0FE}" dt="2022-08-02T13:22:37.200" v="5631" actId="113"/>
          <ac:spMkLst>
            <pc:docMk/>
            <pc:sldMk cId="3216824235" sldId="695"/>
            <ac:spMk id="12" creationId="{C1D672BA-4446-0F02-1505-6E22239EE1E4}"/>
          </ac:spMkLst>
        </pc:spChg>
        <pc:grpChg chg="del mod">
          <ac:chgData name="Naimish Vadodariya" userId="d2e325c0593a319e" providerId="LiveId" clId="{C5D15607-3D89-4432-AEBA-7EDDE20FB0FE}" dt="2022-08-02T13:12:35.544" v="5478" actId="478"/>
          <ac:grpSpMkLst>
            <pc:docMk/>
            <pc:sldMk cId="3216824235" sldId="695"/>
            <ac:grpSpMk id="6" creationId="{32CFF17C-2F7C-1CB3-F439-E587C6FEAB8F}"/>
          </ac:grpSpMkLst>
        </pc:grpChg>
        <pc:graphicFrameChg chg="del">
          <ac:chgData name="Naimish Vadodariya" userId="d2e325c0593a319e" providerId="LiveId" clId="{C5D15607-3D89-4432-AEBA-7EDDE20FB0FE}" dt="2022-08-02T13:11:35.724" v="5472" actId="478"/>
          <ac:graphicFrameMkLst>
            <pc:docMk/>
            <pc:sldMk cId="3216824235" sldId="695"/>
            <ac:graphicFrameMk id="4" creationId="{9DD5ED74-CCEB-0B3E-B2AC-3DDC63428BBA}"/>
          </ac:graphicFrameMkLst>
        </pc:graphicFrameChg>
        <pc:graphicFrameChg chg="del">
          <ac:chgData name="Naimish Vadodariya" userId="d2e325c0593a319e" providerId="LiveId" clId="{C5D15607-3D89-4432-AEBA-7EDDE20FB0FE}" dt="2022-08-02T13:11:37.990" v="5473" actId="478"/>
          <ac:graphicFrameMkLst>
            <pc:docMk/>
            <pc:sldMk cId="3216824235" sldId="695"/>
            <ac:graphicFrameMk id="5" creationId="{82E8ADC2-DF14-359D-B349-5D0DCAD02B6F}"/>
          </ac:graphicFrameMkLst>
        </pc:graphicFrameChg>
      </pc:sldChg>
      <pc:sldChg chg="addSp delSp modSp add mod ord delAnim modAnim">
        <pc:chgData name="Naimish Vadodariya" userId="d2e325c0593a319e" providerId="LiveId" clId="{C5D15607-3D89-4432-AEBA-7EDDE20FB0FE}" dt="2022-08-02T13:59:28.952" v="5927" actId="207"/>
        <pc:sldMkLst>
          <pc:docMk/>
          <pc:sldMk cId="4131958776" sldId="696"/>
        </pc:sldMkLst>
        <pc:spChg chg="mod">
          <ac:chgData name="Naimish Vadodariya" userId="d2e325c0593a319e" providerId="LiveId" clId="{C5D15607-3D89-4432-AEBA-7EDDE20FB0FE}" dt="2022-08-02T13:59:28.952" v="5927" actId="207"/>
          <ac:spMkLst>
            <pc:docMk/>
            <pc:sldMk cId="4131958776" sldId="696"/>
            <ac:spMk id="2" creationId="{E1F2D5F8-87CB-4B5B-8EC7-5F4CE6485746}"/>
          </ac:spMkLst>
        </pc:spChg>
        <pc:spChg chg="mod">
          <ac:chgData name="Naimish Vadodariya" userId="d2e325c0593a319e" providerId="LiveId" clId="{C5D15607-3D89-4432-AEBA-7EDDE20FB0FE}" dt="2022-08-02T13:31:12.105" v="5701" actId="113"/>
          <ac:spMkLst>
            <pc:docMk/>
            <pc:sldMk cId="4131958776" sldId="696"/>
            <ac:spMk id="3" creationId="{139A428D-8F15-4206-B337-FA27C005FA71}"/>
          </ac:spMkLst>
        </pc:spChg>
        <pc:spChg chg="mod">
          <ac:chgData name="Naimish Vadodariya" userId="d2e325c0593a319e" providerId="LiveId" clId="{C5D15607-3D89-4432-AEBA-7EDDE20FB0FE}" dt="2022-08-02T13:37:07.067" v="5771" actId="20577"/>
          <ac:spMkLst>
            <pc:docMk/>
            <pc:sldMk cId="4131958776" sldId="696"/>
            <ac:spMk id="4" creationId="{CCC04B9A-372A-EC90-3C6F-D0D5053FC9E8}"/>
          </ac:spMkLst>
        </pc:spChg>
        <pc:spChg chg="mod">
          <ac:chgData name="Naimish Vadodariya" userId="d2e325c0593a319e" providerId="LiveId" clId="{C5D15607-3D89-4432-AEBA-7EDDE20FB0FE}" dt="2022-08-02T13:36:07.247" v="5760" actId="20577"/>
          <ac:spMkLst>
            <pc:docMk/>
            <pc:sldMk cId="4131958776" sldId="696"/>
            <ac:spMk id="5" creationId="{CE0FA9D8-CF4E-09C5-DF26-91A1787E70BF}"/>
          </ac:spMkLst>
        </pc:spChg>
        <pc:spChg chg="mod">
          <ac:chgData name="Naimish Vadodariya" userId="d2e325c0593a319e" providerId="LiveId" clId="{C5D15607-3D89-4432-AEBA-7EDDE20FB0FE}" dt="2022-08-02T13:32:36.776" v="5742" actId="14100"/>
          <ac:spMkLst>
            <pc:docMk/>
            <pc:sldMk cId="4131958776" sldId="696"/>
            <ac:spMk id="6" creationId="{353A77F3-764F-7414-ADFD-5B1C93E8B16C}"/>
          </ac:spMkLst>
        </pc:spChg>
        <pc:spChg chg="del">
          <ac:chgData name="Naimish Vadodariya" userId="d2e325c0593a319e" providerId="LiveId" clId="{C5D15607-3D89-4432-AEBA-7EDDE20FB0FE}" dt="2022-08-02T13:32:06.532" v="5721" actId="478"/>
          <ac:spMkLst>
            <pc:docMk/>
            <pc:sldMk cId="4131958776" sldId="696"/>
            <ac:spMk id="7" creationId="{2890E29D-2083-62D6-3DB7-6088BB5FA4B3}"/>
          </ac:spMkLst>
        </pc:spChg>
        <pc:spChg chg="del">
          <ac:chgData name="Naimish Vadodariya" userId="d2e325c0593a319e" providerId="LiveId" clId="{C5D15607-3D89-4432-AEBA-7EDDE20FB0FE}" dt="2022-08-02T13:32:08.518" v="5722" actId="478"/>
          <ac:spMkLst>
            <pc:docMk/>
            <pc:sldMk cId="4131958776" sldId="696"/>
            <ac:spMk id="8" creationId="{4FC96081-BE46-4D73-6C6E-20B12FCB9D84}"/>
          </ac:spMkLst>
        </pc:spChg>
        <pc:spChg chg="del mod">
          <ac:chgData name="Naimish Vadodariya" userId="d2e325c0593a319e" providerId="LiveId" clId="{C5D15607-3D89-4432-AEBA-7EDDE20FB0FE}" dt="2022-08-02T13:32:04.530" v="5720" actId="478"/>
          <ac:spMkLst>
            <pc:docMk/>
            <pc:sldMk cId="4131958776" sldId="696"/>
            <ac:spMk id="9" creationId="{9EF3D285-9AF2-E4F2-E778-8A63B9856DB3}"/>
          </ac:spMkLst>
        </pc:spChg>
        <pc:graphicFrameChg chg="add mod">
          <ac:chgData name="Naimish Vadodariya" userId="d2e325c0593a319e" providerId="LiveId" clId="{C5D15607-3D89-4432-AEBA-7EDDE20FB0FE}" dt="2022-08-02T13:33:06.601" v="5751" actId="1076"/>
          <ac:graphicFrameMkLst>
            <pc:docMk/>
            <pc:sldMk cId="4131958776" sldId="696"/>
            <ac:graphicFrameMk id="10" creationId="{D0EAD167-1369-D27E-B305-A431475AF504}"/>
          </ac:graphicFrameMkLst>
        </pc:graphicFrameChg>
        <pc:graphicFrameChg chg="add mod">
          <ac:chgData name="Naimish Vadodariya" userId="d2e325c0593a319e" providerId="LiveId" clId="{C5D15607-3D89-4432-AEBA-7EDDE20FB0FE}" dt="2022-08-02T13:33:06.601" v="5751" actId="1076"/>
          <ac:graphicFrameMkLst>
            <pc:docMk/>
            <pc:sldMk cId="4131958776" sldId="696"/>
            <ac:graphicFrameMk id="11" creationId="{D62668B2-FB14-89BE-7F56-3D6477713325}"/>
          </ac:graphicFrameMkLst>
        </pc:graphicFrameChg>
      </pc:sldChg>
      <pc:sldMasterChg chg="modSldLayout">
        <pc:chgData name="Naimish Vadodariya" userId="d2e325c0593a319e" providerId="LiveId" clId="{C5D15607-3D89-4432-AEBA-7EDDE20FB0FE}" dt="2022-08-02T14:05:33.271" v="5943" actId="208"/>
        <pc:sldMasterMkLst>
          <pc:docMk/>
          <pc:sldMasterMk cId="791954662" sldId="2147483648"/>
        </pc:sldMasterMkLst>
        <pc:sldLayoutChg chg="modSp mod">
          <pc:chgData name="Naimish Vadodariya" userId="d2e325c0593a319e" providerId="LiveId" clId="{C5D15607-3D89-4432-AEBA-7EDDE20FB0FE}" dt="2022-08-02T14:05:33.271" v="5943" actId="208"/>
          <pc:sldLayoutMkLst>
            <pc:docMk/>
            <pc:sldMasterMk cId="791954662" sldId="2147483648"/>
            <pc:sldLayoutMk cId="1475118703" sldId="2147483692"/>
          </pc:sldLayoutMkLst>
          <pc:spChg chg="mod">
            <ac:chgData name="Naimish Vadodariya" userId="d2e325c0593a319e" providerId="LiveId" clId="{C5D15607-3D89-4432-AEBA-7EDDE20FB0FE}" dt="2022-08-02T14:05:15.977" v="5939" actId="207"/>
            <ac:spMkLst>
              <pc:docMk/>
              <pc:sldMasterMk cId="791954662" sldId="2147483648"/>
              <pc:sldLayoutMk cId="1475118703" sldId="2147483692"/>
              <ac:spMk id="22" creationId="{EB889181-F145-4E62-A282-E5B77978D1F3}"/>
            </ac:spMkLst>
          </pc:spChg>
          <pc:spChg chg="mod">
            <ac:chgData name="Naimish Vadodariya" userId="d2e325c0593a319e" providerId="LiveId" clId="{C5D15607-3D89-4432-AEBA-7EDDE20FB0FE}" dt="2022-08-02T14:05:19.414" v="5940" actId="207"/>
            <ac:spMkLst>
              <pc:docMk/>
              <pc:sldMasterMk cId="791954662" sldId="2147483648"/>
              <pc:sldLayoutMk cId="1475118703" sldId="2147483692"/>
              <ac:spMk id="23" creationId="{5E9DA42E-B221-4BBE-B651-F7171591BCD7}"/>
            </ac:spMkLst>
          </pc:spChg>
          <pc:spChg chg="mod">
            <ac:chgData name="Naimish Vadodariya" userId="d2e325c0593a319e" providerId="LiveId" clId="{C5D15607-3D89-4432-AEBA-7EDDE20FB0FE}" dt="2022-08-02T14:05:33.271" v="5943" actId="208"/>
            <ac:spMkLst>
              <pc:docMk/>
              <pc:sldMasterMk cId="791954662" sldId="2147483648"/>
              <pc:sldLayoutMk cId="1475118703" sldId="2147483692"/>
              <ac:spMk id="38" creationId="{00000000-0000-0000-0000-000000000000}"/>
            </ac:spMkLst>
          </pc:spChg>
          <pc:spChg chg="mod">
            <ac:chgData name="Naimish Vadodariya" userId="d2e325c0593a319e" providerId="LiveId" clId="{C5D15607-3D89-4432-AEBA-7EDDE20FB0FE}" dt="2022-08-02T14:05:08.946" v="5938" actId="207"/>
            <ac:spMkLst>
              <pc:docMk/>
              <pc:sldMasterMk cId="791954662" sldId="2147483648"/>
              <pc:sldLayoutMk cId="1475118703" sldId="2147483692"/>
              <ac:spMk id="41" creationId="{00000000-0000-0000-0000-000000000000}"/>
            </ac:spMkLst>
          </pc:spChg>
          <pc:spChg chg="mod">
            <ac:chgData name="Naimish Vadodariya" userId="d2e325c0593a319e" providerId="LiveId" clId="{C5D15607-3D89-4432-AEBA-7EDDE20FB0FE}" dt="2022-08-02T14:05:08.946" v="5938" actId="207"/>
            <ac:spMkLst>
              <pc:docMk/>
              <pc:sldMasterMk cId="791954662" sldId="2147483648"/>
              <pc:sldLayoutMk cId="1475118703" sldId="2147483692"/>
              <ac:spMk id="42" creationId="{00000000-0000-0000-0000-000000000000}"/>
            </ac:spMkLst>
          </pc:spChg>
        </pc:sldLayoutChg>
      </pc:sldMasterChg>
    </pc:docChg>
  </pc:docChgLst>
  <pc:docChgLst>
    <pc:chgData name="Naimish Vadodariya" userId="d2e325c0593a319e" providerId="LiveId" clId="{80D3DD34-0633-4CF3-9F17-1AAA4BF0DB11}"/>
    <pc:docChg chg="modSld">
      <pc:chgData name="Naimish Vadodariya" userId="d2e325c0593a319e" providerId="LiveId" clId="{80D3DD34-0633-4CF3-9F17-1AAA4BF0DB11}" dt="2022-09-15T06:36:12.020" v="10" actId="20577"/>
      <pc:docMkLst>
        <pc:docMk/>
      </pc:docMkLst>
      <pc:sldChg chg="modSp mod">
        <pc:chgData name="Naimish Vadodariya" userId="d2e325c0593a319e" providerId="LiveId" clId="{80D3DD34-0633-4CF3-9F17-1AAA4BF0DB11}" dt="2022-09-15T06:36:12.020" v="10" actId="20577"/>
        <pc:sldMkLst>
          <pc:docMk/>
          <pc:sldMk cId="2721305422" sldId="337"/>
        </pc:sldMkLst>
        <pc:graphicFrameChg chg="modGraphic">
          <ac:chgData name="Naimish Vadodariya" userId="d2e325c0593a319e" providerId="LiveId" clId="{80D3DD34-0633-4CF3-9F17-1AAA4BF0DB11}" dt="2022-09-15T06:36:12.020" v="10" actId="20577"/>
          <ac:graphicFrameMkLst>
            <pc:docMk/>
            <pc:sldMk cId="2721305422" sldId="337"/>
            <ac:graphicFrameMk id="42" creationId="{26B864CA-85CD-4666-B9D1-870ED08B272C}"/>
          </ac:graphicFrameMkLst>
        </pc:graphicFrameChg>
      </pc:sldChg>
    </pc:docChg>
  </pc:docChgLst>
  <pc:docChgLst>
    <pc:chgData name="Naimish Vadodariya" userId="d2e325c0593a319e" providerId="LiveId" clId="{4720A315-5A2E-4271-BFB1-BB9042A829E5}"/>
    <pc:docChg chg="undo redo custSel addSld delSld modSld sldOrd">
      <pc:chgData name="Naimish Vadodariya" userId="d2e325c0593a319e" providerId="LiveId" clId="{4720A315-5A2E-4271-BFB1-BB9042A829E5}" dt="2022-07-10T03:57:09.696" v="677" actId="20577"/>
      <pc:docMkLst>
        <pc:docMk/>
      </pc:docMkLst>
      <pc:sldChg chg="addSp delSp modSp mod addAnim delAnim">
        <pc:chgData name="Naimish Vadodariya" userId="d2e325c0593a319e" providerId="LiveId" clId="{4720A315-5A2E-4271-BFB1-BB9042A829E5}" dt="2022-07-08T16:31:11.035" v="586" actId="14100"/>
        <pc:sldMkLst>
          <pc:docMk/>
          <pc:sldMk cId="1915482141" sldId="289"/>
        </pc:sldMkLst>
        <pc:spChg chg="mod topLvl">
          <ac:chgData name="Naimish Vadodariya" userId="d2e325c0593a319e" providerId="LiveId" clId="{4720A315-5A2E-4271-BFB1-BB9042A829E5}" dt="2022-07-08T16:30:49.836" v="571" actId="478"/>
          <ac:spMkLst>
            <pc:docMk/>
            <pc:sldMk cId="1915482141" sldId="289"/>
            <ac:spMk id="4" creationId="{E9A4A388-3701-E936-5D61-943EDF699402}"/>
          </ac:spMkLst>
        </pc:spChg>
        <pc:spChg chg="add del mod topLvl">
          <ac:chgData name="Naimish Vadodariya" userId="d2e325c0593a319e" providerId="LiveId" clId="{4720A315-5A2E-4271-BFB1-BB9042A829E5}" dt="2022-07-08T16:31:11.035" v="586" actId="14100"/>
          <ac:spMkLst>
            <pc:docMk/>
            <pc:sldMk cId="1915482141" sldId="289"/>
            <ac:spMk id="5" creationId="{1A3C4AD4-AE2C-BB37-D8F4-E2CF8B009D71}"/>
          </ac:spMkLst>
        </pc:spChg>
        <pc:spChg chg="add del mod">
          <ac:chgData name="Naimish Vadodariya" userId="d2e325c0593a319e" providerId="LiveId" clId="{4720A315-5A2E-4271-BFB1-BB9042A829E5}" dt="2022-07-08T16:30:54.179" v="572" actId="478"/>
          <ac:spMkLst>
            <pc:docMk/>
            <pc:sldMk cId="1915482141" sldId="289"/>
            <ac:spMk id="6" creationId="{2E021695-34EC-5D16-AFE9-7C77205942CF}"/>
          </ac:spMkLst>
        </pc:spChg>
        <pc:grpChg chg="add del">
          <ac:chgData name="Naimish Vadodariya" userId="d2e325c0593a319e" providerId="LiveId" clId="{4720A315-5A2E-4271-BFB1-BB9042A829E5}" dt="2022-07-08T16:30:49.836" v="571" actId="478"/>
          <ac:grpSpMkLst>
            <pc:docMk/>
            <pc:sldMk cId="1915482141" sldId="289"/>
            <ac:grpSpMk id="3" creationId="{B814C6DB-F447-EDE6-462B-FA2DE34F8D8C}"/>
          </ac:grpSpMkLst>
        </pc:grpChg>
      </pc:sldChg>
      <pc:sldChg chg="addSp modSp mod modAnim">
        <pc:chgData name="Naimish Vadodariya" userId="d2e325c0593a319e" providerId="LiveId" clId="{4720A315-5A2E-4271-BFB1-BB9042A829E5}" dt="2022-07-10T03:57:09.696" v="677" actId="20577"/>
        <pc:sldMkLst>
          <pc:docMk/>
          <pc:sldMk cId="2554711902" sldId="291"/>
        </pc:sldMkLst>
        <pc:spChg chg="mod">
          <ac:chgData name="Naimish Vadodariya" userId="d2e325c0593a319e" providerId="LiveId" clId="{4720A315-5A2E-4271-BFB1-BB9042A829E5}" dt="2022-07-08T16:15:43.878" v="352" actId="20577"/>
          <ac:spMkLst>
            <pc:docMk/>
            <pc:sldMk cId="2554711902" sldId="291"/>
            <ac:spMk id="2" creationId="{095EF1AA-B384-4B3C-AA64-26D31B983DC1}"/>
          </ac:spMkLst>
        </pc:spChg>
        <pc:spChg chg="add mod">
          <ac:chgData name="Naimish Vadodariya" userId="d2e325c0593a319e" providerId="LiveId" clId="{4720A315-5A2E-4271-BFB1-BB9042A829E5}" dt="2022-07-08T16:36:09.671" v="674" actId="1582"/>
          <ac:spMkLst>
            <pc:docMk/>
            <pc:sldMk cId="2554711902" sldId="291"/>
            <ac:spMk id="3" creationId="{C1A1189A-7AFE-CCC8-8A9C-0C401FF3B55B}"/>
          </ac:spMkLst>
        </pc:spChg>
        <pc:spChg chg="add mod">
          <ac:chgData name="Naimish Vadodariya" userId="d2e325c0593a319e" providerId="LiveId" clId="{4720A315-5A2E-4271-BFB1-BB9042A829E5}" dt="2022-07-08T16:16:26.732" v="356" actId="1582"/>
          <ac:spMkLst>
            <pc:docMk/>
            <pc:sldMk cId="2554711902" sldId="291"/>
            <ac:spMk id="4" creationId="{0A8696B3-C7C3-43DD-0940-820E303B2436}"/>
          </ac:spMkLst>
        </pc:spChg>
        <pc:spChg chg="mod">
          <ac:chgData name="Naimish Vadodariya" userId="d2e325c0593a319e" providerId="LiveId" clId="{4720A315-5A2E-4271-BFB1-BB9042A829E5}" dt="2022-07-10T03:57:09.696" v="677" actId="20577"/>
          <ac:spMkLst>
            <pc:docMk/>
            <pc:sldMk cId="2554711902" sldId="291"/>
            <ac:spMk id="5" creationId="{C4A6F3DF-2EB8-43CF-3795-79063F5A0067}"/>
          </ac:spMkLst>
        </pc:spChg>
        <pc:spChg chg="mod">
          <ac:chgData name="Naimish Vadodariya" userId="d2e325c0593a319e" providerId="LiveId" clId="{4720A315-5A2E-4271-BFB1-BB9042A829E5}" dt="2022-07-08T16:20:35.779" v="375" actId="14100"/>
          <ac:spMkLst>
            <pc:docMk/>
            <pc:sldMk cId="2554711902" sldId="291"/>
            <ac:spMk id="7" creationId="{72A86601-7B9C-F9F6-5604-2455DAE19E61}"/>
          </ac:spMkLst>
        </pc:spChg>
      </pc:sldChg>
      <pc:sldChg chg="modSp">
        <pc:chgData name="Naimish Vadodariya" userId="d2e325c0593a319e" providerId="LiveId" clId="{4720A315-5A2E-4271-BFB1-BB9042A829E5}" dt="2022-07-08T16:31:33.453" v="587" actId="6549"/>
        <pc:sldMkLst>
          <pc:docMk/>
          <pc:sldMk cId="4216305698" sldId="292"/>
        </pc:sldMkLst>
        <pc:spChg chg="mod">
          <ac:chgData name="Naimish Vadodariya" userId="d2e325c0593a319e" providerId="LiveId" clId="{4720A315-5A2E-4271-BFB1-BB9042A829E5}" dt="2022-07-08T16:31:33.453" v="587" actId="6549"/>
          <ac:spMkLst>
            <pc:docMk/>
            <pc:sldMk cId="4216305698" sldId="292"/>
            <ac:spMk id="9" creationId="{BDA2F9A4-6988-4274-8384-12496EC9D59D}"/>
          </ac:spMkLst>
        </pc:spChg>
      </pc:sldChg>
      <pc:sldChg chg="modSp mod">
        <pc:chgData name="Naimish Vadodariya" userId="d2e325c0593a319e" providerId="LiveId" clId="{4720A315-5A2E-4271-BFB1-BB9042A829E5}" dt="2022-07-08T16:35:34.882" v="673" actId="20577"/>
        <pc:sldMkLst>
          <pc:docMk/>
          <pc:sldMk cId="1234560127" sldId="325"/>
        </pc:sldMkLst>
        <pc:spChg chg="mod">
          <ac:chgData name="Naimish Vadodariya" userId="d2e325c0593a319e" providerId="LiveId" clId="{4720A315-5A2E-4271-BFB1-BB9042A829E5}" dt="2022-07-08T16:35:34.882" v="673" actId="20577"/>
          <ac:spMkLst>
            <pc:docMk/>
            <pc:sldMk cId="1234560127" sldId="325"/>
            <ac:spMk id="2" creationId="{E1F2D5F8-87CB-4B5B-8EC7-5F4CE6485746}"/>
          </ac:spMkLst>
        </pc:spChg>
      </pc:sldChg>
      <pc:sldChg chg="modSp mod ord modAnim">
        <pc:chgData name="Naimish Vadodariya" userId="d2e325c0593a319e" providerId="LiveId" clId="{4720A315-5A2E-4271-BFB1-BB9042A829E5}" dt="2022-07-08T16:33:13.373" v="599" actId="113"/>
        <pc:sldMkLst>
          <pc:docMk/>
          <pc:sldMk cId="207174456" sldId="326"/>
        </pc:sldMkLst>
        <pc:spChg chg="mod">
          <ac:chgData name="Naimish Vadodariya" userId="d2e325c0593a319e" providerId="LiveId" clId="{4720A315-5A2E-4271-BFB1-BB9042A829E5}" dt="2022-07-08T16:33:13.373" v="599" actId="113"/>
          <ac:spMkLst>
            <pc:docMk/>
            <pc:sldMk cId="207174456" sldId="326"/>
            <ac:spMk id="3" creationId="{139A428D-8F15-4206-B337-FA27C005FA71}"/>
          </ac:spMkLst>
        </pc:spChg>
      </pc:sldChg>
      <pc:sldChg chg="modSp add mod">
        <pc:chgData name="Naimish Vadodariya" userId="d2e325c0593a319e" providerId="LiveId" clId="{4720A315-5A2E-4271-BFB1-BB9042A829E5}" dt="2022-07-08T02:29:46.351" v="19" actId="20577"/>
        <pc:sldMkLst>
          <pc:docMk/>
          <pc:sldMk cId="200374224" sldId="327"/>
        </pc:sldMkLst>
        <pc:spChg chg="mod">
          <ac:chgData name="Naimish Vadodariya" userId="d2e325c0593a319e" providerId="LiveId" clId="{4720A315-5A2E-4271-BFB1-BB9042A829E5}" dt="2022-07-08T02:29:46.351" v="19" actId="20577"/>
          <ac:spMkLst>
            <pc:docMk/>
            <pc:sldMk cId="200374224" sldId="327"/>
            <ac:spMk id="2" creationId="{54D792E8-8838-4744-A7DD-92B0ED18307B}"/>
          </ac:spMkLst>
        </pc:spChg>
        <pc:spChg chg="mod">
          <ac:chgData name="Naimish Vadodariya" userId="d2e325c0593a319e" providerId="LiveId" clId="{4720A315-5A2E-4271-BFB1-BB9042A829E5}" dt="2022-07-08T02:29:40.730" v="2" actId="20577"/>
          <ac:spMkLst>
            <pc:docMk/>
            <pc:sldMk cId="200374224" sldId="327"/>
            <ac:spMk id="3" creationId="{6C915463-E8EE-4502-8261-E337007EFAAF}"/>
          </ac:spMkLst>
        </pc:spChg>
      </pc:sldChg>
      <pc:sldChg chg="modSp add mod">
        <pc:chgData name="Naimish Vadodariya" userId="d2e325c0593a319e" providerId="LiveId" clId="{4720A315-5A2E-4271-BFB1-BB9042A829E5}" dt="2022-07-08T02:30:01.980" v="45" actId="20577"/>
        <pc:sldMkLst>
          <pc:docMk/>
          <pc:sldMk cId="700880048" sldId="328"/>
        </pc:sldMkLst>
        <pc:spChg chg="mod">
          <ac:chgData name="Naimish Vadodariya" userId="d2e325c0593a319e" providerId="LiveId" clId="{4720A315-5A2E-4271-BFB1-BB9042A829E5}" dt="2022-07-08T02:30:01.980" v="45" actId="20577"/>
          <ac:spMkLst>
            <pc:docMk/>
            <pc:sldMk cId="700880048" sldId="328"/>
            <ac:spMk id="2" creationId="{E1F2D5F8-87CB-4B5B-8EC7-5F4CE6485746}"/>
          </ac:spMkLst>
        </pc:spChg>
      </pc:sldChg>
      <pc:sldChg chg="modSp add mod">
        <pc:chgData name="Naimish Vadodariya" userId="d2e325c0593a319e" providerId="LiveId" clId="{4720A315-5A2E-4271-BFB1-BB9042A829E5}" dt="2022-07-08T02:32:29.970" v="118" actId="20577"/>
        <pc:sldMkLst>
          <pc:docMk/>
          <pc:sldMk cId="2908367801" sldId="329"/>
        </pc:sldMkLst>
        <pc:spChg chg="mod">
          <ac:chgData name="Naimish Vadodariya" userId="d2e325c0593a319e" providerId="LiveId" clId="{4720A315-5A2E-4271-BFB1-BB9042A829E5}" dt="2022-07-08T02:32:29.970" v="118" actId="20577"/>
          <ac:spMkLst>
            <pc:docMk/>
            <pc:sldMk cId="2908367801" sldId="329"/>
            <ac:spMk id="2" creationId="{E1F2D5F8-87CB-4B5B-8EC7-5F4CE6485746}"/>
          </ac:spMkLst>
        </pc:spChg>
      </pc:sldChg>
      <pc:sldChg chg="modSp add mod">
        <pc:chgData name="Naimish Vadodariya" userId="d2e325c0593a319e" providerId="LiveId" clId="{4720A315-5A2E-4271-BFB1-BB9042A829E5}" dt="2022-07-08T02:30:35.970" v="114" actId="20577"/>
        <pc:sldMkLst>
          <pc:docMk/>
          <pc:sldMk cId="2459902967" sldId="330"/>
        </pc:sldMkLst>
        <pc:spChg chg="mod">
          <ac:chgData name="Naimish Vadodariya" userId="d2e325c0593a319e" providerId="LiveId" clId="{4720A315-5A2E-4271-BFB1-BB9042A829E5}" dt="2022-07-08T02:30:35.970" v="114" actId="20577"/>
          <ac:spMkLst>
            <pc:docMk/>
            <pc:sldMk cId="2459902967" sldId="330"/>
            <ac:spMk id="2" creationId="{E1F2D5F8-87CB-4B5B-8EC7-5F4CE6485746}"/>
          </ac:spMkLst>
        </pc:spChg>
      </pc:sldChg>
      <pc:sldChg chg="modSp add mod">
        <pc:chgData name="Naimish Vadodariya" userId="d2e325c0593a319e" providerId="LiveId" clId="{4720A315-5A2E-4271-BFB1-BB9042A829E5}" dt="2022-07-08T02:33:02.331" v="190" actId="20577"/>
        <pc:sldMkLst>
          <pc:docMk/>
          <pc:sldMk cId="3640156525" sldId="331"/>
        </pc:sldMkLst>
        <pc:spChg chg="mod">
          <ac:chgData name="Naimish Vadodariya" userId="d2e325c0593a319e" providerId="LiveId" clId="{4720A315-5A2E-4271-BFB1-BB9042A829E5}" dt="2022-07-08T02:33:02.331" v="190" actId="20577"/>
          <ac:spMkLst>
            <pc:docMk/>
            <pc:sldMk cId="3640156525" sldId="331"/>
            <ac:spMk id="2" creationId="{E1F2D5F8-87CB-4B5B-8EC7-5F4CE6485746}"/>
          </ac:spMkLst>
        </pc:spChg>
      </pc:sldChg>
      <pc:sldChg chg="modSp add mod">
        <pc:chgData name="Naimish Vadodariya" userId="d2e325c0593a319e" providerId="LiveId" clId="{4720A315-5A2E-4271-BFB1-BB9042A829E5}" dt="2022-07-08T02:33:15" v="201" actId="20577"/>
        <pc:sldMkLst>
          <pc:docMk/>
          <pc:sldMk cId="1849273504" sldId="332"/>
        </pc:sldMkLst>
        <pc:spChg chg="mod">
          <ac:chgData name="Naimish Vadodariya" userId="d2e325c0593a319e" providerId="LiveId" clId="{4720A315-5A2E-4271-BFB1-BB9042A829E5}" dt="2022-07-08T02:33:15" v="201" actId="20577"/>
          <ac:spMkLst>
            <pc:docMk/>
            <pc:sldMk cId="1849273504" sldId="332"/>
            <ac:spMk id="2" creationId="{E1F2D5F8-87CB-4B5B-8EC7-5F4CE6485746}"/>
          </ac:spMkLst>
        </pc:spChg>
      </pc:sldChg>
      <pc:sldChg chg="add del">
        <pc:chgData name="Naimish Vadodariya" userId="d2e325c0593a319e" providerId="LiveId" clId="{4720A315-5A2E-4271-BFB1-BB9042A829E5}" dt="2022-07-08T16:35:21.650" v="667" actId="2696"/>
        <pc:sldMkLst>
          <pc:docMk/>
          <pc:sldMk cId="1647061508" sldId="33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a:extLst>
              <a:ext uri="{FF2B5EF4-FFF2-40B4-BE49-F238E27FC236}">
                <a16:creationId xmlns:a16="http://schemas.microsoft.com/office/drawing/2014/main" id="{22364D95-B329-9454-0C65-6DD9D28321C5}"/>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tx2"/>
              </a:buClr>
              <a:buFont typeface="Wingdings 3" panose="05040102010807070707" pitchFamily="18" charset="2"/>
              <a:buChar char=""/>
              <a:defRPr sz="2400">
                <a:solidFill>
                  <a:schemeClr val="tx1"/>
                </a:solidFill>
              </a:defRPr>
            </a:lvl1pPr>
            <a:lvl2pPr marL="809625" indent="-352425" algn="just">
              <a:buClr>
                <a:schemeClr val="tx2"/>
              </a:buClr>
              <a:buFont typeface="Wingdings 3" panose="05040102010807070707" pitchFamily="18" charset="2"/>
              <a:buChar char=""/>
              <a:defRPr sz="2000">
                <a:solidFill>
                  <a:schemeClr val="tx1"/>
                </a:solidFill>
              </a:defRPr>
            </a:lvl2pPr>
            <a:lvl3pPr marL="1143000" indent="-228600" algn="just">
              <a:buClr>
                <a:schemeClr val="tx2"/>
              </a:buClr>
              <a:buFont typeface="Wingdings" panose="05000000000000000000" pitchFamily="2" charset="2"/>
              <a:buChar char="§"/>
              <a:defRPr sz="1800">
                <a:solidFill>
                  <a:schemeClr val="tx1"/>
                </a:solidFill>
              </a:defRPr>
            </a:lvl3pPr>
            <a:lvl4pPr algn="just">
              <a:buClr>
                <a:schemeClr val="tx2"/>
              </a:buClr>
              <a:defRPr sz="1600">
                <a:solidFill>
                  <a:schemeClr val="tx1"/>
                </a:solidFill>
              </a:defRPr>
            </a:lvl4pPr>
            <a:lvl5pPr algn="just">
              <a:buClr>
                <a:schemeClr val="tx2"/>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6F3D0C57-A7FF-E69D-35D9-B1280605F8A4}"/>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a:extLst>
              <a:ext uri="{FF2B5EF4-FFF2-40B4-BE49-F238E27FC236}">
                <a16:creationId xmlns:a16="http://schemas.microsoft.com/office/drawing/2014/main" id="{4DDA11D8-E569-819B-DC85-02C2766C1F57}"/>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Footer Placeholder 2">
            <a:extLst>
              <a:ext uri="{FF2B5EF4-FFF2-40B4-BE49-F238E27FC236}">
                <a16:creationId xmlns:a16="http://schemas.microsoft.com/office/drawing/2014/main" id="{A4A8709C-9796-95F7-675B-55F1D628076F}"/>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Footer Placeholder 2">
            <a:extLst>
              <a:ext uri="{FF2B5EF4-FFF2-40B4-BE49-F238E27FC236}">
                <a16:creationId xmlns:a16="http://schemas.microsoft.com/office/drawing/2014/main" id="{F5AF6D8C-880B-49D5-FAC3-E4B236FE216C}"/>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2/12/2025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73" r:id="rId8"/>
    <p:sldLayoutId id="2147483691"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89" y="1122364"/>
            <a:ext cx="8220444" cy="2578780"/>
          </a:xfrm>
        </p:spPr>
        <p:txBody>
          <a:bodyPr/>
          <a:lstStyle/>
          <a:p>
            <a:r>
              <a:rPr lang="en-US" sz="4800" b="0" dirty="0">
                <a:latin typeface="Roboto Condensed Light" panose="02000000000000000000" pitchFamily="2" charset="0"/>
                <a:ea typeface="Roboto Condensed Light" panose="02000000000000000000" pitchFamily="2" charset="0"/>
              </a:rPr>
              <a:t>Unit-2</a:t>
            </a:r>
            <a:r>
              <a:rPr lang="en-US" dirty="0"/>
              <a:t> </a:t>
            </a:r>
            <a:br>
              <a:rPr lang="en-US" dirty="0"/>
            </a:br>
            <a:r>
              <a:rPr lang="en-IN" sz="6000" dirty="0"/>
              <a:t>Trigger, </a:t>
            </a:r>
            <a:br>
              <a:rPr lang="en-IN" sz="6000" dirty="0"/>
            </a:br>
            <a:r>
              <a:rPr lang="en-IN" sz="6000" dirty="0"/>
              <a:t>Exception Handling &amp; Transaction Management</a:t>
            </a:r>
            <a:endParaRPr lang="en-US" sz="6000"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dixita.kagathara@darshan.ac.in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+91 - 97277 47317 (CSE Department)</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Prof. Dixita B. Kagathara</a:t>
            </a:r>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Database Management System - II</a:t>
            </a:r>
          </a:p>
          <a:p>
            <a:r>
              <a:rPr lang="en-US" dirty="0">
                <a:latin typeface="Roboto Condensed Light" panose="02000000000000000000" pitchFamily="2" charset="0"/>
                <a:ea typeface="Roboto Condensed Light" panose="02000000000000000000" pitchFamily="2" charset="0"/>
              </a:rPr>
              <a:t>#2301CS401</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Picture Placeholder 9">
            <a:extLst>
              <a:ext uri="{FF2B5EF4-FFF2-40B4-BE49-F238E27FC236}">
                <a16:creationId xmlns:a16="http://schemas.microsoft.com/office/drawing/2014/main" id="{B4226727-DEF6-C35E-84BE-51A239BC5F1F}"/>
              </a:ext>
            </a:extLst>
          </p:cNvPr>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3429000"/>
            <a:ext cx="0" cy="3429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731706"/>
            <a:ext cx="7111293" cy="5663089"/>
          </a:xfrm>
          <a:prstGeom prst="rect">
            <a:avLst/>
          </a:prstGeom>
          <a:noFill/>
        </p:spPr>
        <p:txBody>
          <a:bodyPr wrap="square" rtlCol="0">
            <a:spAutoFit/>
          </a:bodyPr>
          <a:lstStyle/>
          <a:p>
            <a:r>
              <a:rPr lang="en-US" sz="2400" b="1" dirty="0"/>
              <a:t>Outline</a:t>
            </a:r>
          </a:p>
          <a:p>
            <a:pPr marL="800100" lvl="1" indent="-342900">
              <a:spcBef>
                <a:spcPts val="500"/>
              </a:spcBef>
              <a:buFont typeface="Arial" panose="020B0604020202020204" pitchFamily="34" charset="0"/>
              <a:buChar char="•"/>
            </a:pPr>
            <a:r>
              <a:rPr lang="en-US" sz="2400" dirty="0"/>
              <a:t>Introduction to Trigger</a:t>
            </a:r>
          </a:p>
          <a:p>
            <a:pPr marL="800100" lvl="1" indent="-342900">
              <a:spcBef>
                <a:spcPts val="500"/>
              </a:spcBef>
              <a:buFont typeface="Arial" panose="020B0604020202020204" pitchFamily="34" charset="0"/>
              <a:buChar char="•"/>
            </a:pPr>
            <a:r>
              <a:rPr lang="en-US" sz="2400" dirty="0"/>
              <a:t>Types of Triggers</a:t>
            </a:r>
          </a:p>
          <a:p>
            <a:pPr marL="800100" lvl="1" indent="-342900">
              <a:spcBef>
                <a:spcPts val="500"/>
              </a:spcBef>
              <a:buFont typeface="Arial" panose="020B0604020202020204" pitchFamily="34" charset="0"/>
              <a:buChar char="•"/>
            </a:pPr>
            <a:r>
              <a:rPr lang="en-US" sz="2400" dirty="0"/>
              <a:t>Applications of Triggers</a:t>
            </a:r>
          </a:p>
          <a:p>
            <a:pPr marL="800100" lvl="1" indent="-342900">
              <a:spcBef>
                <a:spcPts val="500"/>
              </a:spcBef>
              <a:buFont typeface="Arial" panose="020B0604020202020204" pitchFamily="34" charset="0"/>
              <a:buChar char="•"/>
            </a:pPr>
            <a:r>
              <a:rPr lang="en-US" sz="2400" dirty="0"/>
              <a:t>Overview to Exception Handling</a:t>
            </a:r>
          </a:p>
          <a:p>
            <a:pPr marL="800100" lvl="1" indent="-342900">
              <a:spcBef>
                <a:spcPts val="500"/>
              </a:spcBef>
              <a:buFont typeface="Arial" panose="020B0604020202020204" pitchFamily="34" charset="0"/>
              <a:buChar char="•"/>
            </a:pPr>
            <a:r>
              <a:rPr lang="en-US" sz="2400" dirty="0"/>
              <a:t>Exception Types</a:t>
            </a:r>
          </a:p>
          <a:p>
            <a:pPr marL="800100" lvl="1" indent="-342900">
              <a:spcBef>
                <a:spcPts val="500"/>
              </a:spcBef>
              <a:buFont typeface="Arial" panose="020B0604020202020204" pitchFamily="34" charset="0"/>
              <a:buChar char="•"/>
            </a:pPr>
            <a:r>
              <a:rPr lang="en-US" sz="2400" dirty="0"/>
              <a:t>Predefined Exception</a:t>
            </a:r>
          </a:p>
          <a:p>
            <a:pPr marL="800100" lvl="1" indent="-342900">
              <a:spcBef>
                <a:spcPts val="500"/>
              </a:spcBef>
              <a:buFont typeface="Arial" panose="020B0604020202020204" pitchFamily="34" charset="0"/>
              <a:buChar char="•"/>
            </a:pPr>
            <a:r>
              <a:rPr lang="en-US" sz="2400" dirty="0"/>
              <a:t>User Defined Exceptions</a:t>
            </a:r>
          </a:p>
          <a:p>
            <a:pPr marL="800100" lvl="1" indent="-342900">
              <a:spcBef>
                <a:spcPts val="500"/>
              </a:spcBef>
              <a:buFont typeface="Arial" panose="020B0604020202020204" pitchFamily="34" charset="0"/>
              <a:buChar char="•"/>
            </a:pPr>
            <a:r>
              <a:rPr lang="en-US" sz="2400" dirty="0"/>
              <a:t>Use of </a:t>
            </a:r>
            <a:r>
              <a:rPr lang="en-US" sz="2400" dirty="0" err="1"/>
              <a:t>RaiseError</a:t>
            </a:r>
            <a:r>
              <a:rPr lang="en-US" sz="2400" dirty="0"/>
              <a:t>() &amp; Throw</a:t>
            </a:r>
          </a:p>
          <a:p>
            <a:pPr marL="800100" lvl="1" indent="-342900">
              <a:spcBef>
                <a:spcPts val="500"/>
              </a:spcBef>
              <a:buFont typeface="Arial" panose="020B0604020202020204" pitchFamily="34" charset="0"/>
              <a:buChar char="•"/>
            </a:pPr>
            <a:r>
              <a:rPr lang="en-US" sz="2400" dirty="0"/>
              <a:t>Error Logging</a:t>
            </a:r>
          </a:p>
          <a:p>
            <a:pPr marL="800100" lvl="1" indent="-342900">
              <a:spcBef>
                <a:spcPts val="500"/>
              </a:spcBef>
              <a:buFont typeface="Arial" panose="020B0604020202020204" pitchFamily="34" charset="0"/>
              <a:buChar char="•"/>
            </a:pPr>
            <a:r>
              <a:rPr lang="en-US" sz="2400" dirty="0"/>
              <a:t>Different Modes of the Transactions</a:t>
            </a:r>
          </a:p>
          <a:p>
            <a:pPr marL="800100" lvl="1" indent="-342900">
              <a:spcBef>
                <a:spcPts val="500"/>
              </a:spcBef>
              <a:buFont typeface="Arial" panose="020B0604020202020204" pitchFamily="34" charset="0"/>
              <a:buChar char="•"/>
            </a:pPr>
            <a:r>
              <a:rPr lang="en-US" sz="2400" dirty="0"/>
              <a:t>Save Points in Transaction</a:t>
            </a:r>
          </a:p>
          <a:p>
            <a:pPr marL="800100" lvl="1" indent="-342900">
              <a:spcBef>
                <a:spcPts val="500"/>
              </a:spcBef>
              <a:buFont typeface="Arial" panose="020B0604020202020204" pitchFamily="34" charset="0"/>
              <a:buChar char="•"/>
            </a:pPr>
            <a:r>
              <a:rPr lang="en-US" sz="2400" dirty="0"/>
              <a:t>Auto Rollback Transactions</a:t>
            </a:r>
            <a:endParaRPr lang="en-US" sz="2400" b="1" dirty="0"/>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par>
                          <p:cTn id="28" fill="hold">
                            <p:stCondLst>
                              <p:cond delay="2000"/>
                            </p:stCondLst>
                            <p:childTnLst>
                              <p:par>
                                <p:cTn id="29" presetID="1" presetClass="entr" presetSubtype="0" fill="hold" nodeType="afterEffect">
                                  <p:stCondLst>
                                    <p:cond delay="50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par>
                          <p:cTn id="31" fill="hold">
                            <p:stCondLst>
                              <p:cond delay="2500"/>
                            </p:stCondLst>
                            <p:childTnLst>
                              <p:par>
                                <p:cTn id="32" presetID="1" presetClass="entr" presetSubtype="0" fill="hold" nodeType="afterEffect">
                                  <p:stCondLst>
                                    <p:cond delay="500"/>
                                  </p:stCondLst>
                                  <p:childTnLst>
                                    <p:set>
                                      <p:cBhvr>
                                        <p:cTn id="33" dur="1" fill="hold">
                                          <p:stCondLst>
                                            <p:cond delay="0"/>
                                          </p:stCondLst>
                                        </p:cTn>
                                        <p:tgtEl>
                                          <p:spTgt spid="9">
                                            <p:txEl>
                                              <p:pRg st="2" end="2"/>
                                            </p:txEl>
                                          </p:spTgt>
                                        </p:tgtEl>
                                        <p:attrNameLst>
                                          <p:attrName>style.visibility</p:attrName>
                                        </p:attrNameLst>
                                      </p:cBhvr>
                                      <p:to>
                                        <p:strVal val="visible"/>
                                      </p:to>
                                    </p:set>
                                  </p:childTnLst>
                                </p:cTn>
                              </p:par>
                            </p:childTnLst>
                          </p:cTn>
                        </p:par>
                        <p:par>
                          <p:cTn id="34" fill="hold">
                            <p:stCondLst>
                              <p:cond delay="3000"/>
                            </p:stCondLst>
                            <p:childTnLst>
                              <p:par>
                                <p:cTn id="35" presetID="1" presetClass="entr" presetSubtype="0" fill="hold" nodeType="afterEffect">
                                  <p:stCondLst>
                                    <p:cond delay="500"/>
                                  </p:stCondLst>
                                  <p:childTnLst>
                                    <p:set>
                                      <p:cBhvr>
                                        <p:cTn id="36" dur="1" fill="hold">
                                          <p:stCondLst>
                                            <p:cond delay="0"/>
                                          </p:stCondLst>
                                        </p:cTn>
                                        <p:tgtEl>
                                          <p:spTgt spid="9">
                                            <p:txEl>
                                              <p:pRg st="3" end="3"/>
                                            </p:txEl>
                                          </p:spTgt>
                                        </p:tgtEl>
                                        <p:attrNameLst>
                                          <p:attrName>style.visibility</p:attrName>
                                        </p:attrNameLst>
                                      </p:cBhvr>
                                      <p:to>
                                        <p:strVal val="visible"/>
                                      </p:to>
                                    </p:set>
                                  </p:childTnLst>
                                </p:cTn>
                              </p:par>
                            </p:childTnLst>
                          </p:cTn>
                        </p:par>
                        <p:par>
                          <p:cTn id="37" fill="hold">
                            <p:stCondLst>
                              <p:cond delay="3500"/>
                            </p:stCondLst>
                            <p:childTnLst>
                              <p:par>
                                <p:cTn id="38" presetID="1" presetClass="entr" presetSubtype="0" fill="hold" nodeType="afterEffect">
                                  <p:stCondLst>
                                    <p:cond delay="500"/>
                                  </p:stCondLst>
                                  <p:childTnLst>
                                    <p:set>
                                      <p:cBhvr>
                                        <p:cTn id="39" dur="1" fill="hold">
                                          <p:stCondLst>
                                            <p:cond delay="0"/>
                                          </p:stCondLst>
                                        </p:cTn>
                                        <p:tgtEl>
                                          <p:spTgt spid="9">
                                            <p:txEl>
                                              <p:pRg st="4" end="4"/>
                                            </p:txEl>
                                          </p:spTgt>
                                        </p:tgtEl>
                                        <p:attrNameLst>
                                          <p:attrName>style.visibility</p:attrName>
                                        </p:attrNameLst>
                                      </p:cBhvr>
                                      <p:to>
                                        <p:strVal val="visible"/>
                                      </p:to>
                                    </p:set>
                                  </p:childTnLst>
                                </p:cTn>
                              </p:par>
                            </p:childTnLst>
                          </p:cTn>
                        </p:par>
                        <p:par>
                          <p:cTn id="40" fill="hold">
                            <p:stCondLst>
                              <p:cond delay="4000"/>
                            </p:stCondLst>
                            <p:childTnLst>
                              <p:par>
                                <p:cTn id="41" presetID="1" presetClass="entr" presetSubtype="0" fill="hold" nodeType="afterEffect">
                                  <p:stCondLst>
                                    <p:cond delay="500"/>
                                  </p:stCondLst>
                                  <p:childTnLst>
                                    <p:set>
                                      <p:cBhvr>
                                        <p:cTn id="42" dur="1" fill="hold">
                                          <p:stCondLst>
                                            <p:cond delay="0"/>
                                          </p:stCondLst>
                                        </p:cTn>
                                        <p:tgtEl>
                                          <p:spTgt spid="9">
                                            <p:txEl>
                                              <p:pRg st="5" end="5"/>
                                            </p:txEl>
                                          </p:spTgt>
                                        </p:tgtEl>
                                        <p:attrNameLst>
                                          <p:attrName>style.visibility</p:attrName>
                                        </p:attrNameLst>
                                      </p:cBhvr>
                                      <p:to>
                                        <p:strVal val="visible"/>
                                      </p:to>
                                    </p:set>
                                  </p:childTnLst>
                                </p:cTn>
                              </p:par>
                            </p:childTnLst>
                          </p:cTn>
                        </p:par>
                        <p:par>
                          <p:cTn id="43" fill="hold">
                            <p:stCondLst>
                              <p:cond delay="4500"/>
                            </p:stCondLst>
                            <p:childTnLst>
                              <p:par>
                                <p:cTn id="44" presetID="1" presetClass="entr" presetSubtype="0" fill="hold" nodeType="afterEffect">
                                  <p:stCondLst>
                                    <p:cond delay="500"/>
                                  </p:stCondLst>
                                  <p:childTnLst>
                                    <p:set>
                                      <p:cBhvr>
                                        <p:cTn id="45" dur="1" fill="hold">
                                          <p:stCondLst>
                                            <p:cond delay="0"/>
                                          </p:stCondLst>
                                        </p:cTn>
                                        <p:tgtEl>
                                          <p:spTgt spid="9">
                                            <p:txEl>
                                              <p:pRg st="6" end="6"/>
                                            </p:txEl>
                                          </p:spTgt>
                                        </p:tgtEl>
                                        <p:attrNameLst>
                                          <p:attrName>style.visibility</p:attrName>
                                        </p:attrNameLst>
                                      </p:cBhvr>
                                      <p:to>
                                        <p:strVal val="visible"/>
                                      </p:to>
                                    </p:set>
                                  </p:childTnLst>
                                </p:cTn>
                              </p:par>
                            </p:childTnLst>
                          </p:cTn>
                        </p:par>
                        <p:par>
                          <p:cTn id="46" fill="hold">
                            <p:stCondLst>
                              <p:cond delay="5000"/>
                            </p:stCondLst>
                            <p:childTnLst>
                              <p:par>
                                <p:cTn id="47" presetID="1" presetClass="entr" presetSubtype="0" fill="hold" nodeType="afterEffect">
                                  <p:stCondLst>
                                    <p:cond delay="500"/>
                                  </p:stCondLst>
                                  <p:childTnLst>
                                    <p:set>
                                      <p:cBhvr>
                                        <p:cTn id="48" dur="1" fill="hold">
                                          <p:stCondLst>
                                            <p:cond delay="0"/>
                                          </p:stCondLst>
                                        </p:cTn>
                                        <p:tgtEl>
                                          <p:spTgt spid="9">
                                            <p:txEl>
                                              <p:pRg st="7" end="7"/>
                                            </p:txEl>
                                          </p:spTgt>
                                        </p:tgtEl>
                                        <p:attrNameLst>
                                          <p:attrName>style.visibility</p:attrName>
                                        </p:attrNameLst>
                                      </p:cBhvr>
                                      <p:to>
                                        <p:strVal val="visible"/>
                                      </p:to>
                                    </p:set>
                                  </p:childTnLst>
                                </p:cTn>
                              </p:par>
                            </p:childTnLst>
                          </p:cTn>
                        </p:par>
                        <p:par>
                          <p:cTn id="49" fill="hold">
                            <p:stCondLst>
                              <p:cond delay="5500"/>
                            </p:stCondLst>
                            <p:childTnLst>
                              <p:par>
                                <p:cTn id="50" presetID="1" presetClass="entr" presetSubtype="0" fill="hold" nodeType="afterEffect">
                                  <p:stCondLst>
                                    <p:cond delay="500"/>
                                  </p:stCondLst>
                                  <p:childTnLst>
                                    <p:set>
                                      <p:cBhvr>
                                        <p:cTn id="51" dur="1" fill="hold">
                                          <p:stCondLst>
                                            <p:cond delay="0"/>
                                          </p:stCondLst>
                                        </p:cTn>
                                        <p:tgtEl>
                                          <p:spTgt spid="9">
                                            <p:txEl>
                                              <p:pRg st="8" end="8"/>
                                            </p:txEl>
                                          </p:spTgt>
                                        </p:tgtEl>
                                        <p:attrNameLst>
                                          <p:attrName>style.visibility</p:attrName>
                                        </p:attrNameLst>
                                      </p:cBhvr>
                                      <p:to>
                                        <p:strVal val="visible"/>
                                      </p:to>
                                    </p:set>
                                  </p:childTnLst>
                                </p:cTn>
                              </p:par>
                            </p:childTnLst>
                          </p:cTn>
                        </p:par>
                        <p:par>
                          <p:cTn id="52" fill="hold">
                            <p:stCondLst>
                              <p:cond delay="6000"/>
                            </p:stCondLst>
                            <p:childTnLst>
                              <p:par>
                                <p:cTn id="53" presetID="1" presetClass="entr" presetSubtype="0" fill="hold" nodeType="afterEffect">
                                  <p:stCondLst>
                                    <p:cond delay="500"/>
                                  </p:stCondLst>
                                  <p:childTnLst>
                                    <p:set>
                                      <p:cBhvr>
                                        <p:cTn id="54" dur="1" fill="hold">
                                          <p:stCondLst>
                                            <p:cond delay="0"/>
                                          </p:stCondLst>
                                        </p:cTn>
                                        <p:tgtEl>
                                          <p:spTgt spid="9">
                                            <p:txEl>
                                              <p:pRg st="9" end="9"/>
                                            </p:txEl>
                                          </p:spTgt>
                                        </p:tgtEl>
                                        <p:attrNameLst>
                                          <p:attrName>style.visibility</p:attrName>
                                        </p:attrNameLst>
                                      </p:cBhvr>
                                      <p:to>
                                        <p:strVal val="visible"/>
                                      </p:to>
                                    </p:set>
                                  </p:childTnLst>
                                </p:cTn>
                              </p:par>
                            </p:childTnLst>
                          </p:cTn>
                        </p:par>
                        <p:par>
                          <p:cTn id="55" fill="hold">
                            <p:stCondLst>
                              <p:cond delay="6500"/>
                            </p:stCondLst>
                            <p:childTnLst>
                              <p:par>
                                <p:cTn id="56" presetID="1" presetClass="entr" presetSubtype="0" fill="hold" nodeType="afterEffect">
                                  <p:stCondLst>
                                    <p:cond delay="500"/>
                                  </p:stCondLst>
                                  <p:childTnLst>
                                    <p:set>
                                      <p:cBhvr>
                                        <p:cTn id="57" dur="1" fill="hold">
                                          <p:stCondLst>
                                            <p:cond delay="0"/>
                                          </p:stCondLst>
                                        </p:cTn>
                                        <p:tgtEl>
                                          <p:spTgt spid="9">
                                            <p:txEl>
                                              <p:pRg st="10" end="10"/>
                                            </p:txEl>
                                          </p:spTgt>
                                        </p:tgtEl>
                                        <p:attrNameLst>
                                          <p:attrName>style.visibility</p:attrName>
                                        </p:attrNameLst>
                                      </p:cBhvr>
                                      <p:to>
                                        <p:strVal val="visible"/>
                                      </p:to>
                                    </p:set>
                                  </p:childTnLst>
                                </p:cTn>
                              </p:par>
                            </p:childTnLst>
                          </p:cTn>
                        </p:par>
                        <p:par>
                          <p:cTn id="58" fill="hold">
                            <p:stCondLst>
                              <p:cond delay="7000"/>
                            </p:stCondLst>
                            <p:childTnLst>
                              <p:par>
                                <p:cTn id="59" presetID="1" presetClass="entr" presetSubtype="0" fill="hold" nodeType="afterEffect">
                                  <p:stCondLst>
                                    <p:cond delay="500"/>
                                  </p:stCondLst>
                                  <p:childTnLst>
                                    <p:set>
                                      <p:cBhvr>
                                        <p:cTn id="60" dur="1" fill="hold">
                                          <p:stCondLst>
                                            <p:cond delay="0"/>
                                          </p:stCondLst>
                                        </p:cTn>
                                        <p:tgtEl>
                                          <p:spTgt spid="9">
                                            <p:txEl>
                                              <p:pRg st="11" end="11"/>
                                            </p:txEl>
                                          </p:spTgt>
                                        </p:tgtEl>
                                        <p:attrNameLst>
                                          <p:attrName>style.visibility</p:attrName>
                                        </p:attrNameLst>
                                      </p:cBhvr>
                                      <p:to>
                                        <p:strVal val="visible"/>
                                      </p:to>
                                    </p:set>
                                  </p:childTnLst>
                                </p:cTn>
                              </p:par>
                            </p:childTnLst>
                          </p:cTn>
                        </p:par>
                        <p:par>
                          <p:cTn id="61" fill="hold">
                            <p:stCondLst>
                              <p:cond delay="7500"/>
                            </p:stCondLst>
                            <p:childTnLst>
                              <p:par>
                                <p:cTn id="62" presetID="1" presetClass="entr" presetSubtype="0" fill="hold" nodeType="afterEffect">
                                  <p:stCondLst>
                                    <p:cond delay="500"/>
                                  </p:stCondLst>
                                  <p:childTnLst>
                                    <p:set>
                                      <p:cBhvr>
                                        <p:cTn id="63"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Trigger</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24533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Introduction : Trigger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A SQL Server trigger is a piece of procedural code, like a stored procedure </a:t>
            </a:r>
            <a:r>
              <a:rPr lang="en-US" dirty="0">
                <a:solidFill>
                  <a:srgbClr val="C00000"/>
                </a:solidFill>
              </a:rPr>
              <a:t>which is only executed when a given event happens. </a:t>
            </a:r>
          </a:p>
          <a:p>
            <a:r>
              <a:rPr lang="en-US" dirty="0"/>
              <a:t>There are different types of events that can fire a trigger. </a:t>
            </a:r>
          </a:p>
          <a:p>
            <a:r>
              <a:rPr lang="en-US" dirty="0"/>
              <a:t>Like </a:t>
            </a:r>
            <a:r>
              <a:rPr lang="en-US" b="1" dirty="0">
                <a:solidFill>
                  <a:srgbClr val="C00000"/>
                </a:solidFill>
              </a:rPr>
              <a:t>insertion of rows in a table</a:t>
            </a:r>
            <a:r>
              <a:rPr lang="en-US" dirty="0"/>
              <a:t>, a </a:t>
            </a:r>
            <a:r>
              <a:rPr lang="en-US" b="1" dirty="0">
                <a:solidFill>
                  <a:srgbClr val="C00000"/>
                </a:solidFill>
              </a:rPr>
              <a:t>change in a table structure </a:t>
            </a:r>
            <a:r>
              <a:rPr lang="en-US" dirty="0"/>
              <a:t>and </a:t>
            </a:r>
            <a:r>
              <a:rPr lang="en-US" b="1" dirty="0">
                <a:solidFill>
                  <a:srgbClr val="C00000"/>
                </a:solidFill>
              </a:rPr>
              <a:t>even a user logging into a SQL Server instance</a:t>
            </a:r>
            <a:r>
              <a:rPr lang="en-US" dirty="0"/>
              <a:t>.</a:t>
            </a:r>
          </a:p>
          <a:p>
            <a:r>
              <a:rPr lang="en-US" dirty="0"/>
              <a:t>There are three main characteristics that make triggers different than stored procedures:</a:t>
            </a:r>
          </a:p>
          <a:p>
            <a:pPr lvl="1"/>
            <a:r>
              <a:rPr lang="en-US" dirty="0"/>
              <a:t>Triggers </a:t>
            </a:r>
            <a:r>
              <a:rPr lang="en-US" b="1" dirty="0">
                <a:solidFill>
                  <a:srgbClr val="C00000"/>
                </a:solidFill>
              </a:rPr>
              <a:t>cannot be manually executed by the user</a:t>
            </a:r>
            <a:r>
              <a:rPr lang="en-US" dirty="0"/>
              <a:t>.</a:t>
            </a:r>
          </a:p>
          <a:p>
            <a:pPr lvl="1"/>
            <a:r>
              <a:rPr lang="en-US" dirty="0"/>
              <a:t>There is </a:t>
            </a:r>
            <a:r>
              <a:rPr lang="en-US" b="1" dirty="0">
                <a:solidFill>
                  <a:srgbClr val="C00000"/>
                </a:solidFill>
              </a:rPr>
              <a:t>no chance for triggers to receive parameters</a:t>
            </a:r>
            <a:r>
              <a:rPr lang="en-US" dirty="0"/>
              <a:t>.</a:t>
            </a:r>
          </a:p>
          <a:p>
            <a:pPr lvl="1"/>
            <a:r>
              <a:rPr lang="en-US" dirty="0"/>
              <a:t>You cannot </a:t>
            </a:r>
            <a:r>
              <a:rPr lang="en-US" b="1" dirty="0">
                <a:solidFill>
                  <a:srgbClr val="C00000"/>
                </a:solidFill>
              </a:rPr>
              <a:t>commit or rollback a transaction inside a trigger</a:t>
            </a:r>
            <a:r>
              <a:rPr lang="en-US" dirty="0"/>
              <a:t>.</a:t>
            </a:r>
          </a:p>
          <a:p>
            <a:r>
              <a:rPr lang="en-US" b="1" dirty="0">
                <a:solidFill>
                  <a:srgbClr val="C00000"/>
                </a:solidFill>
              </a:rPr>
              <a:t>If you need a certain piece of code to always be executed in response to an event</a:t>
            </a:r>
            <a:r>
              <a:rPr lang="en-US" dirty="0"/>
              <a:t>, the best option is to use triggers.</a:t>
            </a:r>
          </a:p>
          <a:p>
            <a:r>
              <a:rPr lang="en-US" dirty="0"/>
              <a:t>It allows us to encode complex default values that cannot be handled by default constraints.</a:t>
            </a:r>
          </a:p>
          <a:p>
            <a:r>
              <a:rPr lang="en-US" b="1" dirty="0"/>
              <a:t>You can calculate aggregated columns in a table using triggers</a:t>
            </a:r>
            <a:r>
              <a:rPr lang="en-US" dirty="0"/>
              <a:t>.</a:t>
            </a:r>
          </a:p>
          <a:p>
            <a:endParaRPr lang="en-US" dirty="0"/>
          </a:p>
          <a:p>
            <a:pPr lvl="1"/>
            <a:endParaRPr lang="en-US" dirty="0"/>
          </a:p>
        </p:txBody>
      </p:sp>
    </p:spTree>
    <p:extLst>
      <p:ext uri="{BB962C8B-B14F-4D97-AF65-F5344CB8AC3E}">
        <p14:creationId xmlns:p14="http://schemas.microsoft.com/office/powerpoint/2010/main" val="56857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Types of Trigger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In SQL Server we can create the following three types of triggers:</a:t>
            </a:r>
          </a:p>
          <a:p>
            <a:pPr marL="914400" lvl="1" indent="-457200">
              <a:buFont typeface="+mj-lt"/>
              <a:buAutoNum type="arabicPeriod"/>
            </a:pPr>
            <a:r>
              <a:rPr lang="en-US" sz="2400" dirty="0">
                <a:solidFill>
                  <a:srgbClr val="C00000"/>
                </a:solidFill>
              </a:rPr>
              <a:t>Data Definition Language (DDL) triggers</a:t>
            </a:r>
          </a:p>
          <a:p>
            <a:pPr lvl="2"/>
            <a:r>
              <a:rPr lang="en-US" sz="2000" dirty="0"/>
              <a:t>DDL triggers are fired when DDL event occurs. i.e. when object is created, altered and dropped by a user. </a:t>
            </a:r>
          </a:p>
          <a:p>
            <a:pPr lvl="2"/>
            <a:r>
              <a:rPr lang="en-US" sz="2000" dirty="0"/>
              <a:t>These triggers are created at the database level or server level based on the type of DDL event.</a:t>
            </a:r>
          </a:p>
          <a:p>
            <a:pPr marL="914400" lvl="1" indent="-457200">
              <a:buFont typeface="+mj-lt"/>
              <a:buAutoNum type="arabicPeriod" startAt="2"/>
            </a:pPr>
            <a:r>
              <a:rPr lang="en-US" sz="2400" dirty="0">
                <a:solidFill>
                  <a:srgbClr val="C00000"/>
                </a:solidFill>
              </a:rPr>
              <a:t>Data Manipulation Language (DML) triggers</a:t>
            </a:r>
          </a:p>
          <a:p>
            <a:pPr lvl="2"/>
            <a:r>
              <a:rPr lang="en-US" sz="2000" dirty="0"/>
              <a:t>DML triggers are fired when a DML event occurs. i.e. when data is inserted/ updated/ deleted in the table by a user.</a:t>
            </a:r>
          </a:p>
          <a:p>
            <a:pPr lvl="2"/>
            <a:r>
              <a:rPr lang="en-US" sz="2000" dirty="0"/>
              <a:t>These triggers are created at the table level.</a:t>
            </a:r>
          </a:p>
          <a:p>
            <a:pPr lvl="2"/>
            <a:r>
              <a:rPr lang="en-US" sz="2000" dirty="0"/>
              <a:t>DML triggers have different types</a:t>
            </a:r>
          </a:p>
          <a:p>
            <a:pPr lvl="3"/>
            <a:r>
              <a:rPr lang="en-GB" b="1" dirty="0"/>
              <a:t>FOR or AFTER [INSERT, UPDATE, DELETE]</a:t>
            </a:r>
            <a:endParaRPr lang="en-GB" dirty="0"/>
          </a:p>
          <a:p>
            <a:pPr lvl="3"/>
            <a:r>
              <a:rPr lang="en-GB" b="1" dirty="0"/>
              <a:t>INSTEAD OF [INSERT, UPDATE, DELETE]</a:t>
            </a:r>
            <a:endParaRPr lang="en-US" sz="1800" dirty="0"/>
          </a:p>
          <a:p>
            <a:pPr marL="914400" lvl="1" indent="-457200">
              <a:buFont typeface="+mj-lt"/>
              <a:buAutoNum type="arabicPeriod" startAt="3"/>
            </a:pPr>
            <a:r>
              <a:rPr lang="en-US" sz="2400" dirty="0">
                <a:solidFill>
                  <a:srgbClr val="C00000"/>
                </a:solidFill>
              </a:rPr>
              <a:t>Logon triggers</a:t>
            </a:r>
          </a:p>
          <a:p>
            <a:pPr lvl="2"/>
            <a:r>
              <a:rPr lang="en-US" sz="2000" dirty="0"/>
              <a:t>These triggers are fired when LOGON event occurs. </a:t>
            </a:r>
          </a:p>
          <a:p>
            <a:pPr lvl="2"/>
            <a:r>
              <a:rPr lang="en-US" sz="2000" dirty="0"/>
              <a:t>LOGON triggers fired after successful authentication and before establishing the user session.</a:t>
            </a:r>
          </a:p>
        </p:txBody>
      </p:sp>
    </p:spTree>
    <p:extLst>
      <p:ext uri="{BB962C8B-B14F-4D97-AF65-F5344CB8AC3E}">
        <p14:creationId xmlns:p14="http://schemas.microsoft.com/office/powerpoint/2010/main" val="319619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DML Triggers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DML Triggers are of two types:</a:t>
            </a:r>
          </a:p>
          <a:p>
            <a:pPr marL="914400" lvl="1" indent="-457200">
              <a:buFont typeface="+mj-lt"/>
              <a:buAutoNum type="arabicPeriod"/>
            </a:pPr>
            <a:r>
              <a:rPr lang="en-US" sz="2400" b="1" dirty="0">
                <a:solidFill>
                  <a:schemeClr val="tx2"/>
                </a:solidFill>
              </a:rPr>
              <a:t>After trigger (using FOR/AFTER CLAUSE) : </a:t>
            </a:r>
          </a:p>
          <a:p>
            <a:pPr lvl="2"/>
            <a:r>
              <a:rPr lang="en-US" sz="2000" dirty="0"/>
              <a:t>After triggers are </a:t>
            </a:r>
            <a:r>
              <a:rPr lang="en-US" sz="2000" dirty="0">
                <a:solidFill>
                  <a:srgbClr val="C00000"/>
                </a:solidFill>
              </a:rPr>
              <a:t>execute after completing the execution of DML statements</a:t>
            </a:r>
            <a:r>
              <a:rPr lang="en-US" sz="2000" dirty="0"/>
              <a:t>.</a:t>
            </a:r>
          </a:p>
          <a:p>
            <a:pPr lvl="2"/>
            <a:r>
              <a:rPr lang="en-US" sz="2000" b="1" dirty="0"/>
              <a:t>Example:</a:t>
            </a:r>
            <a:r>
              <a:rPr lang="en-US" sz="2000" dirty="0"/>
              <a:t> If you insert a record/row into a table then the trigger related/associated with the insert event on this table will execute only after inserting the record into that table. </a:t>
            </a:r>
          </a:p>
          <a:p>
            <a:pPr lvl="2"/>
            <a:r>
              <a:rPr lang="en-US" sz="2000" dirty="0"/>
              <a:t>If the </a:t>
            </a:r>
            <a:r>
              <a:rPr lang="en-US" sz="2000" dirty="0">
                <a:solidFill>
                  <a:srgbClr val="C00000"/>
                </a:solidFill>
              </a:rPr>
              <a:t>record/row insertion fails</a:t>
            </a:r>
            <a:r>
              <a:rPr lang="en-US" sz="2000" dirty="0"/>
              <a:t>, SQL Server will </a:t>
            </a:r>
            <a:r>
              <a:rPr lang="en-US" sz="2000" dirty="0">
                <a:solidFill>
                  <a:srgbClr val="C00000"/>
                </a:solidFill>
              </a:rPr>
              <a:t>not execute the after trigger</a:t>
            </a:r>
            <a:r>
              <a:rPr lang="en-US" sz="2000" dirty="0"/>
              <a:t>.</a:t>
            </a:r>
          </a:p>
          <a:p>
            <a:pPr marL="914400" lvl="1" indent="-457200">
              <a:buFont typeface="+mj-lt"/>
              <a:buAutoNum type="arabicPeriod" startAt="2"/>
            </a:pPr>
            <a:r>
              <a:rPr lang="en-US" sz="2400" b="1" dirty="0">
                <a:solidFill>
                  <a:schemeClr val="tx2"/>
                </a:solidFill>
              </a:rPr>
              <a:t>Instead of Trigger (using INSTEAD OF CLAUSE) : </a:t>
            </a:r>
          </a:p>
          <a:p>
            <a:pPr lvl="2"/>
            <a:r>
              <a:rPr lang="en-US" sz="2000" dirty="0"/>
              <a:t>Instead of trigger are </a:t>
            </a:r>
            <a:r>
              <a:rPr lang="en-US" sz="2000" dirty="0">
                <a:solidFill>
                  <a:srgbClr val="C00000"/>
                </a:solidFill>
              </a:rPr>
              <a:t>execute before starts the execution of DML statements</a:t>
            </a:r>
            <a:r>
              <a:rPr lang="en-US" sz="2000" dirty="0"/>
              <a:t>. </a:t>
            </a:r>
          </a:p>
          <a:p>
            <a:pPr lvl="2"/>
            <a:r>
              <a:rPr lang="en-US" sz="2000" dirty="0"/>
              <a:t>An instead of </a:t>
            </a:r>
            <a:r>
              <a:rPr lang="en-US" sz="2000" dirty="0">
                <a:solidFill>
                  <a:srgbClr val="C00000"/>
                </a:solidFill>
              </a:rPr>
              <a:t>trigger allows us to skip an INSERT, DELETE, or UPDATE statement </a:t>
            </a:r>
            <a:r>
              <a:rPr lang="en-US" sz="2000" dirty="0"/>
              <a:t>to a table and execute other statements defined in the trigger instead. </a:t>
            </a:r>
          </a:p>
          <a:p>
            <a:pPr lvl="2"/>
            <a:r>
              <a:rPr lang="en-US" sz="2000" b="1" dirty="0">
                <a:solidFill>
                  <a:srgbClr val="C00000"/>
                </a:solidFill>
              </a:rPr>
              <a:t>The actual INSERT, DELETE or UPDATE operation does not occur at all</a:t>
            </a:r>
            <a:r>
              <a:rPr lang="en-US" sz="2000" dirty="0"/>
              <a:t>.</a:t>
            </a:r>
          </a:p>
          <a:p>
            <a:pPr lvl="3"/>
            <a:r>
              <a:rPr lang="en-US" sz="1800" b="1" dirty="0"/>
              <a:t>Example</a:t>
            </a:r>
            <a:r>
              <a:rPr lang="en-US" sz="1800" dirty="0"/>
              <a:t>: If you insert a record/row into a table then the trigger related/associated with the insert event on this table will be executed before inserting the record into that table. </a:t>
            </a:r>
          </a:p>
          <a:p>
            <a:pPr marL="914400" lvl="2" indent="0">
              <a:buNone/>
            </a:pPr>
            <a:endParaRPr lang="en-US" sz="2000" dirty="0"/>
          </a:p>
        </p:txBody>
      </p:sp>
    </p:spTree>
    <p:extLst>
      <p:ext uri="{BB962C8B-B14F-4D97-AF65-F5344CB8AC3E}">
        <p14:creationId xmlns:p14="http://schemas.microsoft.com/office/powerpoint/2010/main" val="91480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4FD87-CF1D-3DE2-FEED-85FA73EF62E0}"/>
              </a:ext>
            </a:extLst>
          </p:cNvPr>
          <p:cNvSpPr>
            <a:spLocks noGrp="1"/>
          </p:cNvSpPr>
          <p:nvPr>
            <p:ph type="title"/>
          </p:nvPr>
        </p:nvSpPr>
        <p:spPr/>
        <p:txBody>
          <a:bodyPr/>
          <a:lstStyle/>
          <a:p>
            <a:r>
              <a:rPr lang="en-US" dirty="0"/>
              <a:t>Syntax of Trigger</a:t>
            </a:r>
            <a:endParaRPr lang="en-GB" dirty="0"/>
          </a:p>
        </p:txBody>
      </p:sp>
      <p:sp>
        <p:nvSpPr>
          <p:cNvPr id="4" name="Rectangle 3">
            <a:extLst>
              <a:ext uri="{FF2B5EF4-FFF2-40B4-BE49-F238E27FC236}">
                <a16:creationId xmlns:a16="http://schemas.microsoft.com/office/drawing/2014/main" id="{2557ECAD-0448-629D-8AC8-276E967361C4}"/>
              </a:ext>
            </a:extLst>
          </p:cNvPr>
          <p:cNvSpPr/>
          <p:nvPr/>
        </p:nvSpPr>
        <p:spPr>
          <a:xfrm>
            <a:off x="694966" y="1192628"/>
            <a:ext cx="6247010" cy="3293209"/>
          </a:xfrm>
          <a:prstGeom prst="rect">
            <a:avLst/>
          </a:prstGeom>
          <a:solidFill>
            <a:schemeClr val="bg1">
              <a:lumMod val="95000"/>
            </a:schemeClr>
          </a:solidFill>
          <a:ln>
            <a:noFill/>
          </a:ln>
        </p:spPr>
        <p:txBody>
          <a:bodyPr wrap="square">
            <a:spAutoFit/>
          </a:bodyPr>
          <a:lstStyle/>
          <a:p>
            <a:pPr marL="87312"/>
            <a:r>
              <a:rPr lang="en-US" sz="1600" dirty="0">
                <a:solidFill>
                  <a:srgbClr val="0000FF"/>
                </a:solidFill>
                <a:latin typeface="Consolas" panose="020B0609020204030204" pitchFamily="49" charset="0"/>
              </a:rPr>
              <a:t>CREATE</a:t>
            </a:r>
            <a:r>
              <a:rPr lang="en-US" sz="1600" dirty="0">
                <a:solidFill>
                  <a:srgbClr val="000000"/>
                </a:solidFill>
                <a:latin typeface="Consolas" panose="020B0609020204030204" pitchFamily="49" charset="0"/>
              </a:rPr>
              <a:t> [OR </a:t>
            </a:r>
            <a:r>
              <a:rPr lang="en-US" sz="1600" dirty="0">
                <a:solidFill>
                  <a:srgbClr val="0000FF"/>
                </a:solidFill>
                <a:latin typeface="Consolas" panose="020B0609020204030204" pitchFamily="49" charset="0"/>
              </a:rPr>
              <a:t>ALTER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TRIGGER</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Trigger_name</a:t>
            </a:r>
            <a:r>
              <a:rPr lang="en-US" sz="1600" dirty="0">
                <a:solidFill>
                  <a:srgbClr val="000000"/>
                </a:solidFill>
                <a:latin typeface="Consolas" panose="020B0609020204030204" pitchFamily="49" charset="0"/>
              </a:rPr>
              <a:t> </a:t>
            </a:r>
          </a:p>
          <a:p>
            <a:pPr marL="87312"/>
            <a:endParaRPr lang="en-US"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ON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Table_name</a:t>
            </a:r>
            <a:r>
              <a:rPr lang="en-GB" sz="1600" dirty="0">
                <a:solidFill>
                  <a:srgbClr val="000000"/>
                </a:solidFill>
                <a:latin typeface="Consolas" panose="020B0609020204030204" pitchFamily="49" charset="0"/>
              </a:rPr>
              <a:t> OR </a:t>
            </a:r>
            <a:r>
              <a:rPr lang="en-GB" sz="1600" dirty="0" err="1">
                <a:solidFill>
                  <a:srgbClr val="000000"/>
                </a:solidFill>
                <a:latin typeface="Consolas" panose="020B0609020204030204" pitchFamily="49" charset="0"/>
              </a:rPr>
              <a:t>view_name</a:t>
            </a:r>
            <a:endParaRPr lang="en-GB" sz="1600" dirty="0">
              <a:solidFill>
                <a:srgbClr val="000000"/>
              </a:solidFill>
              <a:latin typeface="Consolas" panose="020B0609020204030204" pitchFamily="49" charset="0"/>
            </a:endParaRPr>
          </a:p>
          <a:p>
            <a:pPr marL="87312"/>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FOR</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OR</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AFTER</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INSTEAD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OF</a:t>
            </a:r>
            <a:r>
              <a:rPr lang="en-GB" sz="1600" dirty="0">
                <a:solidFill>
                  <a:srgbClr val="000000"/>
                </a:solidFill>
                <a:latin typeface="Consolas" panose="020B0609020204030204" pitchFamily="49" charset="0"/>
              </a:rPr>
              <a:t>  </a:t>
            </a:r>
          </a:p>
          <a:p>
            <a:pPr marL="87312"/>
            <a:endParaRPr lang="en-GB" sz="1600" dirty="0">
              <a:solidFill>
                <a:srgbClr val="000000"/>
              </a:solidFill>
              <a:latin typeface="Consolas" panose="020B0609020204030204" pitchFamily="49" charset="0"/>
            </a:endParaRPr>
          </a:p>
          <a:p>
            <a:pPr marL="87312"/>
            <a:r>
              <a:rPr lang="en-GB" sz="1600" dirty="0">
                <a:solidFill>
                  <a:srgbClr val="000000"/>
                </a:solidFill>
                <a:latin typeface="Consolas" panose="020B0609020204030204" pitchFamily="49" charset="0"/>
              </a:rPr>
              <a:t>INSERT, UPDATE, DELETE </a:t>
            </a:r>
          </a:p>
          <a:p>
            <a:pPr marL="87312"/>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AS</a:t>
            </a:r>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p>
          <a:p>
            <a:pPr marL="87312"/>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--SQL Statements (Body)</a:t>
            </a:r>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	Executable</a:t>
            </a:r>
            <a:r>
              <a:rPr lang="en-GB" sz="1600" dirty="0">
                <a:solidFill>
                  <a:srgbClr val="000000"/>
                </a:solidFill>
                <a:latin typeface="Consolas" panose="020B0609020204030204" pitchFamily="49" charset="0"/>
              </a:rPr>
              <a:t> statements  </a:t>
            </a:r>
          </a:p>
          <a:p>
            <a:pPr marL="87312"/>
            <a:r>
              <a:rPr lang="en-GB" sz="1600" dirty="0">
                <a:solidFill>
                  <a:srgbClr val="0000FF"/>
                </a:solidFill>
                <a:latin typeface="Consolas" panose="020B0609020204030204" pitchFamily="49" charset="0"/>
              </a:rPr>
              <a:t>END</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endParaRPr lang="en-US" sz="1600" dirty="0"/>
          </a:p>
        </p:txBody>
      </p:sp>
      <p:sp>
        <p:nvSpPr>
          <p:cNvPr id="5" name="Rectangle 4">
            <a:extLst>
              <a:ext uri="{FF2B5EF4-FFF2-40B4-BE49-F238E27FC236}">
                <a16:creationId xmlns:a16="http://schemas.microsoft.com/office/drawing/2014/main" id="{E61A2CE8-F6B8-75A2-11C9-BC2F1FE4FD54}"/>
              </a:ext>
            </a:extLst>
          </p:cNvPr>
          <p:cNvSpPr/>
          <p:nvPr/>
        </p:nvSpPr>
        <p:spPr>
          <a:xfrm>
            <a:off x="131180" y="1192628"/>
            <a:ext cx="579518" cy="329320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a:p>
            <a:pPr algn="r"/>
            <a:r>
              <a:rPr lang="en-IN" sz="1600" b="1" dirty="0">
                <a:solidFill>
                  <a:schemeClr val="tx1">
                    <a:lumMod val="75000"/>
                    <a:lumOff val="25000"/>
                  </a:schemeClr>
                </a:solidFill>
                <a:latin typeface="Consolas" panose="020B0609020204030204" pitchFamily="49" charset="0"/>
              </a:rPr>
              <a:t>13</a:t>
            </a:r>
          </a:p>
        </p:txBody>
      </p:sp>
      <p:sp>
        <p:nvSpPr>
          <p:cNvPr id="6" name="Rectangle: Top Corners Rounded 5">
            <a:extLst>
              <a:ext uri="{FF2B5EF4-FFF2-40B4-BE49-F238E27FC236}">
                <a16:creationId xmlns:a16="http://schemas.microsoft.com/office/drawing/2014/main" id="{71F25FAA-16D9-AE16-5056-BC07F02D226F}"/>
              </a:ext>
            </a:extLst>
          </p:cNvPr>
          <p:cNvSpPr/>
          <p:nvPr/>
        </p:nvSpPr>
        <p:spPr>
          <a:xfrm>
            <a:off x="131180" y="863444"/>
            <a:ext cx="145502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Trigger Syntax</a:t>
            </a:r>
          </a:p>
        </p:txBody>
      </p:sp>
    </p:spTree>
    <p:extLst>
      <p:ext uri="{BB962C8B-B14F-4D97-AF65-F5344CB8AC3E}">
        <p14:creationId xmlns:p14="http://schemas.microsoft.com/office/powerpoint/2010/main" val="236257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a:t>
            </a:r>
          </a:p>
        </p:txBody>
      </p:sp>
      <p:sp>
        <p:nvSpPr>
          <p:cNvPr id="3" name="Content Placeholder 2"/>
          <p:cNvSpPr>
            <a:spLocks noGrp="1"/>
          </p:cNvSpPr>
          <p:nvPr>
            <p:ph idx="1"/>
          </p:nvPr>
        </p:nvSpPr>
        <p:spPr/>
        <p:txBody>
          <a:bodyPr/>
          <a:lstStyle/>
          <a:p>
            <a:r>
              <a:rPr lang="en-US" dirty="0"/>
              <a:t>Create a trigger on department table for insert, update and delete statement to display a message “Record is affected”.</a:t>
            </a:r>
          </a:p>
          <a:p>
            <a:pPr marL="457200" lvl="1" indent="0">
              <a:buNone/>
            </a:pPr>
            <a:endParaRPr lang="en-US" dirty="0"/>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b="1" u="sng" dirty="0">
              <a:latin typeface="+mj-lt"/>
            </a:endParaRPr>
          </a:p>
          <a:p>
            <a:pPr marL="544512" lvl="1" indent="0">
              <a:buNone/>
            </a:pPr>
            <a:r>
              <a:rPr lang="en-GB" b="1" u="sng" dirty="0">
                <a:latin typeface="+mj-lt"/>
              </a:rPr>
              <a:t>Trigger Executed When…</a:t>
            </a:r>
          </a:p>
          <a:p>
            <a:pPr marL="887412" lvl="1" indent="-342900"/>
            <a:r>
              <a:rPr lang="en-US" dirty="0">
                <a:solidFill>
                  <a:srgbClr val="0000FF"/>
                </a:solidFill>
                <a:latin typeface="Consolas" panose="020B0609020204030204" pitchFamily="49" charset="0"/>
              </a:rPr>
              <a:t>Insert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into</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values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101</a:t>
            </a:r>
            <a:r>
              <a:rPr lang="en-US" dirty="0">
                <a:solidFill>
                  <a:srgbClr val="808080"/>
                </a:solidFill>
                <a:latin typeface="Consolas" panose="020B0609020204030204" pitchFamily="49" charset="0"/>
              </a:rPr>
              <a:t>,</a:t>
            </a:r>
            <a:r>
              <a:rPr lang="en-US" dirty="0">
                <a:solidFill>
                  <a:srgbClr val="FF0000"/>
                </a:solidFill>
                <a:latin typeface="Consolas" panose="020B0609020204030204" pitchFamily="49" charset="0"/>
              </a:rPr>
              <a:t>'Computer Department’</a:t>
            </a:r>
            <a:r>
              <a:rPr lang="en-US" dirty="0">
                <a:solidFill>
                  <a:srgbClr val="808080"/>
                </a:solidFill>
                <a:latin typeface="Consolas" panose="020B0609020204030204" pitchFamily="49" charset="0"/>
              </a:rPr>
              <a:t>)</a:t>
            </a:r>
          </a:p>
          <a:p>
            <a:pPr marL="895350" lvl="1" indent="-354013"/>
            <a:r>
              <a:rPr lang="en-US" dirty="0">
                <a:solidFill>
                  <a:srgbClr val="FF00FF"/>
                </a:solidFill>
                <a:latin typeface="Consolas" panose="020B0609020204030204" pitchFamily="49" charset="0"/>
              </a:rPr>
              <a:t>Update</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Set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DepartmentName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'Acc Dept’</a:t>
            </a:r>
            <a:r>
              <a:rPr lang="en-US"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Where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DepartmentID</a:t>
            </a:r>
            <a:r>
              <a:rPr lang="en-GB" dirty="0">
                <a:solidFill>
                  <a:srgbClr val="000000"/>
                </a:solidFill>
                <a:latin typeface="Consolas" panose="020B0609020204030204" pitchFamily="49" charset="0"/>
              </a:rPr>
              <a:t> </a:t>
            </a:r>
            <a:r>
              <a:rPr lang="en-GB" dirty="0">
                <a:solidFill>
                  <a:srgbClr val="808080"/>
                </a:solidFill>
                <a:latin typeface="Consolas" panose="020B0609020204030204" pitchFamily="49" charset="0"/>
              </a:rPr>
              <a:t>=</a:t>
            </a:r>
            <a:r>
              <a:rPr lang="en-GB" dirty="0">
                <a:solidFill>
                  <a:srgbClr val="000000"/>
                </a:solidFill>
                <a:latin typeface="Consolas" panose="020B0609020204030204" pitchFamily="49" charset="0"/>
              </a:rPr>
              <a:t> 4</a:t>
            </a:r>
          </a:p>
          <a:p>
            <a:pPr marL="895350" lvl="1" indent="-354013"/>
            <a:r>
              <a:rPr lang="en-US" dirty="0">
                <a:solidFill>
                  <a:srgbClr val="0000FF"/>
                </a:solidFill>
                <a:latin typeface="Consolas" panose="020B0609020204030204" pitchFamily="49" charset="0"/>
              </a:rPr>
              <a:t>Delete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DepartmentID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4</a:t>
            </a: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US" dirty="0"/>
          </a:p>
        </p:txBody>
      </p:sp>
      <p:sp>
        <p:nvSpPr>
          <p:cNvPr id="4" name="Rectangle 3">
            <a:extLst>
              <a:ext uri="{FF2B5EF4-FFF2-40B4-BE49-F238E27FC236}">
                <a16:creationId xmlns:a16="http://schemas.microsoft.com/office/drawing/2014/main" id="{ACAECD48-8BE6-B073-71E0-0A8846C04257}"/>
              </a:ext>
            </a:extLst>
          </p:cNvPr>
          <p:cNvSpPr/>
          <p:nvPr/>
        </p:nvSpPr>
        <p:spPr>
          <a:xfrm>
            <a:off x="1070750" y="2060374"/>
            <a:ext cx="6247010" cy="2076722"/>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Dept_Msg</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AFTER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UPDATE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DELETE</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PRINT</a:t>
            </a:r>
            <a:r>
              <a:rPr lang="en-GB" sz="1650" dirty="0">
                <a:solidFill>
                  <a:srgbClr val="000000"/>
                </a:solidFill>
                <a:latin typeface="Consolas" panose="020B0609020204030204" pitchFamily="49" charset="0"/>
              </a:rPr>
              <a:t> </a:t>
            </a:r>
            <a:r>
              <a:rPr lang="en-GB" sz="1650" dirty="0">
                <a:solidFill>
                  <a:srgbClr val="FF0000"/>
                </a:solidFill>
                <a:latin typeface="Consolas" panose="020B0609020204030204" pitchFamily="49" charset="0"/>
              </a:rPr>
              <a:t>'Record is affected'</a:t>
            </a:r>
            <a:r>
              <a:rPr lang="en-GB" sz="1650" dirty="0">
                <a:solidFill>
                  <a:srgbClr val="000000"/>
                </a:solidFill>
                <a:latin typeface="Consolas" panose="020B0609020204030204" pitchFamily="49" charset="0"/>
              </a:rPr>
              <a:t>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p>
        </p:txBody>
      </p:sp>
      <p:sp>
        <p:nvSpPr>
          <p:cNvPr id="5" name="Rectangle 4">
            <a:extLst>
              <a:ext uri="{FF2B5EF4-FFF2-40B4-BE49-F238E27FC236}">
                <a16:creationId xmlns:a16="http://schemas.microsoft.com/office/drawing/2014/main" id="{159F5761-4E32-BB06-9781-59682E8FA39C}"/>
              </a:ext>
            </a:extLst>
          </p:cNvPr>
          <p:cNvSpPr/>
          <p:nvPr/>
        </p:nvSpPr>
        <p:spPr>
          <a:xfrm>
            <a:off x="506964" y="2060374"/>
            <a:ext cx="579518"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p:txBody>
      </p:sp>
      <p:sp>
        <p:nvSpPr>
          <p:cNvPr id="6" name="Rectangle: Top Corners Rounded 5">
            <a:extLst>
              <a:ext uri="{FF2B5EF4-FFF2-40B4-BE49-F238E27FC236}">
                <a16:creationId xmlns:a16="http://schemas.microsoft.com/office/drawing/2014/main" id="{4A7B11A3-03EC-6FFD-4DE4-EA8965C895BE}"/>
              </a:ext>
            </a:extLst>
          </p:cNvPr>
          <p:cNvSpPr/>
          <p:nvPr/>
        </p:nvSpPr>
        <p:spPr>
          <a:xfrm>
            <a:off x="506963" y="1731190"/>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Trigger Example</a:t>
            </a:r>
          </a:p>
        </p:txBody>
      </p:sp>
      <p:pic>
        <p:nvPicPr>
          <p:cNvPr id="8" name="Picture 7">
            <a:extLst>
              <a:ext uri="{FF2B5EF4-FFF2-40B4-BE49-F238E27FC236}">
                <a16:creationId xmlns:a16="http://schemas.microsoft.com/office/drawing/2014/main" id="{AACE4059-03AA-0D82-BB46-3504DAB2D2CF}"/>
              </a:ext>
            </a:extLst>
          </p:cNvPr>
          <p:cNvPicPr>
            <a:picLocks noChangeAspect="1"/>
          </p:cNvPicPr>
          <p:nvPr/>
        </p:nvPicPr>
        <p:blipFill>
          <a:blip r:embed="rId2"/>
          <a:stretch>
            <a:fillRect/>
          </a:stretch>
        </p:blipFill>
        <p:spPr>
          <a:xfrm>
            <a:off x="8033403" y="3125402"/>
            <a:ext cx="3811464" cy="997075"/>
          </a:xfrm>
          <a:prstGeom prst="rect">
            <a:avLst/>
          </a:prstGeom>
        </p:spPr>
      </p:pic>
      <p:sp>
        <p:nvSpPr>
          <p:cNvPr id="9" name="Rectangle: Top Corners Rounded 8">
            <a:extLst>
              <a:ext uri="{FF2B5EF4-FFF2-40B4-BE49-F238E27FC236}">
                <a16:creationId xmlns:a16="http://schemas.microsoft.com/office/drawing/2014/main" id="{E1AC8E97-6F96-3AC1-42EB-0C5808890B08}"/>
              </a:ext>
            </a:extLst>
          </p:cNvPr>
          <p:cNvSpPr/>
          <p:nvPr/>
        </p:nvSpPr>
        <p:spPr>
          <a:xfrm>
            <a:off x="8033403" y="2754883"/>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771927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[Insert]</a:t>
            </a:r>
          </a:p>
        </p:txBody>
      </p:sp>
      <p:sp>
        <p:nvSpPr>
          <p:cNvPr id="3" name="Content Placeholder 2"/>
          <p:cNvSpPr>
            <a:spLocks noGrp="1"/>
          </p:cNvSpPr>
          <p:nvPr>
            <p:ph idx="1"/>
          </p:nvPr>
        </p:nvSpPr>
        <p:spPr/>
        <p:txBody>
          <a:bodyPr/>
          <a:lstStyle/>
          <a:p>
            <a:pPr lvl="0"/>
            <a:r>
              <a:rPr lang="en-US" dirty="0"/>
              <a:t>Create a trigger on department table for insert statement to insert description like (record with </a:t>
            </a:r>
            <a:r>
              <a:rPr lang="en-US" dirty="0" err="1"/>
              <a:t>deptid</a:t>
            </a:r>
            <a:r>
              <a:rPr lang="en-US" dirty="0"/>
              <a:t>=[103] is inserted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Department_Insert</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INSERTED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Insert Trigger</a:t>
            </a:r>
          </a:p>
        </p:txBody>
      </p:sp>
      <p:pic>
        <p:nvPicPr>
          <p:cNvPr id="8" name="Picture 7">
            <a:extLst>
              <a:ext uri="{FF2B5EF4-FFF2-40B4-BE49-F238E27FC236}">
                <a16:creationId xmlns:a16="http://schemas.microsoft.com/office/drawing/2014/main" id="{5C3D8F96-378E-B965-96DE-5869ADC2AA16}"/>
              </a:ext>
            </a:extLst>
          </p:cNvPr>
          <p:cNvPicPr>
            <a:picLocks noChangeAspect="1"/>
          </p:cNvPicPr>
          <p:nvPr/>
        </p:nvPicPr>
        <p:blipFill>
          <a:blip r:embed="rId2"/>
          <a:stretch>
            <a:fillRect/>
          </a:stretch>
        </p:blipFill>
        <p:spPr>
          <a:xfrm>
            <a:off x="432318" y="5962918"/>
            <a:ext cx="6897063" cy="619211"/>
          </a:xfrm>
          <a:prstGeom prst="rect">
            <a:avLst/>
          </a:prstGeom>
        </p:spPr>
      </p:pic>
      <p:sp>
        <p:nvSpPr>
          <p:cNvPr id="9" name="Rectangle: Top Corners Rounded 8">
            <a:extLst>
              <a:ext uri="{FF2B5EF4-FFF2-40B4-BE49-F238E27FC236}">
                <a16:creationId xmlns:a16="http://schemas.microsoft.com/office/drawing/2014/main" id="{BA612AC0-7035-F53B-D0A2-536559C149B8}"/>
              </a:ext>
            </a:extLst>
          </p:cNvPr>
          <p:cNvSpPr/>
          <p:nvPr/>
        </p:nvSpPr>
        <p:spPr>
          <a:xfrm>
            <a:off x="432318" y="5642201"/>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1" name="TextBox 10">
            <a:extLst>
              <a:ext uri="{FF2B5EF4-FFF2-40B4-BE49-F238E27FC236}">
                <a16:creationId xmlns:a16="http://schemas.microsoft.com/office/drawing/2014/main" id="{789C4B85-A966-3C56-7C29-4581FE5B6432}"/>
              </a:ext>
            </a:extLst>
          </p:cNvPr>
          <p:cNvSpPr txBox="1"/>
          <p:nvPr/>
        </p:nvSpPr>
        <p:spPr>
          <a:xfrm>
            <a:off x="317501" y="5295628"/>
            <a:ext cx="6121400" cy="369332"/>
          </a:xfrm>
          <a:prstGeom prst="rect">
            <a:avLst/>
          </a:prstGeom>
          <a:noFill/>
        </p:spPr>
        <p:txBody>
          <a:bodyPr wrap="square">
            <a:spAutoFit/>
          </a:bodyP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MSG</a:t>
            </a:r>
            <a:r>
              <a:rPr lang="en-IN" sz="1800" dirty="0">
                <a:solidFill>
                  <a:srgbClr val="808080"/>
                </a:solidFill>
                <a:latin typeface="Consolas" panose="020B0609020204030204" pitchFamily="49" charset="0"/>
              </a:rPr>
              <a:t>;</a:t>
            </a:r>
            <a:endParaRPr lang="en-IN" dirty="0"/>
          </a:p>
        </p:txBody>
      </p:sp>
    </p:spTree>
    <p:extLst>
      <p:ext uri="{BB962C8B-B14F-4D97-AF65-F5344CB8AC3E}">
        <p14:creationId xmlns:p14="http://schemas.microsoft.com/office/powerpoint/2010/main" val="359239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[Update]</a:t>
            </a:r>
          </a:p>
        </p:txBody>
      </p:sp>
      <p:sp>
        <p:nvSpPr>
          <p:cNvPr id="3" name="Content Placeholder 2"/>
          <p:cNvSpPr>
            <a:spLocks noGrp="1"/>
          </p:cNvSpPr>
          <p:nvPr>
            <p:ph idx="1"/>
          </p:nvPr>
        </p:nvSpPr>
        <p:spPr/>
        <p:txBody>
          <a:bodyPr/>
          <a:lstStyle/>
          <a:p>
            <a:pPr lvl="0"/>
            <a:r>
              <a:rPr lang="en-US" dirty="0"/>
              <a:t>Create a trigger on department table for update statement to insert description like (record with </a:t>
            </a:r>
            <a:r>
              <a:rPr lang="en-US" dirty="0" err="1"/>
              <a:t>deptid</a:t>
            </a:r>
            <a:r>
              <a:rPr lang="en-US" dirty="0"/>
              <a:t>=[103] is updated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Department_Update</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UPDATE</a:t>
            </a: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UPDATED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pic>
        <p:nvPicPr>
          <p:cNvPr id="8" name="Picture 7">
            <a:extLst>
              <a:ext uri="{FF2B5EF4-FFF2-40B4-BE49-F238E27FC236}">
                <a16:creationId xmlns:a16="http://schemas.microsoft.com/office/drawing/2014/main" id="{45BC49B7-6ECA-DEE6-93BE-FEEC5F73295B}"/>
              </a:ext>
            </a:extLst>
          </p:cNvPr>
          <p:cNvPicPr>
            <a:picLocks noChangeAspect="1"/>
          </p:cNvPicPr>
          <p:nvPr/>
        </p:nvPicPr>
        <p:blipFill>
          <a:blip r:embed="rId2"/>
          <a:stretch>
            <a:fillRect/>
          </a:stretch>
        </p:blipFill>
        <p:spPr>
          <a:xfrm>
            <a:off x="356118" y="5889673"/>
            <a:ext cx="6830378" cy="685896"/>
          </a:xfrm>
          <a:prstGeom prst="rect">
            <a:avLst/>
          </a:prstGeom>
        </p:spPr>
      </p:pic>
      <p:sp>
        <p:nvSpPr>
          <p:cNvPr id="9" name="Rectangle: Top Corners Rounded 8">
            <a:extLst>
              <a:ext uri="{FF2B5EF4-FFF2-40B4-BE49-F238E27FC236}">
                <a16:creationId xmlns:a16="http://schemas.microsoft.com/office/drawing/2014/main" id="{148D7FA8-E922-ECA8-B293-4A8C25415219}"/>
              </a:ext>
            </a:extLst>
          </p:cNvPr>
          <p:cNvSpPr/>
          <p:nvPr/>
        </p:nvSpPr>
        <p:spPr>
          <a:xfrm>
            <a:off x="432317" y="5616094"/>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0" name="TextBox 9">
            <a:extLst>
              <a:ext uri="{FF2B5EF4-FFF2-40B4-BE49-F238E27FC236}">
                <a16:creationId xmlns:a16="http://schemas.microsoft.com/office/drawing/2014/main" id="{D6EBC4AE-8061-DA6F-1D3A-1B34C94F1B9B}"/>
              </a:ext>
            </a:extLst>
          </p:cNvPr>
          <p:cNvSpPr txBox="1"/>
          <p:nvPr/>
        </p:nvSpPr>
        <p:spPr>
          <a:xfrm>
            <a:off x="356118" y="5211691"/>
            <a:ext cx="6121400" cy="369332"/>
          </a:xfrm>
          <a:prstGeom prst="rect">
            <a:avLst/>
          </a:prstGeom>
          <a:noFill/>
        </p:spPr>
        <p:txBody>
          <a:bodyPr wrap="square">
            <a:spAutoFit/>
          </a:bodyP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MSG</a:t>
            </a:r>
            <a:r>
              <a:rPr lang="en-IN" sz="1800" dirty="0">
                <a:solidFill>
                  <a:srgbClr val="808080"/>
                </a:solidFill>
                <a:latin typeface="Consolas" panose="020B0609020204030204" pitchFamily="49" charset="0"/>
              </a:rPr>
              <a:t>;</a:t>
            </a:r>
            <a:endParaRPr lang="en-IN" dirty="0"/>
          </a:p>
        </p:txBody>
      </p:sp>
    </p:spTree>
    <p:extLst>
      <p:ext uri="{BB962C8B-B14F-4D97-AF65-F5344CB8AC3E}">
        <p14:creationId xmlns:p14="http://schemas.microsoft.com/office/powerpoint/2010/main" val="1923499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0"/>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[Delete]</a:t>
            </a:r>
          </a:p>
        </p:txBody>
      </p:sp>
      <p:sp>
        <p:nvSpPr>
          <p:cNvPr id="3" name="Content Placeholder 2"/>
          <p:cNvSpPr>
            <a:spLocks noGrp="1"/>
          </p:cNvSpPr>
          <p:nvPr>
            <p:ph idx="1"/>
          </p:nvPr>
        </p:nvSpPr>
        <p:spPr/>
        <p:txBody>
          <a:bodyPr/>
          <a:lstStyle/>
          <a:p>
            <a:pPr lvl="0"/>
            <a:r>
              <a:rPr lang="en-US" dirty="0"/>
              <a:t>Create a trigger on department table for delete statement to insert description like (record with </a:t>
            </a:r>
            <a:r>
              <a:rPr lang="en-US" dirty="0" err="1"/>
              <a:t>deptid</a:t>
            </a:r>
            <a:r>
              <a:rPr lang="en-US" dirty="0"/>
              <a:t>=[103] is deleted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Department_Delete</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Delete</a:t>
            </a: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DELETED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DELETED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Delete Trigger</a:t>
            </a:r>
          </a:p>
        </p:txBody>
      </p:sp>
      <p:sp>
        <p:nvSpPr>
          <p:cNvPr id="7" name="TextBox 6">
            <a:extLst>
              <a:ext uri="{FF2B5EF4-FFF2-40B4-BE49-F238E27FC236}">
                <a16:creationId xmlns:a16="http://schemas.microsoft.com/office/drawing/2014/main" id="{802359E6-0E42-8C73-5F85-D10ED64E2079}"/>
              </a:ext>
            </a:extLst>
          </p:cNvPr>
          <p:cNvSpPr txBox="1"/>
          <p:nvPr/>
        </p:nvSpPr>
        <p:spPr>
          <a:xfrm>
            <a:off x="317501" y="5295628"/>
            <a:ext cx="6121400" cy="369332"/>
          </a:xfrm>
          <a:prstGeom prst="rect">
            <a:avLst/>
          </a:prstGeom>
          <a:noFill/>
        </p:spPr>
        <p:txBody>
          <a:bodyPr wrap="square">
            <a:spAutoFit/>
          </a:bodyP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MSG</a:t>
            </a:r>
            <a:r>
              <a:rPr lang="en-IN" sz="1800" dirty="0">
                <a:solidFill>
                  <a:srgbClr val="808080"/>
                </a:solidFill>
                <a:latin typeface="Consolas" panose="020B0609020204030204" pitchFamily="49" charset="0"/>
              </a:rPr>
              <a:t>;</a:t>
            </a:r>
            <a:endParaRPr lang="en-IN" dirty="0"/>
          </a:p>
        </p:txBody>
      </p:sp>
      <p:sp>
        <p:nvSpPr>
          <p:cNvPr id="8" name="Rectangle: Top Corners Rounded 7">
            <a:extLst>
              <a:ext uri="{FF2B5EF4-FFF2-40B4-BE49-F238E27FC236}">
                <a16:creationId xmlns:a16="http://schemas.microsoft.com/office/drawing/2014/main" id="{62D52E03-B043-B471-0FA6-2536F4B57C71}"/>
              </a:ext>
            </a:extLst>
          </p:cNvPr>
          <p:cNvSpPr/>
          <p:nvPr/>
        </p:nvSpPr>
        <p:spPr>
          <a:xfrm>
            <a:off x="432317" y="5616094"/>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10" name="Picture 9">
            <a:extLst>
              <a:ext uri="{FF2B5EF4-FFF2-40B4-BE49-F238E27FC236}">
                <a16:creationId xmlns:a16="http://schemas.microsoft.com/office/drawing/2014/main" id="{7DFAB400-B01B-CB7B-535A-A4CA6BEDC638}"/>
              </a:ext>
            </a:extLst>
          </p:cNvPr>
          <p:cNvPicPr>
            <a:picLocks noChangeAspect="1"/>
          </p:cNvPicPr>
          <p:nvPr/>
        </p:nvPicPr>
        <p:blipFill>
          <a:blip r:embed="rId2"/>
          <a:stretch>
            <a:fillRect/>
          </a:stretch>
        </p:blipFill>
        <p:spPr>
          <a:xfrm>
            <a:off x="432317" y="5936486"/>
            <a:ext cx="7611537" cy="619211"/>
          </a:xfrm>
          <a:prstGeom prst="rect">
            <a:avLst/>
          </a:prstGeom>
        </p:spPr>
      </p:pic>
    </p:spTree>
    <p:extLst>
      <p:ext uri="{BB962C8B-B14F-4D97-AF65-F5344CB8AC3E}">
        <p14:creationId xmlns:p14="http://schemas.microsoft.com/office/powerpoint/2010/main" val="39405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8"/>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[Custom] </a:t>
            </a:r>
          </a:p>
        </p:txBody>
      </p:sp>
      <p:sp>
        <p:nvSpPr>
          <p:cNvPr id="3" name="Content Placeholder 2"/>
          <p:cNvSpPr>
            <a:spLocks noGrp="1"/>
          </p:cNvSpPr>
          <p:nvPr>
            <p:ph idx="1"/>
          </p:nvPr>
        </p:nvSpPr>
        <p:spPr/>
        <p:txBody>
          <a:bodyPr/>
          <a:lstStyle/>
          <a:p>
            <a:pPr lvl="0"/>
            <a:r>
              <a:rPr lang="en-US" dirty="0"/>
              <a:t>Create a trigger on result table for insert statement to </a:t>
            </a:r>
            <a:r>
              <a:rPr lang="en-US" b="1" dirty="0"/>
              <a:t>update total marks automatically</a:t>
            </a:r>
            <a:r>
              <a:rPr lang="en-US" dirty="0"/>
              <a:t>. </a:t>
            </a:r>
          </a:p>
          <a:p>
            <a:pPr lvl="0"/>
            <a:r>
              <a:rPr lang="en-US" dirty="0"/>
              <a:t>Here </a:t>
            </a:r>
            <a:r>
              <a:rPr lang="en-US" b="1" dirty="0"/>
              <a:t>total marks is sum of sub1, sub2 and sub3</a:t>
            </a:r>
            <a:r>
              <a:rPr lang="en-US" dirty="0"/>
              <a:t>.</a:t>
            </a:r>
          </a:p>
          <a:p>
            <a:pPr lvl="0"/>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2090310"/>
            <a:ext cx="7953162" cy="4125232"/>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TR_TOTALMARKS</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RESULT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@S1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@S3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@TOTAL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SUB1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SUB2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SUB3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da-DK" sz="1650" dirty="0">
                <a:solidFill>
                  <a:srgbClr val="0000FF"/>
                </a:solidFill>
                <a:latin typeface="Consolas" panose="020B0609020204030204" pitchFamily="49" charset="0"/>
              </a:rPr>
              <a:t>	SET</a:t>
            </a:r>
            <a:r>
              <a:rPr lang="da-DK" sz="1650" dirty="0">
                <a:solidFill>
                  <a:srgbClr val="000000"/>
                </a:solidFill>
                <a:latin typeface="Consolas" panose="020B0609020204030204" pitchFamily="49" charset="0"/>
              </a:rPr>
              <a:t> @TOTAL</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 @S1</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@S2</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@S3</a:t>
            </a:r>
          </a:p>
          <a:p>
            <a:pPr marL="87312" algn="just">
              <a:lnSpc>
                <a:spcPct val="90000"/>
              </a:lnSpc>
              <a:spcBef>
                <a:spcPts val="500"/>
              </a:spcBef>
              <a:buClr>
                <a:srgbClr val="1D6FA9"/>
              </a:buClr>
            </a:pPr>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RESULT</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SET</a:t>
            </a:r>
            <a:r>
              <a:rPr lang="en-GB" sz="1650" dirty="0">
                <a:solidFill>
                  <a:srgbClr val="000000"/>
                </a:solidFill>
                <a:latin typeface="Consolas" panose="020B0609020204030204" pitchFamily="49" charset="0"/>
              </a:rPr>
              <a:t> TOTAL</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@TOTAL</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WHERE</a:t>
            </a:r>
            <a:r>
              <a:rPr lang="en-US" sz="1650" dirty="0">
                <a:solidFill>
                  <a:srgbClr val="000000"/>
                </a:solidFill>
                <a:latin typeface="Consolas" panose="020B0609020204030204" pitchFamily="49" charset="0"/>
              </a:rPr>
              <a:t> SUB1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@S1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@S2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@S3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endParaRPr lang="en-US" sz="1650" dirty="0">
              <a:solidFill>
                <a:srgbClr val="212121"/>
              </a:solidFill>
            </a:endParaRPr>
          </a:p>
        </p:txBody>
      </p:sp>
      <p:sp>
        <p:nvSpPr>
          <p:cNvPr id="5" name="Rectangle 4">
            <a:extLst>
              <a:ext uri="{FF2B5EF4-FFF2-40B4-BE49-F238E27FC236}">
                <a16:creationId xmlns:a16="http://schemas.microsoft.com/office/drawing/2014/main" id="{1191F4B8-5355-C9CF-D9C4-BA0D8824382C}"/>
              </a:ext>
            </a:extLst>
          </p:cNvPr>
          <p:cNvSpPr/>
          <p:nvPr/>
        </p:nvSpPr>
        <p:spPr>
          <a:xfrm>
            <a:off x="432319" y="2090310"/>
            <a:ext cx="579518" cy="415498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176112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pic>
        <p:nvPicPr>
          <p:cNvPr id="8" name="Picture 7">
            <a:extLst>
              <a:ext uri="{FF2B5EF4-FFF2-40B4-BE49-F238E27FC236}">
                <a16:creationId xmlns:a16="http://schemas.microsoft.com/office/drawing/2014/main" id="{7B05DE32-D122-7F71-5FFC-A559BE971807}"/>
              </a:ext>
            </a:extLst>
          </p:cNvPr>
          <p:cNvPicPr>
            <a:picLocks noChangeAspect="1"/>
          </p:cNvPicPr>
          <p:nvPr/>
        </p:nvPicPr>
        <p:blipFill>
          <a:blip r:embed="rId2"/>
          <a:stretch>
            <a:fillRect/>
          </a:stretch>
        </p:blipFill>
        <p:spPr>
          <a:xfrm>
            <a:off x="9211913" y="4035670"/>
            <a:ext cx="2547768" cy="542968"/>
          </a:xfrm>
          <a:prstGeom prst="rect">
            <a:avLst/>
          </a:prstGeom>
        </p:spPr>
      </p:pic>
      <p:sp>
        <p:nvSpPr>
          <p:cNvPr id="9" name="Rectangle: Top Corners Rounded 8">
            <a:extLst>
              <a:ext uri="{FF2B5EF4-FFF2-40B4-BE49-F238E27FC236}">
                <a16:creationId xmlns:a16="http://schemas.microsoft.com/office/drawing/2014/main" id="{7E8118F8-58AC-72D8-4C9B-32CD2952D010}"/>
              </a:ext>
            </a:extLst>
          </p:cNvPr>
          <p:cNvSpPr/>
          <p:nvPr/>
        </p:nvSpPr>
        <p:spPr>
          <a:xfrm>
            <a:off x="9211913" y="3734537"/>
            <a:ext cx="103112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67872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[Custom] </a:t>
            </a:r>
          </a:p>
        </p:txBody>
      </p:sp>
      <p:sp>
        <p:nvSpPr>
          <p:cNvPr id="3" name="Content Placeholder 2"/>
          <p:cNvSpPr>
            <a:spLocks noGrp="1"/>
          </p:cNvSpPr>
          <p:nvPr>
            <p:ph idx="1"/>
          </p:nvPr>
        </p:nvSpPr>
        <p:spPr/>
        <p:txBody>
          <a:bodyPr/>
          <a:lstStyle/>
          <a:p>
            <a:pPr lvl="0"/>
            <a:r>
              <a:rPr lang="en-US" dirty="0"/>
              <a:t>Create a trigger on result table for insert statement to </a:t>
            </a:r>
            <a:r>
              <a:rPr lang="en-US" b="1" dirty="0"/>
              <a:t>update total marks automatically</a:t>
            </a:r>
            <a:r>
              <a:rPr lang="en-US" dirty="0"/>
              <a:t>. </a:t>
            </a:r>
          </a:p>
          <a:p>
            <a:pPr lvl="0"/>
            <a:r>
              <a:rPr lang="en-US" dirty="0"/>
              <a:t>Here </a:t>
            </a:r>
            <a:r>
              <a:rPr lang="en-US" b="1" dirty="0"/>
              <a:t>total marks is sum of sub1, sub2 and sub3</a:t>
            </a:r>
            <a:r>
              <a:rPr lang="en-US" dirty="0"/>
              <a:t>.</a:t>
            </a:r>
          </a:p>
          <a:p>
            <a:pPr lvl="0"/>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2090310"/>
            <a:ext cx="8939203" cy="3832588"/>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TR_TOTALMARKS</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RESULT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@S1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@S3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@TOTAL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a:t>
            </a:r>
            <a:r>
              <a:rPr lang="en-US" sz="1650" dirty="0">
                <a:solidFill>
                  <a:srgbClr val="FF0000"/>
                </a:solidFill>
                <a:latin typeface="Consolas" panose="020B0609020204030204" pitchFamily="49" charset="0"/>
              </a:rPr>
              <a:t>SELECT @S1=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SUB1, @S2=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SUB2, @S3=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SUB3 </a:t>
            </a:r>
          </a:p>
          <a:p>
            <a:pPr marL="544512" lvl="1" algn="just">
              <a:lnSpc>
                <a:spcPct val="90000"/>
              </a:lnSpc>
              <a:spcBef>
                <a:spcPts val="500"/>
              </a:spcBef>
              <a:buClr>
                <a:srgbClr val="1D6FA9"/>
              </a:buClr>
            </a:pPr>
            <a:r>
              <a:rPr lang="en-US" sz="1650" dirty="0">
                <a:solidFill>
                  <a:srgbClr val="FF0000"/>
                </a:solidFill>
                <a:latin typeface="Consolas" panose="020B0609020204030204" pitchFamily="49" charset="0"/>
              </a:rPr>
              <a:t>   FROM </a:t>
            </a:r>
            <a:r>
              <a:rPr lang="en-US" sz="1650" b="1" dirty="0">
                <a:solidFill>
                  <a:srgbClr val="FF0000"/>
                </a:solidFill>
                <a:latin typeface="Consolas" panose="020B0609020204030204" pitchFamily="49" charset="0"/>
              </a:rPr>
              <a:t>INSERTED</a:t>
            </a:r>
          </a:p>
          <a:p>
            <a:pPr marL="87312" algn="just">
              <a:lnSpc>
                <a:spcPct val="90000"/>
              </a:lnSpc>
              <a:spcBef>
                <a:spcPts val="500"/>
              </a:spcBef>
              <a:buClr>
                <a:srgbClr val="1D6FA9"/>
              </a:buClr>
            </a:pPr>
            <a:r>
              <a:rPr lang="da-DK" sz="1650" dirty="0">
                <a:solidFill>
                  <a:srgbClr val="0000FF"/>
                </a:solidFill>
                <a:latin typeface="Consolas" panose="020B0609020204030204" pitchFamily="49" charset="0"/>
              </a:rPr>
              <a:t>	SET</a:t>
            </a:r>
            <a:r>
              <a:rPr lang="da-DK" sz="1650" dirty="0">
                <a:solidFill>
                  <a:srgbClr val="000000"/>
                </a:solidFill>
                <a:latin typeface="Consolas" panose="020B0609020204030204" pitchFamily="49" charset="0"/>
              </a:rPr>
              <a:t> @TOTAL</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 @S1</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@S2</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@S3</a:t>
            </a:r>
          </a:p>
          <a:p>
            <a:pPr marL="87312" algn="just">
              <a:lnSpc>
                <a:spcPct val="90000"/>
              </a:lnSpc>
              <a:spcBef>
                <a:spcPts val="500"/>
              </a:spcBef>
              <a:buClr>
                <a:srgbClr val="1D6FA9"/>
              </a:buClr>
            </a:pPr>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RESULT</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SET</a:t>
            </a:r>
            <a:r>
              <a:rPr lang="en-GB" sz="1650" dirty="0">
                <a:solidFill>
                  <a:srgbClr val="000000"/>
                </a:solidFill>
                <a:latin typeface="Consolas" panose="020B0609020204030204" pitchFamily="49" charset="0"/>
              </a:rPr>
              <a:t> TOTAL</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@TOTAL</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WHERE</a:t>
            </a:r>
            <a:r>
              <a:rPr lang="en-US" sz="1650" dirty="0">
                <a:solidFill>
                  <a:srgbClr val="000000"/>
                </a:solidFill>
                <a:latin typeface="Consolas" panose="020B0609020204030204" pitchFamily="49" charset="0"/>
              </a:rPr>
              <a:t> SUB1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@S1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@S2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@S3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endParaRPr lang="en-US" sz="1650" dirty="0">
              <a:solidFill>
                <a:srgbClr val="212121"/>
              </a:solidFill>
            </a:endParaRPr>
          </a:p>
        </p:txBody>
      </p:sp>
      <p:sp>
        <p:nvSpPr>
          <p:cNvPr id="5" name="Rectangle 4">
            <a:extLst>
              <a:ext uri="{FF2B5EF4-FFF2-40B4-BE49-F238E27FC236}">
                <a16:creationId xmlns:a16="http://schemas.microsoft.com/office/drawing/2014/main" id="{1191F4B8-5355-C9CF-D9C4-BA0D8824382C}"/>
              </a:ext>
            </a:extLst>
          </p:cNvPr>
          <p:cNvSpPr/>
          <p:nvPr/>
        </p:nvSpPr>
        <p:spPr>
          <a:xfrm>
            <a:off x="432319" y="2090310"/>
            <a:ext cx="579518" cy="3901068"/>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176112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spTree>
    <p:extLst>
      <p:ext uri="{BB962C8B-B14F-4D97-AF65-F5344CB8AC3E}">
        <p14:creationId xmlns:p14="http://schemas.microsoft.com/office/powerpoint/2010/main" val="1517787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2477-C5E6-4247-4C70-D60E0DE0B15B}"/>
              </a:ext>
            </a:extLst>
          </p:cNvPr>
          <p:cNvSpPr>
            <a:spLocks noGrp="1"/>
          </p:cNvSpPr>
          <p:nvPr>
            <p:ph type="title"/>
          </p:nvPr>
        </p:nvSpPr>
        <p:spPr/>
        <p:txBody>
          <a:bodyPr/>
          <a:lstStyle/>
          <a:p>
            <a:r>
              <a:rPr lang="en-US" dirty="0"/>
              <a:t>Trigger [Practice]</a:t>
            </a:r>
            <a:endParaRPr lang="en-GB" dirty="0"/>
          </a:p>
        </p:txBody>
      </p:sp>
      <p:graphicFrame>
        <p:nvGraphicFramePr>
          <p:cNvPr id="4" name="Content Placeholder 4">
            <a:extLst>
              <a:ext uri="{FF2B5EF4-FFF2-40B4-BE49-F238E27FC236}">
                <a16:creationId xmlns:a16="http://schemas.microsoft.com/office/drawing/2014/main" id="{9DD5ED74-CCEB-0B3E-B2AC-3DDC63428BBA}"/>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5" name="Content Placeholder 4">
            <a:extLst>
              <a:ext uri="{FF2B5EF4-FFF2-40B4-BE49-F238E27FC236}">
                <a16:creationId xmlns:a16="http://schemas.microsoft.com/office/drawing/2014/main" id="{82E8ADC2-DF14-359D-B349-5D0DCAD02B6F}"/>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pSp>
        <p:nvGrpSpPr>
          <p:cNvPr id="6" name="Group 5">
            <a:extLst>
              <a:ext uri="{FF2B5EF4-FFF2-40B4-BE49-F238E27FC236}">
                <a16:creationId xmlns:a16="http://schemas.microsoft.com/office/drawing/2014/main" id="{32CFF17C-2F7C-1CB3-F439-E587C6FEAB8F}"/>
              </a:ext>
            </a:extLst>
          </p:cNvPr>
          <p:cNvGrpSpPr/>
          <p:nvPr/>
        </p:nvGrpSpPr>
        <p:grpSpPr>
          <a:xfrm>
            <a:off x="4626537" y="1276375"/>
            <a:ext cx="7087496" cy="3427593"/>
            <a:chOff x="428231" y="2718637"/>
            <a:chExt cx="11064239" cy="1499167"/>
          </a:xfrm>
        </p:grpSpPr>
        <p:sp>
          <p:nvSpPr>
            <p:cNvPr id="7" name="Rectangle 6">
              <a:extLst>
                <a:ext uri="{FF2B5EF4-FFF2-40B4-BE49-F238E27FC236}">
                  <a16:creationId xmlns:a16="http://schemas.microsoft.com/office/drawing/2014/main" id="{C96FEA9C-1534-7353-A8FE-09F22C92D913}"/>
                </a:ext>
              </a:extLst>
            </p:cNvPr>
            <p:cNvSpPr/>
            <p:nvPr/>
          </p:nvSpPr>
          <p:spPr>
            <a:xfrm>
              <a:off x="428231" y="2796446"/>
              <a:ext cx="11064239" cy="1421358"/>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468000" rIns="108000" bIns="108000" rtlCol="0" anchor="ctr"/>
            <a:lstStyle/>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Record in another table when any one updates in student table.</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message in another table with name when any record is Inserted.</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message with </a:t>
              </a:r>
              <a:r>
                <a:rPr lang="en-US" sz="2200" dirty="0" err="1">
                  <a:solidFill>
                    <a:schemeClr val="tx1"/>
                  </a:solidFill>
                  <a:latin typeface="+mj-lt"/>
                  <a:cs typeface="Lohit Gujarati" panose="020B0600000000000000" pitchFamily="34" charset="0"/>
                </a:rPr>
                <a:t>Rno</a:t>
              </a:r>
              <a:r>
                <a:rPr lang="en-US" sz="2200" dirty="0">
                  <a:solidFill>
                    <a:schemeClr val="tx1"/>
                  </a:solidFill>
                  <a:latin typeface="+mj-lt"/>
                  <a:cs typeface="Lohit Gujarati" panose="020B0600000000000000" pitchFamily="34" charset="0"/>
                </a:rPr>
                <a:t> in another log table when any record is deleted.</a:t>
              </a:r>
            </a:p>
          </p:txBody>
        </p:sp>
        <p:sp>
          <p:nvSpPr>
            <p:cNvPr id="8" name="Rounded Rectangle 5">
              <a:extLst>
                <a:ext uri="{FF2B5EF4-FFF2-40B4-BE49-F238E27FC236}">
                  <a16:creationId xmlns:a16="http://schemas.microsoft.com/office/drawing/2014/main" id="{A0702EEF-F482-45A6-1F21-AE23F22E1A1D}"/>
                </a:ext>
              </a:extLst>
            </p:cNvPr>
            <p:cNvSpPr/>
            <p:nvPr/>
          </p:nvSpPr>
          <p:spPr>
            <a:xfrm>
              <a:off x="428233" y="2718637"/>
              <a:ext cx="2973710" cy="155618"/>
            </a:xfrm>
            <a:prstGeom prst="roundRect">
              <a:avLst>
                <a:gd name="adj" fmla="val 13506"/>
              </a:avLst>
            </a:prstGeom>
            <a:solidFill>
              <a:schemeClr val="tx2"/>
            </a:solidFill>
            <a:ln>
              <a:noFill/>
            </a:ln>
            <a:effectLst>
              <a:outerShdw blurRad="177800" sx="102000" sy="102000" algn="ctr" rotWithShape="0">
                <a:prstClr val="black">
                  <a:alpha val="3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mj-lt"/>
                </a:rPr>
                <a:t>Do it yourself!</a:t>
              </a:r>
              <a:endParaRPr lang="en-US" sz="2400" dirty="0">
                <a:latin typeface="+mj-lt"/>
              </a:endParaRPr>
            </a:p>
          </p:txBody>
        </p:sp>
      </p:grpSp>
    </p:spTree>
    <p:extLst>
      <p:ext uri="{BB962C8B-B14F-4D97-AF65-F5344CB8AC3E}">
        <p14:creationId xmlns:p14="http://schemas.microsoft.com/office/powerpoint/2010/main" val="1871272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824B-33CE-3ABA-2889-6D0895CE5AB2}"/>
              </a:ext>
            </a:extLst>
          </p:cNvPr>
          <p:cNvSpPr>
            <a:spLocks noGrp="1"/>
          </p:cNvSpPr>
          <p:nvPr>
            <p:ph type="title"/>
          </p:nvPr>
        </p:nvSpPr>
        <p:spPr/>
        <p:txBody>
          <a:bodyPr/>
          <a:lstStyle/>
          <a:p>
            <a:r>
              <a:rPr lang="en-US" dirty="0"/>
              <a:t>Advantages of Triggers</a:t>
            </a:r>
            <a:endParaRPr lang="en-GB" dirty="0"/>
          </a:p>
        </p:txBody>
      </p:sp>
      <p:sp>
        <p:nvSpPr>
          <p:cNvPr id="3" name="Content Placeholder 2">
            <a:extLst>
              <a:ext uri="{FF2B5EF4-FFF2-40B4-BE49-F238E27FC236}">
                <a16:creationId xmlns:a16="http://schemas.microsoft.com/office/drawing/2014/main" id="{919BA281-C2D9-7590-C55F-D55442ECDCB1}"/>
              </a:ext>
            </a:extLst>
          </p:cNvPr>
          <p:cNvSpPr>
            <a:spLocks noGrp="1"/>
          </p:cNvSpPr>
          <p:nvPr>
            <p:ph idx="1"/>
          </p:nvPr>
        </p:nvSpPr>
        <p:spPr/>
        <p:txBody>
          <a:bodyPr/>
          <a:lstStyle/>
          <a:p>
            <a:r>
              <a:rPr lang="en-US" dirty="0"/>
              <a:t>Triggers are </a:t>
            </a:r>
            <a:r>
              <a:rPr lang="en-US" dirty="0">
                <a:solidFill>
                  <a:srgbClr val="C00000"/>
                </a:solidFill>
              </a:rPr>
              <a:t>easy to code</a:t>
            </a:r>
            <a:r>
              <a:rPr lang="en-US" dirty="0"/>
              <a:t>.</a:t>
            </a:r>
          </a:p>
          <a:p>
            <a:r>
              <a:rPr lang="en-US" dirty="0"/>
              <a:t>You </a:t>
            </a:r>
            <a:r>
              <a:rPr lang="en-US" dirty="0">
                <a:solidFill>
                  <a:srgbClr val="C00000"/>
                </a:solidFill>
              </a:rPr>
              <a:t>can call stored procedures </a:t>
            </a:r>
            <a:r>
              <a:rPr lang="en-US" dirty="0"/>
              <a:t>and </a:t>
            </a:r>
            <a:r>
              <a:rPr lang="en-US" dirty="0">
                <a:solidFill>
                  <a:srgbClr val="C00000"/>
                </a:solidFill>
              </a:rPr>
              <a:t>functions from inside a trigger</a:t>
            </a:r>
            <a:r>
              <a:rPr lang="en-US" dirty="0"/>
              <a:t>.</a:t>
            </a:r>
          </a:p>
          <a:p>
            <a:r>
              <a:rPr lang="en-US" dirty="0"/>
              <a:t>Triggers are </a:t>
            </a:r>
            <a:r>
              <a:rPr lang="en-US" dirty="0">
                <a:solidFill>
                  <a:srgbClr val="C00000"/>
                </a:solidFill>
              </a:rPr>
              <a:t>useful</a:t>
            </a:r>
            <a:r>
              <a:rPr lang="en-US" dirty="0"/>
              <a:t> when you </a:t>
            </a:r>
            <a:r>
              <a:rPr lang="en-US" dirty="0">
                <a:solidFill>
                  <a:srgbClr val="C00000"/>
                </a:solidFill>
              </a:rPr>
              <a:t>need to validate inserted or updated data in batches</a:t>
            </a:r>
            <a:r>
              <a:rPr lang="en-US" dirty="0"/>
              <a:t>.</a:t>
            </a:r>
          </a:p>
          <a:p>
            <a:r>
              <a:rPr lang="en-US" dirty="0"/>
              <a:t>Triggers are useful if you need to be sure that certain events always happen when data is inserted, updated or deleted. </a:t>
            </a:r>
          </a:p>
          <a:p>
            <a:pPr lvl="1"/>
            <a:r>
              <a:rPr lang="en-US" dirty="0"/>
              <a:t>This is the case when you have to deal with complex default values of columns, or modify the data of other tables.</a:t>
            </a:r>
          </a:p>
          <a:p>
            <a:endParaRPr lang="en-US" dirty="0"/>
          </a:p>
          <a:p>
            <a:endParaRPr lang="en-US" dirty="0"/>
          </a:p>
          <a:p>
            <a:endParaRPr lang="en-GB" dirty="0"/>
          </a:p>
        </p:txBody>
      </p:sp>
    </p:spTree>
    <p:extLst>
      <p:ext uri="{BB962C8B-B14F-4D97-AF65-F5344CB8AC3E}">
        <p14:creationId xmlns:p14="http://schemas.microsoft.com/office/powerpoint/2010/main" val="240497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824B-33CE-3ABA-2889-6D0895CE5AB2}"/>
              </a:ext>
            </a:extLst>
          </p:cNvPr>
          <p:cNvSpPr>
            <a:spLocks noGrp="1"/>
          </p:cNvSpPr>
          <p:nvPr>
            <p:ph type="title"/>
          </p:nvPr>
        </p:nvSpPr>
        <p:spPr/>
        <p:txBody>
          <a:bodyPr/>
          <a:lstStyle/>
          <a:p>
            <a:r>
              <a:rPr lang="en-US" dirty="0"/>
              <a:t>Disadvantages of Triggers</a:t>
            </a:r>
            <a:endParaRPr lang="en-GB" dirty="0"/>
          </a:p>
        </p:txBody>
      </p:sp>
      <p:sp>
        <p:nvSpPr>
          <p:cNvPr id="3" name="Content Placeholder 2">
            <a:extLst>
              <a:ext uri="{FF2B5EF4-FFF2-40B4-BE49-F238E27FC236}">
                <a16:creationId xmlns:a16="http://schemas.microsoft.com/office/drawing/2014/main" id="{919BA281-C2D9-7590-C55F-D55442ECDCB1}"/>
              </a:ext>
            </a:extLst>
          </p:cNvPr>
          <p:cNvSpPr>
            <a:spLocks noGrp="1"/>
          </p:cNvSpPr>
          <p:nvPr>
            <p:ph idx="1"/>
          </p:nvPr>
        </p:nvSpPr>
        <p:spPr/>
        <p:txBody>
          <a:bodyPr/>
          <a:lstStyle/>
          <a:p>
            <a:r>
              <a:rPr lang="en-US" dirty="0"/>
              <a:t>Triggers </a:t>
            </a:r>
            <a:r>
              <a:rPr lang="en-US" dirty="0">
                <a:solidFill>
                  <a:srgbClr val="C00000"/>
                </a:solidFill>
              </a:rPr>
              <a:t>needs to be properly documented</a:t>
            </a:r>
            <a:r>
              <a:rPr lang="en-US" dirty="0"/>
              <a:t>.</a:t>
            </a:r>
          </a:p>
          <a:p>
            <a:r>
              <a:rPr lang="en-US" dirty="0"/>
              <a:t>Triggers </a:t>
            </a:r>
            <a:r>
              <a:rPr lang="en-US" dirty="0">
                <a:solidFill>
                  <a:srgbClr val="C00000"/>
                </a:solidFill>
              </a:rPr>
              <a:t>add overhead to DML statements</a:t>
            </a:r>
            <a:r>
              <a:rPr lang="en-US" dirty="0"/>
              <a:t>.</a:t>
            </a:r>
          </a:p>
          <a:p>
            <a:r>
              <a:rPr lang="en-US" dirty="0"/>
              <a:t>If there are many </a:t>
            </a:r>
            <a:r>
              <a:rPr lang="en-US" dirty="0">
                <a:solidFill>
                  <a:srgbClr val="C00000"/>
                </a:solidFill>
              </a:rPr>
              <a:t>nested triggers </a:t>
            </a:r>
            <a:r>
              <a:rPr lang="en-US" dirty="0"/>
              <a:t>it could </a:t>
            </a:r>
            <a:r>
              <a:rPr lang="en-US" dirty="0">
                <a:solidFill>
                  <a:srgbClr val="C00000"/>
                </a:solidFill>
              </a:rPr>
              <a:t>get very hard to debug and troubleshoot</a:t>
            </a:r>
            <a:r>
              <a:rPr lang="en-US" dirty="0"/>
              <a:t>, which consumes development time and resources.</a:t>
            </a:r>
          </a:p>
          <a:p>
            <a:endParaRPr lang="en-US" dirty="0"/>
          </a:p>
          <a:p>
            <a:endParaRPr lang="en-GB" dirty="0"/>
          </a:p>
        </p:txBody>
      </p:sp>
    </p:spTree>
    <p:extLst>
      <p:ext uri="{BB962C8B-B14F-4D97-AF65-F5344CB8AC3E}">
        <p14:creationId xmlns:p14="http://schemas.microsoft.com/office/powerpoint/2010/main" val="2032198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F62A7-32F5-AC97-DC6B-ADFAFD6618C1}"/>
              </a:ext>
            </a:extLst>
          </p:cNvPr>
          <p:cNvSpPr>
            <a:spLocks noGrp="1"/>
          </p:cNvSpPr>
          <p:nvPr>
            <p:ph type="title"/>
          </p:nvPr>
        </p:nvSpPr>
        <p:spPr/>
        <p:txBody>
          <a:bodyPr/>
          <a:lstStyle/>
          <a:p>
            <a:r>
              <a:rPr lang="en-GB" dirty="0"/>
              <a:t>Application of Triggers</a:t>
            </a:r>
            <a:endParaRPr lang="en-IN" dirty="0"/>
          </a:p>
        </p:txBody>
      </p:sp>
      <p:sp>
        <p:nvSpPr>
          <p:cNvPr id="3" name="Content Placeholder 2">
            <a:extLst>
              <a:ext uri="{FF2B5EF4-FFF2-40B4-BE49-F238E27FC236}">
                <a16:creationId xmlns:a16="http://schemas.microsoft.com/office/drawing/2014/main" id="{AB804193-B2A0-BD50-472E-119A9DA56D38}"/>
              </a:ext>
            </a:extLst>
          </p:cNvPr>
          <p:cNvSpPr>
            <a:spLocks noGrp="1"/>
          </p:cNvSpPr>
          <p:nvPr>
            <p:ph idx="1"/>
          </p:nvPr>
        </p:nvSpPr>
        <p:spPr/>
        <p:txBody>
          <a:bodyPr/>
          <a:lstStyle/>
          <a:p>
            <a:r>
              <a:rPr lang="en-US" b="1" dirty="0">
                <a:solidFill>
                  <a:schemeClr val="tx2"/>
                </a:solidFill>
              </a:rPr>
              <a:t>Auditing Data Changes</a:t>
            </a:r>
          </a:p>
          <a:p>
            <a:pPr lvl="1"/>
            <a:r>
              <a:rPr lang="en-US" dirty="0"/>
              <a:t>Track INSERT, UPDATE, and DELETE operations in an audit table.</a:t>
            </a:r>
            <a:endParaRPr lang="en-IN" dirty="0"/>
          </a:p>
          <a:p>
            <a:r>
              <a:rPr lang="en-US" b="1" dirty="0">
                <a:solidFill>
                  <a:schemeClr val="tx2"/>
                </a:solidFill>
              </a:rPr>
              <a:t>Enforcing Business Rules</a:t>
            </a:r>
          </a:p>
          <a:p>
            <a:pPr lvl="1"/>
            <a:r>
              <a:rPr lang="en-US" dirty="0"/>
              <a:t>Prevent certain actions, such as salary updates exceeding a limit.</a:t>
            </a:r>
          </a:p>
          <a:p>
            <a:r>
              <a:rPr lang="en-US" b="1" dirty="0">
                <a:solidFill>
                  <a:schemeClr val="tx2"/>
                </a:solidFill>
              </a:rPr>
              <a:t>Cascading Actions</a:t>
            </a:r>
          </a:p>
          <a:p>
            <a:pPr lvl="1"/>
            <a:r>
              <a:rPr lang="en-US" dirty="0"/>
              <a:t>Automatically update dependent tables when changes occur in the main table.</a:t>
            </a:r>
          </a:p>
          <a:p>
            <a:r>
              <a:rPr lang="en-US" b="1" dirty="0">
                <a:solidFill>
                  <a:schemeClr val="tx2"/>
                </a:solidFill>
              </a:rPr>
              <a:t>Preventing Deletion of Important Records</a:t>
            </a:r>
          </a:p>
          <a:p>
            <a:pPr lvl="1"/>
            <a:r>
              <a:rPr lang="en-US" dirty="0"/>
              <a:t>Block deletion of specific critical data.</a:t>
            </a:r>
          </a:p>
          <a:p>
            <a:pPr marL="0" indent="0">
              <a:buNone/>
            </a:pPr>
            <a:endParaRPr lang="en-US" dirty="0"/>
          </a:p>
        </p:txBody>
      </p:sp>
    </p:spTree>
    <p:extLst>
      <p:ext uri="{BB962C8B-B14F-4D97-AF65-F5344CB8AC3E}">
        <p14:creationId xmlns:p14="http://schemas.microsoft.com/office/powerpoint/2010/main" val="60493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B22D7-F07B-1547-DB4C-E67D724E6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23597-AB2D-3BF4-06AA-36574DEBD0F3}"/>
              </a:ext>
            </a:extLst>
          </p:cNvPr>
          <p:cNvSpPr>
            <a:spLocks noGrp="1"/>
          </p:cNvSpPr>
          <p:nvPr>
            <p:ph type="title"/>
          </p:nvPr>
        </p:nvSpPr>
        <p:spPr/>
        <p:txBody>
          <a:bodyPr/>
          <a:lstStyle/>
          <a:p>
            <a:r>
              <a:rPr lang="en-US" sz="6000" dirty="0"/>
              <a:t>Exception Handling</a:t>
            </a:r>
            <a:endParaRPr lang="en-US" dirty="0"/>
          </a:p>
        </p:txBody>
      </p:sp>
      <p:sp>
        <p:nvSpPr>
          <p:cNvPr id="3" name="Text Placeholder 2">
            <a:extLst>
              <a:ext uri="{FF2B5EF4-FFF2-40B4-BE49-F238E27FC236}">
                <a16:creationId xmlns:a16="http://schemas.microsoft.com/office/drawing/2014/main" id="{701AF1CE-A8F4-6F24-4A0C-08CC630DCBF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2291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E0F6-04C8-B8C5-D1EE-2913F47C7347}"/>
              </a:ext>
            </a:extLst>
          </p:cNvPr>
          <p:cNvSpPr>
            <a:spLocks noGrp="1"/>
          </p:cNvSpPr>
          <p:nvPr>
            <p:ph type="title"/>
          </p:nvPr>
        </p:nvSpPr>
        <p:spPr/>
        <p:txBody>
          <a:bodyPr>
            <a:normAutofit/>
          </a:bodyPr>
          <a:lstStyle/>
          <a:p>
            <a:r>
              <a:rPr lang="en-GB" dirty="0"/>
              <a:t>Introduction : Error/Exception Handling</a:t>
            </a:r>
          </a:p>
        </p:txBody>
      </p:sp>
      <p:sp>
        <p:nvSpPr>
          <p:cNvPr id="3" name="Content Placeholder 2">
            <a:extLst>
              <a:ext uri="{FF2B5EF4-FFF2-40B4-BE49-F238E27FC236}">
                <a16:creationId xmlns:a16="http://schemas.microsoft.com/office/drawing/2014/main" id="{5A111FEA-54B7-A800-FDC9-DEC78CE7EE5B}"/>
              </a:ext>
            </a:extLst>
          </p:cNvPr>
          <p:cNvSpPr>
            <a:spLocks noGrp="1"/>
          </p:cNvSpPr>
          <p:nvPr>
            <p:ph idx="1"/>
          </p:nvPr>
        </p:nvSpPr>
        <p:spPr/>
        <p:txBody>
          <a:bodyPr/>
          <a:lstStyle/>
          <a:p>
            <a:pPr fontAlgn="base"/>
            <a:r>
              <a:rPr lang="en-US" dirty="0"/>
              <a:t>An </a:t>
            </a:r>
            <a:r>
              <a:rPr lang="en-US" dirty="0">
                <a:solidFill>
                  <a:srgbClr val="C00000"/>
                </a:solidFill>
              </a:rPr>
              <a:t>error condition during a program execution </a:t>
            </a:r>
            <a:r>
              <a:rPr lang="en-US" dirty="0"/>
              <a:t>is called an </a:t>
            </a:r>
            <a:r>
              <a:rPr lang="en-US" b="1" dirty="0">
                <a:solidFill>
                  <a:schemeClr val="tx2">
                    <a:lumMod val="75000"/>
                  </a:schemeClr>
                </a:solidFill>
              </a:rPr>
              <a:t>exception</a:t>
            </a:r>
            <a:r>
              <a:rPr lang="en-US" dirty="0"/>
              <a:t> and the mechanism for </a:t>
            </a:r>
            <a:r>
              <a:rPr lang="en-US" dirty="0">
                <a:solidFill>
                  <a:srgbClr val="C00000"/>
                </a:solidFill>
              </a:rPr>
              <a:t>resolving such an exception </a:t>
            </a:r>
            <a:r>
              <a:rPr lang="en-US" dirty="0"/>
              <a:t>is known as </a:t>
            </a:r>
            <a:r>
              <a:rPr lang="en-US" b="1" dirty="0">
                <a:solidFill>
                  <a:schemeClr val="tx2">
                    <a:lumMod val="75000"/>
                  </a:schemeClr>
                </a:solidFill>
              </a:rPr>
              <a:t>exception handling</a:t>
            </a:r>
            <a:r>
              <a:rPr lang="en-US" dirty="0"/>
              <a:t>. </a:t>
            </a:r>
          </a:p>
          <a:p>
            <a:pPr fontAlgn="base"/>
            <a:r>
              <a:rPr lang="en-US" dirty="0"/>
              <a:t>SQL Server provides TRY, CATCH blocks for exception handling. </a:t>
            </a:r>
          </a:p>
          <a:p>
            <a:pPr fontAlgn="base"/>
            <a:r>
              <a:rPr lang="en-US" dirty="0"/>
              <a:t>We can put all T-SQL statements into a TRY BLOCK and the code for exception handling can be put into a CATCH block. </a:t>
            </a:r>
          </a:p>
          <a:p>
            <a:pPr fontAlgn="base"/>
            <a:r>
              <a:rPr lang="en-US" dirty="0"/>
              <a:t>We can also generate user-defined errors using a THROW block.</a:t>
            </a:r>
          </a:p>
          <a:p>
            <a:pPr fontAlgn="base"/>
            <a:r>
              <a:rPr lang="en-US" dirty="0"/>
              <a:t>Error handling in SQL Server gives us control over the Transact-SQL code.</a:t>
            </a:r>
          </a:p>
          <a:p>
            <a:pPr fontAlgn="base"/>
            <a:r>
              <a:rPr lang="en-US" dirty="0">
                <a:solidFill>
                  <a:srgbClr val="C00000"/>
                </a:solidFill>
              </a:rPr>
              <a:t>In exception handling all T-SQL statements are put into a try block. If all statements execute without any error, then everything is OK else control will go to the catch block.</a:t>
            </a:r>
          </a:p>
          <a:p>
            <a:pPr fontAlgn="base"/>
            <a:endParaRPr lang="en-GB" dirty="0"/>
          </a:p>
        </p:txBody>
      </p:sp>
    </p:spTree>
    <p:extLst>
      <p:ext uri="{BB962C8B-B14F-4D97-AF65-F5344CB8AC3E}">
        <p14:creationId xmlns:p14="http://schemas.microsoft.com/office/powerpoint/2010/main" val="924288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E0F6-04C8-B8C5-D1EE-2913F47C7347}"/>
              </a:ext>
            </a:extLst>
          </p:cNvPr>
          <p:cNvSpPr>
            <a:spLocks noGrp="1"/>
          </p:cNvSpPr>
          <p:nvPr>
            <p:ph type="title"/>
          </p:nvPr>
        </p:nvSpPr>
        <p:spPr/>
        <p:txBody>
          <a:bodyPr>
            <a:normAutofit/>
          </a:bodyPr>
          <a:lstStyle/>
          <a:p>
            <a:r>
              <a:rPr lang="en-GB" dirty="0"/>
              <a:t>Types of SQL Server Exceptions</a:t>
            </a:r>
          </a:p>
        </p:txBody>
      </p:sp>
      <p:sp>
        <p:nvSpPr>
          <p:cNvPr id="3" name="Content Placeholder 2">
            <a:extLst>
              <a:ext uri="{FF2B5EF4-FFF2-40B4-BE49-F238E27FC236}">
                <a16:creationId xmlns:a16="http://schemas.microsoft.com/office/drawing/2014/main" id="{5A111FEA-54B7-A800-FDC9-DEC78CE7EE5B}"/>
              </a:ext>
            </a:extLst>
          </p:cNvPr>
          <p:cNvSpPr>
            <a:spLocks noGrp="1"/>
          </p:cNvSpPr>
          <p:nvPr>
            <p:ph idx="1"/>
          </p:nvPr>
        </p:nvSpPr>
        <p:spPr/>
        <p:txBody>
          <a:bodyPr/>
          <a:lstStyle/>
          <a:p>
            <a:r>
              <a:rPr lang="en-US" dirty="0"/>
              <a:t>SQL Server contains the following two types of exceptions:</a:t>
            </a:r>
          </a:p>
          <a:p>
            <a:pPr marL="914400" lvl="1" indent="-457200">
              <a:buFont typeface="+mj-lt"/>
              <a:buAutoNum type="arabicPeriod"/>
            </a:pPr>
            <a:r>
              <a:rPr lang="en-US" dirty="0"/>
              <a:t>System Defined</a:t>
            </a:r>
          </a:p>
          <a:p>
            <a:pPr marL="914400" lvl="1" indent="-457200">
              <a:buFont typeface="+mj-lt"/>
              <a:buAutoNum type="arabicPeriod"/>
            </a:pPr>
            <a:r>
              <a:rPr lang="en-US" dirty="0"/>
              <a:t>User Defined</a:t>
            </a:r>
          </a:p>
          <a:p>
            <a:pPr marL="457200" lvl="1" indent="0">
              <a:buNone/>
            </a:pPr>
            <a:endParaRPr lang="en-US" dirty="0"/>
          </a:p>
          <a:p>
            <a:pPr fontAlgn="base"/>
            <a:r>
              <a:rPr lang="en-GB" b="1" dirty="0">
                <a:solidFill>
                  <a:schemeClr val="tx2"/>
                </a:solidFill>
              </a:rPr>
              <a:t>System Defined Exception</a:t>
            </a:r>
          </a:p>
          <a:p>
            <a:pPr lvl="1" fontAlgn="base"/>
            <a:r>
              <a:rPr lang="en-US" dirty="0"/>
              <a:t>In a System Defined Exception the exceptions (errors) are generated by the system.</a:t>
            </a:r>
          </a:p>
          <a:p>
            <a:pPr lvl="1" fontAlgn="base"/>
            <a:endParaRPr lang="en-US" dirty="0"/>
          </a:p>
          <a:p>
            <a:pPr fontAlgn="base"/>
            <a:r>
              <a:rPr lang="en-GB" b="1" dirty="0">
                <a:solidFill>
                  <a:schemeClr val="tx2"/>
                </a:solidFill>
              </a:rPr>
              <a:t>User Defined Exception</a:t>
            </a:r>
          </a:p>
          <a:p>
            <a:pPr lvl="1" fontAlgn="base"/>
            <a:r>
              <a:rPr lang="en-US" dirty="0"/>
              <a:t>This type of exception is user generated, not system generated.</a:t>
            </a:r>
            <a:endParaRPr lang="en-GB" dirty="0"/>
          </a:p>
          <a:p>
            <a:pPr marL="457200" lvl="1" indent="0" fontAlgn="base">
              <a:buNone/>
            </a:pPr>
            <a:endParaRPr lang="en-GB" dirty="0"/>
          </a:p>
        </p:txBody>
      </p:sp>
    </p:spTree>
    <p:extLst>
      <p:ext uri="{BB962C8B-B14F-4D97-AF65-F5344CB8AC3E}">
        <p14:creationId xmlns:p14="http://schemas.microsoft.com/office/powerpoint/2010/main" val="255175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Handling Errors using TRY…CATCH</a:t>
            </a:r>
            <a:endParaRPr lang="en-GB" dirty="0"/>
          </a:p>
        </p:txBody>
      </p:sp>
      <p:sp>
        <p:nvSpPr>
          <p:cNvPr id="3" name="Content Placeholder 2">
            <a:extLst>
              <a:ext uri="{FF2B5EF4-FFF2-40B4-BE49-F238E27FC236}">
                <a16:creationId xmlns:a16="http://schemas.microsoft.com/office/drawing/2014/main" id="{4EDD2D5F-E338-AFFE-1815-247C766A8736}"/>
              </a:ext>
            </a:extLst>
          </p:cNvPr>
          <p:cNvSpPr>
            <a:spLocks noGrp="1"/>
          </p:cNvSpPr>
          <p:nvPr>
            <p:ph idx="1"/>
          </p:nvPr>
        </p:nvSpPr>
        <p:spPr/>
        <p:txBody>
          <a:bodyPr/>
          <a:lstStyle/>
          <a:p>
            <a:pPr marL="0" indent="0">
              <a:buNone/>
            </a:pPr>
            <a:r>
              <a:rPr lang="en-US" dirty="0"/>
              <a:t>Here’s how the syntax looks like.</a:t>
            </a:r>
            <a:endParaRPr lang="en-GB" sz="1800" dirty="0">
              <a:solidFill>
                <a:srgbClr val="0000FF"/>
              </a:solidFill>
              <a:latin typeface="Consolas" panose="020B0609020204030204" pitchFamily="49" charset="0"/>
            </a:endParaRPr>
          </a:p>
          <a:p>
            <a:endParaRPr lang="en-US" dirty="0"/>
          </a:p>
          <a:p>
            <a:endParaRPr lang="en-US" dirty="0"/>
          </a:p>
          <a:p>
            <a:endParaRPr lang="en-US" dirty="0"/>
          </a:p>
          <a:p>
            <a:endParaRPr lang="en-US" dirty="0"/>
          </a:p>
          <a:p>
            <a:endParaRPr lang="en-US" dirty="0"/>
          </a:p>
          <a:p>
            <a:r>
              <a:rPr lang="en-US" dirty="0"/>
              <a:t>Anything between the BEGIN TRY and END TRY is the code that we want to monitor for an error. </a:t>
            </a:r>
          </a:p>
          <a:p>
            <a:r>
              <a:rPr lang="en-US" dirty="0"/>
              <a:t>So, if an error would have happened inside this TRY statement, the control would have immediately get transferred to the CATCH statement and then it would have started executing code line by line.</a:t>
            </a:r>
          </a:p>
          <a:p>
            <a:r>
              <a:rPr lang="en-US" dirty="0"/>
              <a:t>Now, inside the CATCH statement, we can try to fix the error, report the error or even log the error, so we know when it happened, who did it by logging the username, all the useful stuff. </a:t>
            </a:r>
            <a:endParaRPr lang="en-GB" dirty="0"/>
          </a:p>
        </p:txBody>
      </p:sp>
      <p:sp>
        <p:nvSpPr>
          <p:cNvPr id="7" name="Rectangle 6">
            <a:extLst>
              <a:ext uri="{FF2B5EF4-FFF2-40B4-BE49-F238E27FC236}">
                <a16:creationId xmlns:a16="http://schemas.microsoft.com/office/drawing/2014/main" id="{D327444D-2D4C-A2A5-DEE9-0445D0429A94}"/>
              </a:ext>
            </a:extLst>
          </p:cNvPr>
          <p:cNvSpPr/>
          <p:nvPr/>
        </p:nvSpPr>
        <p:spPr>
          <a:xfrm>
            <a:off x="931521" y="1687321"/>
            <a:ext cx="8370741" cy="1810784"/>
          </a:xfrm>
          <a:prstGeom prst="rect">
            <a:avLst/>
          </a:prstGeom>
          <a:solidFill>
            <a:schemeClr val="bg1">
              <a:lumMod val="95000"/>
            </a:schemeClr>
          </a:solidFill>
          <a:ln>
            <a:noFill/>
          </a:ln>
        </p:spPr>
        <p:txBody>
          <a:bodyPr wrap="square">
            <a:spAutoFit/>
          </a:bodyPr>
          <a:lstStyle/>
          <a:p>
            <a:pPr marL="544512" lvl="1" indent="0">
              <a:buNone/>
            </a:pPr>
            <a:r>
              <a:rPr lang="en-GB" dirty="0">
                <a:solidFill>
                  <a:srgbClr val="0000FF"/>
                </a:solidFill>
                <a:latin typeface="Consolas" panose="020B0609020204030204" pitchFamily="49" charset="0"/>
              </a:rPr>
              <a:t>BEGIN</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TRY</a:t>
            </a:r>
            <a:r>
              <a:rPr lang="en-GB" dirty="0">
                <a:solidFill>
                  <a:srgbClr val="000000"/>
                </a:solidFill>
                <a:latin typeface="Consolas" panose="020B0609020204030204" pitchFamily="49" charset="0"/>
              </a:rPr>
              <a:t>  </a:t>
            </a:r>
          </a:p>
          <a:p>
            <a:pPr marL="544512" lvl="1" indent="0">
              <a:buNone/>
            </a:pPr>
            <a:r>
              <a:rPr lang="en-GB" dirty="0">
                <a:solidFill>
                  <a:srgbClr val="000000"/>
                </a:solidFill>
                <a:latin typeface="Consolas" panose="020B0609020204030204" pitchFamily="49" charset="0"/>
              </a:rPr>
              <a:t>     </a:t>
            </a:r>
            <a:r>
              <a:rPr lang="en-GB" dirty="0">
                <a:solidFill>
                  <a:srgbClr val="008000"/>
                </a:solidFill>
                <a:latin typeface="Consolas" panose="020B0609020204030204" pitchFamily="49" charset="0"/>
              </a:rPr>
              <a:t>--code to try </a:t>
            </a:r>
            <a:endParaRPr lang="en-GB" dirty="0">
              <a:solidFill>
                <a:srgbClr val="000000"/>
              </a:solidFill>
              <a:latin typeface="Consolas" panose="020B0609020204030204" pitchFamily="49" charset="0"/>
            </a:endParaRPr>
          </a:p>
          <a:p>
            <a:pPr marL="544512" lvl="1" indent="0">
              <a:buNone/>
            </a:pPr>
            <a:r>
              <a:rPr lang="en-GB" dirty="0">
                <a:solidFill>
                  <a:srgbClr val="0000FF"/>
                </a:solidFill>
                <a:latin typeface="Consolas" panose="020B0609020204030204" pitchFamily="49" charset="0"/>
              </a:rPr>
              <a:t>END</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TRY</a:t>
            </a:r>
            <a:r>
              <a:rPr lang="en-GB" dirty="0">
                <a:solidFill>
                  <a:srgbClr val="000000"/>
                </a:solidFill>
                <a:latin typeface="Consolas" panose="020B0609020204030204" pitchFamily="49" charset="0"/>
              </a:rPr>
              <a:t>  </a:t>
            </a:r>
          </a:p>
          <a:p>
            <a:pPr marL="544512" lvl="1" indent="0">
              <a:buNone/>
            </a:pPr>
            <a:r>
              <a:rPr lang="en-GB" dirty="0">
                <a:solidFill>
                  <a:srgbClr val="0000FF"/>
                </a:solidFill>
                <a:latin typeface="Consolas" panose="020B0609020204030204" pitchFamily="49" charset="0"/>
              </a:rPr>
              <a:t>BEGIN</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CATCH</a:t>
            </a:r>
            <a:r>
              <a:rPr lang="en-GB" dirty="0">
                <a:solidFill>
                  <a:srgbClr val="000000"/>
                </a:solidFill>
                <a:latin typeface="Consolas" panose="020B0609020204030204" pitchFamily="49" charset="0"/>
              </a:rPr>
              <a:t>  </a:t>
            </a:r>
          </a:p>
          <a:p>
            <a:pPr marL="544512" lvl="1" indent="0">
              <a:buNone/>
            </a:pP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--code to run if an error occurs is generated in try</a:t>
            </a:r>
            <a:endParaRPr lang="en-US" dirty="0">
              <a:solidFill>
                <a:srgbClr val="000000"/>
              </a:solidFill>
              <a:latin typeface="Consolas" panose="020B0609020204030204" pitchFamily="49" charset="0"/>
            </a:endParaRPr>
          </a:p>
          <a:p>
            <a:pPr marL="544512" lvl="1" indent="0">
              <a:buNone/>
            </a:pPr>
            <a:r>
              <a:rPr lang="en-GB" dirty="0">
                <a:solidFill>
                  <a:srgbClr val="0000FF"/>
                </a:solidFill>
                <a:latin typeface="Consolas" panose="020B0609020204030204" pitchFamily="49" charset="0"/>
              </a:rPr>
              <a:t>END</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CATCH</a:t>
            </a:r>
          </a:p>
        </p:txBody>
      </p:sp>
      <p:sp>
        <p:nvSpPr>
          <p:cNvPr id="8" name="Rectangle 7">
            <a:extLst>
              <a:ext uri="{FF2B5EF4-FFF2-40B4-BE49-F238E27FC236}">
                <a16:creationId xmlns:a16="http://schemas.microsoft.com/office/drawing/2014/main" id="{BC6414EC-A367-D9E8-0F5B-839572D50B52}"/>
              </a:ext>
            </a:extLst>
          </p:cNvPr>
          <p:cNvSpPr/>
          <p:nvPr/>
        </p:nvSpPr>
        <p:spPr>
          <a:xfrm>
            <a:off x="474784" y="1682223"/>
            <a:ext cx="456737"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p:txBody>
      </p:sp>
      <p:sp>
        <p:nvSpPr>
          <p:cNvPr id="9" name="Rectangle: Top Corners Rounded 8">
            <a:extLst>
              <a:ext uri="{FF2B5EF4-FFF2-40B4-BE49-F238E27FC236}">
                <a16:creationId xmlns:a16="http://schemas.microsoft.com/office/drawing/2014/main" id="{2FD5F525-2944-027A-3FBC-CFEA64D6972F}"/>
              </a:ext>
            </a:extLst>
          </p:cNvPr>
          <p:cNvSpPr/>
          <p:nvPr/>
        </p:nvSpPr>
        <p:spPr>
          <a:xfrm>
            <a:off x="488243" y="1365388"/>
            <a:ext cx="12965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Tree>
    <p:extLst>
      <p:ext uri="{BB962C8B-B14F-4D97-AF65-F5344CB8AC3E}">
        <p14:creationId xmlns:p14="http://schemas.microsoft.com/office/powerpoint/2010/main" val="58912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bg/>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91639-6A1F-C708-5CE0-31F82853D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BB450-F5FB-BD14-E7B3-E338B653FC7E}"/>
              </a:ext>
            </a:extLst>
          </p:cNvPr>
          <p:cNvSpPr>
            <a:spLocks noGrp="1"/>
          </p:cNvSpPr>
          <p:nvPr>
            <p:ph type="title"/>
          </p:nvPr>
        </p:nvSpPr>
        <p:spPr/>
        <p:txBody>
          <a:bodyPr/>
          <a:lstStyle/>
          <a:p>
            <a:r>
              <a:rPr lang="en-US" dirty="0"/>
              <a:t>System Defined Exception</a:t>
            </a:r>
          </a:p>
        </p:txBody>
      </p:sp>
      <p:sp>
        <p:nvSpPr>
          <p:cNvPr id="3" name="Text Placeholder 2">
            <a:extLst>
              <a:ext uri="{FF2B5EF4-FFF2-40B4-BE49-F238E27FC236}">
                <a16:creationId xmlns:a16="http://schemas.microsoft.com/office/drawing/2014/main" id="{6DC7B2B8-EAC1-6A3C-D381-67A794C85DF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71125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Defined Exception – Example | </a:t>
            </a:r>
            <a:r>
              <a:rPr lang="en-US" sz="3600" dirty="0"/>
              <a:t>Divide by zero error </a:t>
            </a:r>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1194569"/>
            <a:ext cx="10129096" cy="2377574"/>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Declare</a:t>
            </a:r>
            <a:r>
              <a:rPr lang="en-GB" sz="1650" dirty="0">
                <a:solidFill>
                  <a:prstClr val="black"/>
                </a:solidFill>
                <a:latin typeface="Consolas" panose="020B0609020204030204" pitchFamily="49" charset="0"/>
              </a:rPr>
              <a:t> @val1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Declare</a:t>
            </a:r>
            <a:r>
              <a:rPr lang="en-GB" sz="1650" dirty="0">
                <a:solidFill>
                  <a:prstClr val="black"/>
                </a:solidFill>
                <a:latin typeface="Consolas" panose="020B0609020204030204" pitchFamily="49" charset="0"/>
              </a:rPr>
              <a:t> @val2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	Set</a:t>
            </a:r>
            <a:r>
              <a:rPr lang="en-GB" sz="1650" dirty="0">
                <a:solidFill>
                  <a:prstClr val="black"/>
                </a:solidFill>
                <a:latin typeface="Consolas" panose="020B0609020204030204" pitchFamily="49" charset="0"/>
              </a:rPr>
              <a:t> @val1</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8</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US" sz="1650" dirty="0">
                <a:solidFill>
                  <a:srgbClr val="0000FF"/>
                </a:solidFill>
                <a:latin typeface="Consolas" panose="020B0609020204030204" pitchFamily="49" charset="0"/>
              </a:rPr>
              <a:t>	Set</a:t>
            </a:r>
            <a:r>
              <a:rPr lang="en-US" sz="1650" dirty="0">
                <a:solidFill>
                  <a:prstClr val="black"/>
                </a:solidFill>
                <a:latin typeface="Consolas" panose="020B0609020204030204" pitchFamily="49" charset="0"/>
              </a:rPr>
              <a:t> @val2</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@val1</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0</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r>
              <a:rPr lang="en-US" sz="1650" dirty="0">
                <a:solidFill>
                  <a:srgbClr val="008000"/>
                </a:solidFill>
                <a:latin typeface="Consolas" panose="020B0609020204030204" pitchFamily="49" charset="0"/>
              </a:rPr>
              <a:t>/* Error Occur Here */</a:t>
            </a:r>
            <a:r>
              <a:rPr lang="en-US"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prstClr val="black"/>
                </a:solidFill>
                <a:latin typeface="Consolas" panose="020B0609020204030204" pitchFamily="49" charset="0"/>
              </a:rPr>
              <a:t>  </a:t>
            </a:r>
          </a:p>
          <a:p>
            <a:r>
              <a:rPr lang="en-US" sz="1650" dirty="0">
                <a:solidFill>
                  <a:srgbClr val="0000FF"/>
                </a:solidFill>
                <a:latin typeface="Consolas" panose="020B0609020204030204" pitchFamily="49" charset="0"/>
              </a:rPr>
              <a:t>	Print</a:t>
            </a:r>
            <a:r>
              <a:rPr lang="en-US" sz="1650" dirty="0">
                <a:solidFill>
                  <a:prstClr val="black"/>
                </a:solidFill>
                <a:latin typeface="Consolas" panose="020B0609020204030204" pitchFamily="49" charset="0"/>
              </a:rPr>
              <a:t> </a:t>
            </a:r>
            <a:r>
              <a:rPr lang="en-US" sz="1650" dirty="0">
                <a:solidFill>
                  <a:srgbClr val="FF0000"/>
                </a:solidFill>
                <a:latin typeface="Consolas" panose="020B0609020204030204" pitchFamily="49" charset="0"/>
              </a:rPr>
              <a:t>'Error Occur that is:'</a:t>
            </a:r>
            <a:r>
              <a:rPr lang="en-US" sz="1650" dirty="0">
                <a:solidFill>
                  <a:prstClr val="black"/>
                </a:solidFill>
                <a:latin typeface="Consolas" panose="020B0609020204030204" pitchFamily="49" charset="0"/>
              </a:rPr>
              <a:t> + </a:t>
            </a:r>
            <a:r>
              <a:rPr lang="en-GB" sz="1650" dirty="0" err="1">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endParaRPr lang="en-GB" sz="1650" dirty="0">
              <a:solidFill>
                <a:prstClr val="black"/>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p>
        </p:txBody>
      </p:sp>
      <p:sp>
        <p:nvSpPr>
          <p:cNvPr id="5" name="Rectangle 4">
            <a:extLst>
              <a:ext uri="{FF2B5EF4-FFF2-40B4-BE49-F238E27FC236}">
                <a16:creationId xmlns:a16="http://schemas.microsoft.com/office/drawing/2014/main" id="{1191F4B8-5355-C9CF-D9C4-BA0D8824382C}"/>
              </a:ext>
            </a:extLst>
          </p:cNvPr>
          <p:cNvSpPr/>
          <p:nvPr/>
        </p:nvSpPr>
        <p:spPr>
          <a:xfrm>
            <a:off x="432319" y="1194569"/>
            <a:ext cx="579518" cy="237757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865385"/>
            <a:ext cx="233887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System Defined Exception</a:t>
            </a:r>
          </a:p>
        </p:txBody>
      </p:sp>
      <p:sp>
        <p:nvSpPr>
          <p:cNvPr id="10" name="TextBox 9">
            <a:extLst>
              <a:ext uri="{FF2B5EF4-FFF2-40B4-BE49-F238E27FC236}">
                <a16:creationId xmlns:a16="http://schemas.microsoft.com/office/drawing/2014/main" id="{32B22FC2-89AD-88D1-40DD-E3B85E875C40}"/>
              </a:ext>
            </a:extLst>
          </p:cNvPr>
          <p:cNvSpPr txBox="1"/>
          <p:nvPr/>
        </p:nvSpPr>
        <p:spPr>
          <a:xfrm>
            <a:off x="432317" y="3901327"/>
            <a:ext cx="10692883" cy="646331"/>
          </a:xfrm>
          <a:prstGeom prst="rect">
            <a:avLst/>
          </a:prstGeom>
          <a:noFill/>
        </p:spPr>
        <p:txBody>
          <a:bodyPr wrap="square">
            <a:spAutoFit/>
          </a:bodyPr>
          <a:lstStyle/>
          <a:p>
            <a:pPr marL="0" indent="-87312" fontAlgn="base">
              <a:buNone/>
            </a:pPr>
            <a:r>
              <a:rPr lang="en-US" sz="1800" b="1" dirty="0"/>
              <a:t>O/P:</a:t>
            </a:r>
          </a:p>
          <a:p>
            <a:pPr marL="0" indent="-87312" fontAlgn="base">
              <a:buNone/>
            </a:pPr>
            <a:r>
              <a:rPr lang="en-US" sz="1800" dirty="0"/>
              <a:t>Error Occur that is: Divide by zero error encountered.</a:t>
            </a:r>
            <a:endParaRPr lang="en-GB" sz="1800" dirty="0"/>
          </a:p>
        </p:txBody>
      </p:sp>
    </p:spTree>
    <p:extLst>
      <p:ext uri="{BB962C8B-B14F-4D97-AF65-F5344CB8AC3E}">
        <p14:creationId xmlns:p14="http://schemas.microsoft.com/office/powerpoint/2010/main" val="5107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49DB-C02A-7A13-903C-AD05687DEB22}"/>
              </a:ext>
            </a:extLst>
          </p:cNvPr>
          <p:cNvSpPr>
            <a:spLocks noGrp="1"/>
          </p:cNvSpPr>
          <p:nvPr>
            <p:ph type="title"/>
          </p:nvPr>
        </p:nvSpPr>
        <p:spPr/>
        <p:txBody>
          <a:bodyPr/>
          <a:lstStyle/>
          <a:p>
            <a:r>
              <a:rPr lang="en-US" dirty="0"/>
              <a:t>Nested TRY Block</a:t>
            </a:r>
            <a:endParaRPr lang="en-GB" dirty="0"/>
          </a:p>
        </p:txBody>
      </p:sp>
      <p:sp>
        <p:nvSpPr>
          <p:cNvPr id="3" name="Content Placeholder 2">
            <a:extLst>
              <a:ext uri="{FF2B5EF4-FFF2-40B4-BE49-F238E27FC236}">
                <a16:creationId xmlns:a16="http://schemas.microsoft.com/office/drawing/2014/main" id="{A2C28B41-9F4E-2A95-71F0-22BB0D0811E3}"/>
              </a:ext>
            </a:extLst>
          </p:cNvPr>
          <p:cNvSpPr>
            <a:spLocks noGrp="1"/>
          </p:cNvSpPr>
          <p:nvPr>
            <p:ph idx="1"/>
          </p:nvPr>
        </p:nvSpPr>
        <p:spPr/>
        <p:txBody>
          <a:bodyPr/>
          <a:lstStyle/>
          <a:p>
            <a:pPr marL="0" indent="0">
              <a:buNone/>
            </a:pPr>
            <a:endParaRPr lang="en-GB" dirty="0"/>
          </a:p>
        </p:txBody>
      </p:sp>
      <p:sp>
        <p:nvSpPr>
          <p:cNvPr id="4" name="Rectangle 3">
            <a:extLst>
              <a:ext uri="{FF2B5EF4-FFF2-40B4-BE49-F238E27FC236}">
                <a16:creationId xmlns:a16="http://schemas.microsoft.com/office/drawing/2014/main" id="{8178FCF9-29FD-C366-CA94-56EDFF58FF6E}"/>
              </a:ext>
            </a:extLst>
          </p:cNvPr>
          <p:cNvSpPr/>
          <p:nvPr/>
        </p:nvSpPr>
        <p:spPr>
          <a:xfrm>
            <a:off x="834036" y="1251155"/>
            <a:ext cx="7233496" cy="3046988"/>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Statements that may cause exceptions</a:t>
            </a:r>
            <a:endParaRPr lang="en-US"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 Statements to handle exception</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 Nested TRY block</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 Nested CATCH block</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p>
        </p:txBody>
      </p:sp>
      <p:sp>
        <p:nvSpPr>
          <p:cNvPr id="5" name="Rectangle 4">
            <a:extLst>
              <a:ext uri="{FF2B5EF4-FFF2-40B4-BE49-F238E27FC236}">
                <a16:creationId xmlns:a16="http://schemas.microsoft.com/office/drawing/2014/main" id="{CDE23A95-BD5D-0B77-11EC-C0A5FFD305A7}"/>
              </a:ext>
            </a:extLst>
          </p:cNvPr>
          <p:cNvSpPr/>
          <p:nvPr/>
        </p:nvSpPr>
        <p:spPr>
          <a:xfrm>
            <a:off x="254518" y="1252111"/>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CD7251AE-2233-D6B0-25E9-B33AB8519CB1}"/>
              </a:ext>
            </a:extLst>
          </p:cNvPr>
          <p:cNvSpPr/>
          <p:nvPr/>
        </p:nvSpPr>
        <p:spPr>
          <a:xfrm>
            <a:off x="254517" y="922927"/>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Tree>
    <p:extLst>
      <p:ext uri="{BB962C8B-B14F-4D97-AF65-F5344CB8AC3E}">
        <p14:creationId xmlns:p14="http://schemas.microsoft.com/office/powerpoint/2010/main" val="2617756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5"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Error Functions in SQL</a:t>
            </a:r>
            <a:endParaRPr lang="en-GB" dirty="0"/>
          </a:p>
        </p:txBody>
      </p:sp>
      <p:graphicFrame>
        <p:nvGraphicFramePr>
          <p:cNvPr id="5" name="Content Placeholder 4">
            <a:extLst>
              <a:ext uri="{FF2B5EF4-FFF2-40B4-BE49-F238E27FC236}">
                <a16:creationId xmlns:a16="http://schemas.microsoft.com/office/drawing/2014/main" id="{C9B80827-E7F4-C3CF-B58E-871D9B1534DB}"/>
              </a:ext>
            </a:extLst>
          </p:cNvPr>
          <p:cNvGraphicFramePr>
            <a:graphicFrameLocks/>
          </p:cNvGraphicFramePr>
          <p:nvPr>
            <p:extLst>
              <p:ext uri="{D42A27DB-BD31-4B8C-83A1-F6EECF244321}">
                <p14:modId xmlns:p14="http://schemas.microsoft.com/office/powerpoint/2010/main" val="652995099"/>
              </p:ext>
            </p:extLst>
          </p:nvPr>
        </p:nvGraphicFramePr>
        <p:xfrm>
          <a:off x="369683" y="2341325"/>
          <a:ext cx="11467412" cy="329184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20000"/>
                    </a:ext>
                  </a:extLst>
                </a:gridCol>
                <a:gridCol w="9148216">
                  <a:extLst>
                    <a:ext uri="{9D8B030D-6E8A-4147-A177-3AD203B41FA5}">
                      <a16:colId xmlns:a16="http://schemas.microsoft.com/office/drawing/2014/main" val="20001"/>
                    </a:ext>
                  </a:extLst>
                </a:gridCol>
              </a:tblGrid>
              <a:tr h="360000">
                <a:tc>
                  <a:txBody>
                    <a:bodyPr/>
                    <a:lstStyle/>
                    <a:p>
                      <a:pPr algn="l"/>
                      <a:r>
                        <a:rPr lang="en-US" b="1" u="none" dirty="0">
                          <a:solidFill>
                            <a:schemeClr val="tx1"/>
                          </a:solidFill>
                        </a:rPr>
                        <a:t>Error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Details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r>
                        <a:rPr lang="en-GB" sz="1800" dirty="0">
                          <a:solidFill>
                            <a:srgbClr val="FF00FF"/>
                          </a:solidFill>
                          <a:latin typeface="Consolas" panose="020B0609020204030204" pitchFamily="49" charset="0"/>
                        </a:rPr>
                        <a:t>ERROR_NUMBER</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internal number of the error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ERROR_SEVERITY</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severity of the error.</a:t>
                      </a:r>
                    </a:p>
                    <a:p>
                      <a:r>
                        <a:rPr lang="en-US" sz="1200" b="0" i="0" kern="1200" dirty="0">
                          <a:solidFill>
                            <a:schemeClr val="dk1"/>
                          </a:solidFill>
                          <a:effectLst/>
                          <a:latin typeface="+mn-lt"/>
                          <a:ea typeface="+mn-ea"/>
                          <a:cs typeface="+mn-cs"/>
                        </a:rPr>
                        <a:t>13 - </a:t>
                      </a:r>
                      <a:r>
                        <a:rPr lang="en-GB" sz="1200" b="0" i="0" kern="1200" dirty="0">
                          <a:solidFill>
                            <a:schemeClr val="dk1"/>
                          </a:solidFill>
                          <a:effectLst/>
                          <a:latin typeface="+mn-lt"/>
                          <a:ea typeface="+mn-ea"/>
                          <a:cs typeface="+mn-cs"/>
                        </a:rPr>
                        <a:t>Indicates transaction deadlock errors.</a:t>
                      </a:r>
                    </a:p>
                    <a:p>
                      <a:r>
                        <a:rPr lang="en-US" sz="1200" b="0" i="0" kern="1200" dirty="0">
                          <a:solidFill>
                            <a:schemeClr val="dk1"/>
                          </a:solidFill>
                          <a:effectLst/>
                          <a:latin typeface="+mn-lt"/>
                          <a:ea typeface="+mn-ea"/>
                          <a:cs typeface="+mn-cs"/>
                        </a:rPr>
                        <a:t>14 - Indicates security-related errors, such as permission denied.</a:t>
                      </a:r>
                    </a:p>
                    <a:p>
                      <a:r>
                        <a:rPr lang="en-US" sz="1200" b="0" i="0" kern="1200" dirty="0">
                          <a:solidFill>
                            <a:schemeClr val="dk1"/>
                          </a:solidFill>
                          <a:effectLst/>
                          <a:latin typeface="+mn-lt"/>
                          <a:ea typeface="+mn-ea"/>
                          <a:cs typeface="+mn-cs"/>
                        </a:rPr>
                        <a:t>15 - Indicates syntax errors in the Transact-SQL command.</a:t>
                      </a:r>
                    </a:p>
                    <a:p>
                      <a:r>
                        <a:rPr lang="en-US" sz="1200" b="0" i="0" kern="1200" dirty="0">
                          <a:solidFill>
                            <a:schemeClr val="dk1"/>
                          </a:solidFill>
                          <a:effectLst/>
                          <a:latin typeface="+mn-lt"/>
                          <a:ea typeface="+mn-ea"/>
                          <a:cs typeface="+mn-cs"/>
                        </a:rPr>
                        <a:t>16 - Indicates general errors that can be corrected by the user.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FF00FF"/>
                          </a:solidFill>
                          <a:latin typeface="Consolas" panose="020B0609020204030204" pitchFamily="49" charset="0"/>
                        </a:rPr>
                        <a:t>ERROR_STATE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state number of the error (</a:t>
                      </a:r>
                      <a:r>
                        <a:rPr lang="en-US" sz="1800" kern="1200" dirty="0">
                          <a:solidFill>
                            <a:schemeClr val="dk1"/>
                          </a:solidFill>
                          <a:latin typeface="+mn-lt"/>
                          <a:ea typeface="+mn-ea"/>
                          <a:cs typeface="+mn-cs"/>
                        </a:rPr>
                        <a:t>Helps narrow down the root cause of an error</a:t>
                      </a:r>
                      <a:r>
                        <a:rPr lang="en-US" sz="1800" b="0" i="0" kern="1200" dirty="0">
                          <a:solidFill>
                            <a:schemeClr val="dk1"/>
                          </a:solidFill>
                          <a:effectLst/>
                          <a:latin typeface="+mn-lt"/>
                          <a:ea typeface="+mn-ea"/>
                          <a:cs typeface="+mn-cs"/>
                        </a:rPr>
                        <a:t>)</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ERROR_LINE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line number at which an error happened on</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ERROR_MESSAGE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most essential information and that is the message text of the error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ERROR_PROCEDURE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name of the stored procedure or function</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pic>
        <p:nvPicPr>
          <p:cNvPr id="6" name="Picture 5">
            <a:extLst>
              <a:ext uri="{FF2B5EF4-FFF2-40B4-BE49-F238E27FC236}">
                <a16:creationId xmlns:a16="http://schemas.microsoft.com/office/drawing/2014/main" id="{E8B33A2E-CFF2-C04B-A4D5-4ACE57065B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683" y="863444"/>
            <a:ext cx="11452633" cy="1403287"/>
          </a:xfrm>
          <a:prstGeom prst="rect">
            <a:avLst/>
          </a:prstGeom>
          <a:ln w="38100">
            <a:solidFill>
              <a:srgbClr val="F54337"/>
            </a:solidFill>
          </a:ln>
        </p:spPr>
      </p:pic>
    </p:spTree>
    <p:extLst>
      <p:ext uri="{BB962C8B-B14F-4D97-AF65-F5344CB8AC3E}">
        <p14:creationId xmlns:p14="http://schemas.microsoft.com/office/powerpoint/2010/main" val="359471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Example: Error Functions</a:t>
            </a:r>
            <a:endParaRPr lang="en-GB" dirty="0"/>
          </a:p>
        </p:txBody>
      </p:sp>
      <p:pic>
        <p:nvPicPr>
          <p:cNvPr id="5" name="Picture 4">
            <a:extLst>
              <a:ext uri="{FF2B5EF4-FFF2-40B4-BE49-F238E27FC236}">
                <a16:creationId xmlns:a16="http://schemas.microsoft.com/office/drawing/2014/main" id="{41FEE4F0-F4ED-3B73-6E47-62B5393CA6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25" y="4988344"/>
            <a:ext cx="7844566" cy="1325337"/>
          </a:xfrm>
          <a:prstGeom prst="rect">
            <a:avLst/>
          </a:prstGeom>
          <a:ln>
            <a:solidFill>
              <a:schemeClr val="tx1"/>
            </a:solidFill>
          </a:ln>
        </p:spPr>
      </p:pic>
      <p:sp>
        <p:nvSpPr>
          <p:cNvPr id="4" name="Rectangle 3">
            <a:extLst>
              <a:ext uri="{FF2B5EF4-FFF2-40B4-BE49-F238E27FC236}">
                <a16:creationId xmlns:a16="http://schemas.microsoft.com/office/drawing/2014/main" id="{DE1519F5-C79D-6887-B31D-F606FAEB0707}"/>
              </a:ext>
            </a:extLst>
          </p:cNvPr>
          <p:cNvSpPr/>
          <p:nvPr/>
        </p:nvSpPr>
        <p:spPr>
          <a:xfrm>
            <a:off x="793942" y="1206987"/>
            <a:ext cx="6726532" cy="3647152"/>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8000"/>
                </a:solidFill>
                <a:latin typeface="Consolas" panose="020B0609020204030204" pitchFamily="49" charset="0"/>
              </a:rPr>
              <a:t>-- Generate a divide-by-zero error  </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Error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ERROR_PROCEDURE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ErrorProcedure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ERROR_LINE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ErrorLine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808080"/>
                </a:solidFill>
                <a:latin typeface="Consolas" panose="020B0609020204030204" pitchFamily="49" charset="0"/>
              </a:rPr>
              <a:t>;</a:t>
            </a:r>
            <a:endParaRPr lang="en-GB" sz="1650" dirty="0"/>
          </a:p>
        </p:txBody>
      </p:sp>
      <p:sp>
        <p:nvSpPr>
          <p:cNvPr id="6" name="Rectangle 5">
            <a:extLst>
              <a:ext uri="{FF2B5EF4-FFF2-40B4-BE49-F238E27FC236}">
                <a16:creationId xmlns:a16="http://schemas.microsoft.com/office/drawing/2014/main" id="{4147AAE7-99C5-CA95-6646-BA4B7E3235AE}"/>
              </a:ext>
            </a:extLst>
          </p:cNvPr>
          <p:cNvSpPr/>
          <p:nvPr/>
        </p:nvSpPr>
        <p:spPr>
          <a:xfrm>
            <a:off x="230156" y="1206987"/>
            <a:ext cx="579518" cy="364715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7" name="Rectangle: Top Corners Rounded 6">
            <a:extLst>
              <a:ext uri="{FF2B5EF4-FFF2-40B4-BE49-F238E27FC236}">
                <a16:creationId xmlns:a16="http://schemas.microsoft.com/office/drawing/2014/main" id="{D8D6D822-2C4A-FD6B-DF59-D4B6A669A879}"/>
              </a:ext>
            </a:extLst>
          </p:cNvPr>
          <p:cNvSpPr/>
          <p:nvPr/>
        </p:nvSpPr>
        <p:spPr>
          <a:xfrm>
            <a:off x="230154" y="877803"/>
            <a:ext cx="225178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Divide by Zero Exception</a:t>
            </a:r>
          </a:p>
        </p:txBody>
      </p:sp>
    </p:spTree>
    <p:extLst>
      <p:ext uri="{BB962C8B-B14F-4D97-AF65-F5344CB8AC3E}">
        <p14:creationId xmlns:p14="http://schemas.microsoft.com/office/powerpoint/2010/main" val="350352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482E6-977A-A688-1CA3-449AFEA7D0A9}"/>
              </a:ext>
            </a:extLst>
          </p:cNvPr>
          <p:cNvSpPr>
            <a:spLocks noGrp="1"/>
          </p:cNvSpPr>
          <p:nvPr>
            <p:ph type="title"/>
          </p:nvPr>
        </p:nvSpPr>
        <p:spPr/>
        <p:txBody>
          <a:bodyPr/>
          <a:lstStyle/>
          <a:p>
            <a:r>
              <a:rPr lang="en-US" dirty="0"/>
              <a:t>Procedure with TRY…CATCH Example</a:t>
            </a:r>
            <a:endParaRPr lang="en-GB" dirty="0"/>
          </a:p>
        </p:txBody>
      </p:sp>
      <p:sp>
        <p:nvSpPr>
          <p:cNvPr id="4" name="Content Placeholder 2">
            <a:extLst>
              <a:ext uri="{FF2B5EF4-FFF2-40B4-BE49-F238E27FC236}">
                <a16:creationId xmlns:a16="http://schemas.microsoft.com/office/drawing/2014/main" id="{4082E14A-1D0F-B460-9CF6-A1ACDC9D5043}"/>
              </a:ext>
            </a:extLst>
          </p:cNvPr>
          <p:cNvSpPr txBox="1">
            <a:spLocks/>
          </p:cNvSpPr>
          <p:nvPr/>
        </p:nvSpPr>
        <p:spPr>
          <a:xfrm>
            <a:off x="6925189" y="1225399"/>
            <a:ext cx="4795383" cy="13350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--Executing a procedure </a:t>
            </a:r>
            <a:r>
              <a:rPr lang="en-GB" sz="1400" dirty="0" err="1">
                <a:solidFill>
                  <a:srgbClr val="008000"/>
                </a:solidFill>
                <a:latin typeface="Consolas" panose="020B0609020204030204" pitchFamily="49" charset="0"/>
              </a:rPr>
              <a:t>PR_divide</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DECLARE</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decimal</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EXEC</a:t>
            </a:r>
            <a:r>
              <a:rPr lang="en-GB" sz="1400" dirty="0">
                <a:solidFill>
                  <a:srgbClr val="000000"/>
                </a:solidFill>
                <a:latin typeface="Consolas" panose="020B0609020204030204" pitchFamily="49" charset="0"/>
              </a:rPr>
              <a:t> </a:t>
            </a:r>
            <a:r>
              <a:rPr lang="en-GB" sz="1400" dirty="0" err="1">
                <a:solidFill>
                  <a:srgbClr val="000000"/>
                </a:solidFill>
                <a:latin typeface="Consolas" panose="020B0609020204030204" pitchFamily="49" charset="0"/>
              </a:rPr>
              <a:t>PR_divide</a:t>
            </a:r>
            <a:r>
              <a:rPr lang="en-GB" sz="1400" dirty="0">
                <a:solidFill>
                  <a:srgbClr val="0000FF"/>
                </a:solidFill>
                <a:latin typeface="Consolas" panose="020B0609020204030204" pitchFamily="49" charset="0"/>
              </a:rPr>
              <a:t> </a:t>
            </a:r>
            <a:r>
              <a:rPr lang="en-GB" sz="1400" dirty="0">
                <a:solidFill>
                  <a:srgbClr val="000000"/>
                </a:solidFill>
                <a:latin typeface="Consolas" panose="020B0609020204030204" pitchFamily="49" charset="0"/>
              </a:rPr>
              <a:t>10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2</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output</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PRINT</a:t>
            </a:r>
            <a:r>
              <a:rPr lang="en-GB" sz="1400" dirty="0">
                <a:solidFill>
                  <a:srgbClr val="000000"/>
                </a:solidFill>
                <a:latin typeface="Consolas" panose="020B0609020204030204" pitchFamily="49" charset="0"/>
              </a:rPr>
              <a:t> @r</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p:txBody>
      </p:sp>
      <p:sp>
        <p:nvSpPr>
          <p:cNvPr id="5" name="Content Placeholder 2">
            <a:extLst>
              <a:ext uri="{FF2B5EF4-FFF2-40B4-BE49-F238E27FC236}">
                <a16:creationId xmlns:a16="http://schemas.microsoft.com/office/drawing/2014/main" id="{364E832C-91FF-A066-8EF3-E0191B001D47}"/>
              </a:ext>
            </a:extLst>
          </p:cNvPr>
          <p:cNvSpPr txBox="1">
            <a:spLocks/>
          </p:cNvSpPr>
          <p:nvPr/>
        </p:nvSpPr>
        <p:spPr>
          <a:xfrm>
            <a:off x="10894979" y="1243440"/>
            <a:ext cx="1067879" cy="71120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--Output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5</a:t>
            </a:r>
            <a:endParaRPr lang="en-GB" sz="1400" dirty="0">
              <a:solidFill>
                <a:srgbClr val="000000"/>
              </a:solidFill>
              <a:latin typeface="Consolas" panose="020B0609020204030204" pitchFamily="49" charset="0"/>
            </a:endParaRPr>
          </a:p>
        </p:txBody>
      </p:sp>
      <p:sp>
        <p:nvSpPr>
          <p:cNvPr id="6" name="Content Placeholder 2">
            <a:extLst>
              <a:ext uri="{FF2B5EF4-FFF2-40B4-BE49-F238E27FC236}">
                <a16:creationId xmlns:a16="http://schemas.microsoft.com/office/drawing/2014/main" id="{99581603-BDE6-2A88-5DCD-258E0318923C}"/>
              </a:ext>
            </a:extLst>
          </p:cNvPr>
          <p:cNvSpPr txBox="1">
            <a:spLocks/>
          </p:cNvSpPr>
          <p:nvPr/>
        </p:nvSpPr>
        <p:spPr>
          <a:xfrm>
            <a:off x="6925189" y="3078774"/>
            <a:ext cx="4795383" cy="13350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--Executing a procedure </a:t>
            </a:r>
            <a:r>
              <a:rPr lang="en-GB" sz="1400" dirty="0" err="1">
                <a:solidFill>
                  <a:srgbClr val="008000"/>
                </a:solidFill>
                <a:latin typeface="Consolas" panose="020B0609020204030204" pitchFamily="49" charset="0"/>
              </a:rPr>
              <a:t>PR_divide</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DECLARE</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decimal</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EXEC</a:t>
            </a:r>
            <a:r>
              <a:rPr lang="en-GB" sz="1400" dirty="0">
                <a:solidFill>
                  <a:srgbClr val="000000"/>
                </a:solidFill>
                <a:latin typeface="Consolas" panose="020B0609020204030204" pitchFamily="49" charset="0"/>
              </a:rPr>
              <a:t> </a:t>
            </a:r>
            <a:r>
              <a:rPr lang="en-GB" sz="1400" dirty="0" err="1">
                <a:solidFill>
                  <a:srgbClr val="000000"/>
                </a:solidFill>
                <a:latin typeface="Consolas" panose="020B0609020204030204" pitchFamily="49" charset="0"/>
              </a:rPr>
              <a:t>PR_divide</a:t>
            </a:r>
            <a:r>
              <a:rPr lang="en-GB" sz="1400" dirty="0">
                <a:solidFill>
                  <a:srgbClr val="0000FF"/>
                </a:solidFill>
                <a:latin typeface="Consolas" panose="020B0609020204030204" pitchFamily="49" charset="0"/>
              </a:rPr>
              <a:t> </a:t>
            </a:r>
            <a:r>
              <a:rPr lang="en-GB" sz="1400" dirty="0">
                <a:solidFill>
                  <a:srgbClr val="000000"/>
                </a:solidFill>
                <a:latin typeface="Consolas" panose="020B0609020204030204" pitchFamily="49" charset="0"/>
              </a:rPr>
              <a:t>10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output</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PRINT</a:t>
            </a:r>
            <a:r>
              <a:rPr lang="en-GB" sz="1400" dirty="0">
                <a:solidFill>
                  <a:srgbClr val="000000"/>
                </a:solidFill>
                <a:latin typeface="Consolas" panose="020B0609020204030204" pitchFamily="49" charset="0"/>
              </a:rPr>
              <a:t> @r</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p:txBody>
      </p:sp>
      <p:pic>
        <p:nvPicPr>
          <p:cNvPr id="8" name="Picture 7">
            <a:extLst>
              <a:ext uri="{FF2B5EF4-FFF2-40B4-BE49-F238E27FC236}">
                <a16:creationId xmlns:a16="http://schemas.microsoft.com/office/drawing/2014/main" id="{129DB1DB-7F8F-F7F8-64D2-63B26DCF1C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5189" y="4493077"/>
            <a:ext cx="5133932" cy="455739"/>
          </a:xfrm>
          <a:prstGeom prst="rect">
            <a:avLst/>
          </a:prstGeom>
          <a:ln>
            <a:solidFill>
              <a:schemeClr val="tx1"/>
            </a:solidFill>
          </a:ln>
        </p:spPr>
      </p:pic>
      <p:sp>
        <p:nvSpPr>
          <p:cNvPr id="7" name="Rectangle 6">
            <a:extLst>
              <a:ext uri="{FF2B5EF4-FFF2-40B4-BE49-F238E27FC236}">
                <a16:creationId xmlns:a16="http://schemas.microsoft.com/office/drawing/2014/main" id="{00C72D7B-5E68-7F99-A339-40ED9F5487A8}"/>
              </a:ext>
            </a:extLst>
          </p:cNvPr>
          <p:cNvSpPr/>
          <p:nvPr/>
        </p:nvSpPr>
        <p:spPr>
          <a:xfrm>
            <a:off x="696666" y="1225399"/>
            <a:ext cx="5986237" cy="4916731"/>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PR_divide</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 </a:t>
            </a:r>
            <a:r>
              <a:rPr lang="en-GB" sz="1650" dirty="0">
                <a:solidFill>
                  <a:srgbClr val="0000FF"/>
                </a:solidFill>
                <a:latin typeface="Consolas" panose="020B0609020204030204" pitchFamily="49" charset="0"/>
              </a:rPr>
              <a:t>decimal</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@b </a:t>
            </a:r>
            <a:r>
              <a:rPr lang="en-GB" sz="1650" dirty="0">
                <a:solidFill>
                  <a:srgbClr val="0000FF"/>
                </a:solidFill>
                <a:latin typeface="Consolas" panose="020B0609020204030204" pitchFamily="49" charset="0"/>
              </a:rPr>
              <a:t>decimal</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@c </a:t>
            </a:r>
            <a:r>
              <a:rPr lang="en-GB" sz="1650" dirty="0">
                <a:solidFill>
                  <a:srgbClr val="0000FF"/>
                </a:solidFill>
                <a:latin typeface="Consolas" panose="020B0609020204030204" pitchFamily="49" charset="0"/>
              </a:rPr>
              <a:t>decimal</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output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@c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@b</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ErrorNumber</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ErrorSeverity</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ErrorState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ERROR_PROCEDURE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ErrorProcedure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ERROR_LINE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ErrorLine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6D226FBD-0188-DAA5-9E07-5A8803998659}"/>
              </a:ext>
            </a:extLst>
          </p:cNvPr>
          <p:cNvSpPr/>
          <p:nvPr/>
        </p:nvSpPr>
        <p:spPr>
          <a:xfrm>
            <a:off x="132880" y="1225399"/>
            <a:ext cx="579518" cy="491673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p:txBody>
      </p:sp>
      <p:sp>
        <p:nvSpPr>
          <p:cNvPr id="10" name="Rectangle: Top Corners Rounded 9">
            <a:extLst>
              <a:ext uri="{FF2B5EF4-FFF2-40B4-BE49-F238E27FC236}">
                <a16:creationId xmlns:a16="http://schemas.microsoft.com/office/drawing/2014/main" id="{25D68103-BB31-BAF2-ADEB-8CA08ADBD596}"/>
              </a:ext>
            </a:extLst>
          </p:cNvPr>
          <p:cNvSpPr/>
          <p:nvPr/>
        </p:nvSpPr>
        <p:spPr>
          <a:xfrm>
            <a:off x="132878" y="896215"/>
            <a:ext cx="383600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Divide by Zero Exception in Stored Procedure</a:t>
            </a:r>
          </a:p>
        </p:txBody>
      </p:sp>
      <p:cxnSp>
        <p:nvCxnSpPr>
          <p:cNvPr id="11" name="Straight Connector 10"/>
          <p:cNvCxnSpPr/>
          <p:nvPr/>
        </p:nvCxnSpPr>
        <p:spPr>
          <a:xfrm flipV="1">
            <a:off x="6989275" y="2752253"/>
            <a:ext cx="4852658" cy="181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97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
                                            <p:txEl>
                                              <p:pRg st="16" end="1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
                                            <p:txEl>
                                              <p:pRg st="17" end="1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
                                            <p:txEl>
                                              <p:pRg st="18" end="1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9" grpId="0" animBg="1"/>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 – Exception Example</a:t>
            </a:r>
          </a:p>
        </p:txBody>
      </p:sp>
      <p:sp>
        <p:nvSpPr>
          <p:cNvPr id="4" name="Rectangle 3">
            <a:extLst>
              <a:ext uri="{FF2B5EF4-FFF2-40B4-BE49-F238E27FC236}">
                <a16:creationId xmlns:a16="http://schemas.microsoft.com/office/drawing/2014/main" id="{784C4198-21B7-8964-A3B5-4204E4C51D0F}"/>
              </a:ext>
            </a:extLst>
          </p:cNvPr>
          <p:cNvSpPr/>
          <p:nvPr/>
        </p:nvSpPr>
        <p:spPr>
          <a:xfrm>
            <a:off x="996105" y="1194569"/>
            <a:ext cx="10129096" cy="2885405"/>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PROCEDURE</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Sample_Proc</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Salary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FirstName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  </a:t>
            </a:r>
          </a:p>
          <a:p>
            <a:r>
              <a:rPr lang="en-GB" sz="1650" dirty="0">
                <a:solidFill>
                  <a:srgbClr val="0000FF"/>
                </a:solidFill>
                <a:latin typeface="Consolas" panose="020B0609020204030204" pitchFamily="49" charset="0"/>
              </a:rPr>
              <a:t>	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ERROR_PROCEDURE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ProcName</a:t>
            </a:r>
            <a:r>
              <a:rPr lang="en-US" sz="1650" dirty="0">
                <a:solidFill>
                  <a:srgbClr val="808080"/>
                </a:solidFill>
                <a:latin typeface="Consolas" panose="020B0609020204030204" pitchFamily="49" charset="0"/>
              </a:rPr>
              <a:t>;</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ERROR_MESSAGE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Message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p>
        </p:txBody>
      </p:sp>
      <p:sp>
        <p:nvSpPr>
          <p:cNvPr id="5" name="Rectangle 4">
            <a:extLst>
              <a:ext uri="{FF2B5EF4-FFF2-40B4-BE49-F238E27FC236}">
                <a16:creationId xmlns:a16="http://schemas.microsoft.com/office/drawing/2014/main" id="{1191F4B8-5355-C9CF-D9C4-BA0D8824382C}"/>
              </a:ext>
            </a:extLst>
          </p:cNvPr>
          <p:cNvSpPr/>
          <p:nvPr/>
        </p:nvSpPr>
        <p:spPr>
          <a:xfrm>
            <a:off x="432319" y="1194569"/>
            <a:ext cx="579518" cy="2885405"/>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865385"/>
            <a:ext cx="343988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Handling Exception in Stored Procedure</a:t>
            </a:r>
          </a:p>
        </p:txBody>
      </p:sp>
      <p:sp>
        <p:nvSpPr>
          <p:cNvPr id="3" name="TextBox 2">
            <a:extLst>
              <a:ext uri="{FF2B5EF4-FFF2-40B4-BE49-F238E27FC236}">
                <a16:creationId xmlns:a16="http://schemas.microsoft.com/office/drawing/2014/main" id="{7D4BE6F7-007E-94AC-682A-8F954A7EC735}"/>
              </a:ext>
            </a:extLst>
          </p:cNvPr>
          <p:cNvSpPr txBox="1"/>
          <p:nvPr/>
        </p:nvSpPr>
        <p:spPr>
          <a:xfrm>
            <a:off x="-70094" y="4186128"/>
            <a:ext cx="8814044" cy="1200329"/>
          </a:xfrm>
          <a:prstGeom prst="rect">
            <a:avLst/>
          </a:prstGeom>
          <a:noFill/>
        </p:spPr>
        <p:txBody>
          <a:bodyPr wrap="square">
            <a:spAutoFit/>
          </a:bodyPr>
          <a:lstStyle/>
          <a:p>
            <a:pPr lvl="1" fontAlgn="base"/>
            <a:r>
              <a:rPr lang="en-GB" dirty="0">
                <a:latin typeface="Consolas" panose="020B0609020204030204" pitchFamily="49" charset="0"/>
              </a:rPr>
              <a:t>Execute Procedure : </a:t>
            </a:r>
            <a:r>
              <a:rPr lang="en-GB" dirty="0">
                <a:solidFill>
                  <a:srgbClr val="0000FF"/>
                </a:solidFill>
                <a:latin typeface="Consolas" panose="020B0609020204030204" pitchFamily="49" charset="0"/>
              </a:rPr>
              <a:t>Exec</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Sample_Proc</a:t>
            </a:r>
            <a:r>
              <a:rPr lang="en-GB" dirty="0">
                <a:solidFill>
                  <a:srgbClr val="000000"/>
                </a:solidFill>
                <a:latin typeface="Consolas" panose="020B0609020204030204" pitchFamily="49" charset="0"/>
              </a:rPr>
              <a:t> </a:t>
            </a:r>
          </a:p>
          <a:p>
            <a:pPr lvl="1" fontAlgn="base"/>
            <a:endParaRPr lang="en-GB" dirty="0">
              <a:solidFill>
                <a:srgbClr val="000000"/>
              </a:solidFill>
              <a:latin typeface="Consolas" panose="020B0609020204030204" pitchFamily="49" charset="0"/>
            </a:endParaRPr>
          </a:p>
          <a:p>
            <a:pPr lvl="1" fontAlgn="base"/>
            <a:r>
              <a:rPr lang="en-US" b="1" dirty="0"/>
              <a:t>O/P: </a:t>
            </a:r>
            <a:endParaRPr lang="en-GB" dirty="0">
              <a:solidFill>
                <a:srgbClr val="000000"/>
              </a:solidFill>
              <a:latin typeface="Consolas" panose="020B0609020204030204" pitchFamily="49" charset="0"/>
            </a:endParaRPr>
          </a:p>
          <a:p>
            <a:pPr lvl="1" fontAlgn="base"/>
            <a:r>
              <a:rPr lang="en-GB" dirty="0" err="1">
                <a:solidFill>
                  <a:srgbClr val="000000"/>
                </a:solidFill>
                <a:latin typeface="Consolas" panose="020B0609020204030204" pitchFamily="49" charset="0"/>
              </a:rPr>
              <a:t>Sample_Proc</a:t>
            </a:r>
            <a:r>
              <a:rPr lang="en-GB" dirty="0">
                <a:solidFill>
                  <a:srgbClr val="000000"/>
                </a:solidFill>
                <a:latin typeface="Consolas" panose="020B0609020204030204" pitchFamily="49" charset="0"/>
              </a:rPr>
              <a:t> | </a:t>
            </a:r>
            <a:r>
              <a:rPr lang="en-US" dirty="0">
                <a:solidFill>
                  <a:srgbClr val="FF0000"/>
                </a:solidFill>
                <a:latin typeface="Consolas" panose="020B0609020204030204" pitchFamily="49" charset="0"/>
              </a:rPr>
              <a:t>Error converting data type varchar to numeric.</a:t>
            </a:r>
            <a:endParaRPr lang="en-US" dirty="0">
              <a:solidFill>
                <a:srgbClr val="FF0000"/>
              </a:solidFill>
            </a:endParaRPr>
          </a:p>
        </p:txBody>
      </p:sp>
    </p:spTree>
    <p:extLst>
      <p:ext uri="{BB962C8B-B14F-4D97-AF65-F5344CB8AC3E}">
        <p14:creationId xmlns:p14="http://schemas.microsoft.com/office/powerpoint/2010/main" val="222483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8A584-6EF1-D4C0-2B3D-1E9B640C0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BDB29-390F-B395-4ED5-3E5160630B7B}"/>
              </a:ext>
            </a:extLst>
          </p:cNvPr>
          <p:cNvSpPr>
            <a:spLocks noGrp="1"/>
          </p:cNvSpPr>
          <p:nvPr>
            <p:ph type="title"/>
          </p:nvPr>
        </p:nvSpPr>
        <p:spPr/>
        <p:txBody>
          <a:bodyPr/>
          <a:lstStyle/>
          <a:p>
            <a:r>
              <a:rPr lang="en-US" dirty="0"/>
              <a:t>Throw</a:t>
            </a:r>
          </a:p>
        </p:txBody>
      </p:sp>
      <p:sp>
        <p:nvSpPr>
          <p:cNvPr id="3" name="Text Placeholder 2">
            <a:extLst>
              <a:ext uri="{FF2B5EF4-FFF2-40B4-BE49-F238E27FC236}">
                <a16:creationId xmlns:a16="http://schemas.microsoft.com/office/drawing/2014/main" id="{A8FD36A3-B072-698D-826D-BA17C37A348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74040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Throw</a:t>
            </a:r>
            <a:endParaRPr lang="en-GB" dirty="0"/>
          </a:p>
        </p:txBody>
      </p:sp>
      <p:sp>
        <p:nvSpPr>
          <p:cNvPr id="3" name="Content Placeholder 2">
            <a:extLst>
              <a:ext uri="{FF2B5EF4-FFF2-40B4-BE49-F238E27FC236}">
                <a16:creationId xmlns:a16="http://schemas.microsoft.com/office/drawing/2014/main" id="{05504016-A3A7-2E5C-9AB3-DFDD349BEBB8}"/>
              </a:ext>
            </a:extLst>
          </p:cNvPr>
          <p:cNvSpPr>
            <a:spLocks noGrp="1"/>
          </p:cNvSpPr>
          <p:nvPr>
            <p:ph idx="1"/>
          </p:nvPr>
        </p:nvSpPr>
        <p:spPr>
          <a:xfrm>
            <a:off x="131181" y="863444"/>
            <a:ext cx="11936994" cy="5590565"/>
          </a:xfrm>
        </p:spPr>
        <p:txBody>
          <a:bodyPr/>
          <a:lstStyle/>
          <a:p>
            <a:r>
              <a:rPr lang="en-US" dirty="0"/>
              <a:t>The THROW statement raises an exception and transfers execution to a CATCH block of a TRY...CATCH.</a:t>
            </a:r>
          </a:p>
          <a:p>
            <a:r>
              <a:rPr lang="en-US" dirty="0"/>
              <a:t>THROW is either used to create a </a:t>
            </a:r>
            <a:r>
              <a:rPr lang="en-US" dirty="0">
                <a:solidFill>
                  <a:srgbClr val="C00000"/>
                </a:solidFill>
              </a:rPr>
              <a:t>custom error </a:t>
            </a:r>
            <a:r>
              <a:rPr lang="en-US" dirty="0"/>
              <a:t>or to </a:t>
            </a:r>
            <a:r>
              <a:rPr lang="en-US" dirty="0">
                <a:solidFill>
                  <a:srgbClr val="C00000"/>
                </a:solidFill>
              </a:rPr>
              <a:t>re-throw</a:t>
            </a:r>
            <a:r>
              <a:rPr lang="en-US" dirty="0"/>
              <a:t> an existing error.</a:t>
            </a:r>
          </a:p>
          <a:p>
            <a:pPr lvl="1"/>
            <a:r>
              <a:rPr lang="en-US" dirty="0"/>
              <a:t>You can define your own error message and error number.</a:t>
            </a:r>
          </a:p>
          <a:p>
            <a:pPr lvl="1"/>
            <a:r>
              <a:rPr lang="en-US" dirty="0"/>
              <a:t>THROW statement used to raise a System Exception.</a:t>
            </a:r>
          </a:p>
          <a:p>
            <a:r>
              <a:rPr lang="en-US" dirty="0"/>
              <a:t>The syntax of the THROW statement is:</a:t>
            </a:r>
          </a:p>
          <a:p>
            <a:endParaRPr lang="en-US" dirty="0"/>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pPr marL="0" indent="0">
              <a:buNone/>
            </a:pPr>
            <a:endParaRPr lang="en-GB" sz="1400" dirty="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6BD1329B-00AB-BF14-D651-805980AD5447}"/>
              </a:ext>
            </a:extLst>
          </p:cNvPr>
          <p:cNvSpPr/>
          <p:nvPr/>
        </p:nvSpPr>
        <p:spPr>
          <a:xfrm>
            <a:off x="1030826" y="3502799"/>
            <a:ext cx="5702496" cy="346249"/>
          </a:xfrm>
          <a:prstGeom prst="rect">
            <a:avLst/>
          </a:prstGeom>
          <a:solidFill>
            <a:schemeClr val="bg1">
              <a:lumMod val="95000"/>
            </a:schemeClr>
          </a:solidFill>
          <a:ln>
            <a:noFill/>
          </a:ln>
        </p:spPr>
        <p:txBody>
          <a:bodyPr wrap="square">
            <a:spAutoFit/>
          </a:bodyPr>
          <a:lstStyle/>
          <a:p>
            <a:r>
              <a:rPr lang="en-US" sz="1650" dirty="0">
                <a:solidFill>
                  <a:srgbClr val="301B92"/>
                </a:solidFill>
                <a:latin typeface="Consolas" panose="020B0609020204030204" pitchFamily="49" charset="0"/>
              </a:rPr>
              <a:t>THROW</a:t>
            </a:r>
            <a:r>
              <a:rPr lang="en-US" sz="1650" dirty="0">
                <a:solidFill>
                  <a:srgbClr val="FF00FF"/>
                </a:solidFill>
                <a:latin typeface="Consolas" panose="020B0609020204030204" pitchFamily="49" charset="0"/>
              </a:rPr>
              <a:t> </a:t>
            </a:r>
            <a:r>
              <a:rPr lang="en-US" sz="1650" dirty="0" err="1">
                <a:latin typeface="Consolas" panose="020B0609020204030204" pitchFamily="49" charset="0"/>
              </a:rPr>
              <a:t>error_number</a:t>
            </a:r>
            <a:r>
              <a:rPr lang="en-US" sz="1650" dirty="0">
                <a:latin typeface="Consolas" panose="020B0609020204030204" pitchFamily="49" charset="0"/>
              </a:rPr>
              <a:t>, message, state;</a:t>
            </a:r>
            <a:endParaRPr lang="en-GB" sz="1650" dirty="0">
              <a:latin typeface="Consolas" panose="020B0609020204030204" pitchFamily="49" charset="0"/>
            </a:endParaRPr>
          </a:p>
        </p:txBody>
      </p:sp>
      <p:sp>
        <p:nvSpPr>
          <p:cNvPr id="10" name="Rectangle 9">
            <a:extLst>
              <a:ext uri="{FF2B5EF4-FFF2-40B4-BE49-F238E27FC236}">
                <a16:creationId xmlns:a16="http://schemas.microsoft.com/office/drawing/2014/main" id="{751DE1C1-8715-92A3-768C-67989D59E3F4}"/>
              </a:ext>
            </a:extLst>
          </p:cNvPr>
          <p:cNvSpPr/>
          <p:nvPr/>
        </p:nvSpPr>
        <p:spPr>
          <a:xfrm>
            <a:off x="467040" y="3502799"/>
            <a:ext cx="579518"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11" name="Rectangle: Top Corners Rounded 6">
            <a:extLst>
              <a:ext uri="{FF2B5EF4-FFF2-40B4-BE49-F238E27FC236}">
                <a16:creationId xmlns:a16="http://schemas.microsoft.com/office/drawing/2014/main" id="{3C5BFDCD-1E98-F044-22BB-16207F348FC3}"/>
              </a:ext>
            </a:extLst>
          </p:cNvPr>
          <p:cNvSpPr/>
          <p:nvPr/>
        </p:nvSpPr>
        <p:spPr>
          <a:xfrm>
            <a:off x="467039" y="3173615"/>
            <a:ext cx="92164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graphicFrame>
        <p:nvGraphicFramePr>
          <p:cNvPr id="12" name="Table 11"/>
          <p:cNvGraphicFramePr>
            <a:graphicFrameLocks noGrp="1"/>
          </p:cNvGraphicFramePr>
          <p:nvPr>
            <p:extLst>
              <p:ext uri="{D42A27DB-BD31-4B8C-83A1-F6EECF244321}">
                <p14:modId xmlns:p14="http://schemas.microsoft.com/office/powerpoint/2010/main" val="3022026378"/>
              </p:ext>
            </p:extLst>
          </p:nvPr>
        </p:nvGraphicFramePr>
        <p:xfrm>
          <a:off x="467037" y="3998117"/>
          <a:ext cx="11509116" cy="2021840"/>
        </p:xfrm>
        <a:graphic>
          <a:graphicData uri="http://schemas.openxmlformats.org/drawingml/2006/table">
            <a:tbl>
              <a:tblPr firstRow="1" bandRow="1">
                <a:tableStyleId>{5C22544A-7EE6-4342-B048-85BDC9FD1C3A}</a:tableStyleId>
              </a:tblPr>
              <a:tblGrid>
                <a:gridCol w="2241292">
                  <a:extLst>
                    <a:ext uri="{9D8B030D-6E8A-4147-A177-3AD203B41FA5}">
                      <a16:colId xmlns:a16="http://schemas.microsoft.com/office/drawing/2014/main" val="20000"/>
                    </a:ext>
                  </a:extLst>
                </a:gridCol>
                <a:gridCol w="9267824">
                  <a:extLst>
                    <a:ext uri="{9D8B030D-6E8A-4147-A177-3AD203B41FA5}">
                      <a16:colId xmlns:a16="http://schemas.microsoft.com/office/drawing/2014/main" val="20001"/>
                    </a:ext>
                  </a:extLst>
                </a:gridCol>
              </a:tblGrid>
              <a:tr h="370840">
                <a:tc>
                  <a:txBody>
                    <a:bodyPr/>
                    <a:lstStyle/>
                    <a:p>
                      <a:r>
                        <a:rPr lang="en-US" dirty="0"/>
                        <a:t>Parameters</a:t>
                      </a:r>
                    </a:p>
                  </a:txBody>
                  <a:tcPr/>
                </a:tc>
                <a:tc>
                  <a:txBody>
                    <a:bodyPr/>
                    <a:lstStyle/>
                    <a:p>
                      <a:r>
                        <a:rPr lang="en-US" dirty="0"/>
                        <a:t>Description </a:t>
                      </a:r>
                    </a:p>
                  </a:txBody>
                  <a:tcPr/>
                </a:tc>
                <a:extLst>
                  <a:ext uri="{0D108BD9-81ED-4DB2-BD59-A6C34878D82A}">
                    <a16:rowId xmlns:a16="http://schemas.microsoft.com/office/drawing/2014/main" val="10000"/>
                  </a:ext>
                </a:extLst>
              </a:tr>
              <a:tr h="370840">
                <a:tc>
                  <a:txBody>
                    <a:bodyPr/>
                    <a:lstStyle/>
                    <a:p>
                      <a:r>
                        <a:rPr lang="en-US" sz="1800" b="1" dirty="0" err="1">
                          <a:latin typeface="Consolas" panose="020B0609020204030204" pitchFamily="49" charset="0"/>
                        </a:rPr>
                        <a:t>error_number</a:t>
                      </a:r>
                      <a:endParaRPr lang="en-US" b="1" dirty="0"/>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The </a:t>
                      </a:r>
                      <a:r>
                        <a:rPr lang="en-US" dirty="0" err="1"/>
                        <a:t>error_number</a:t>
                      </a:r>
                      <a:r>
                        <a:rPr lang="en-US" sz="1800" b="0" i="0" kern="1200" dirty="0">
                          <a:solidFill>
                            <a:schemeClr val="dk1"/>
                          </a:solidFill>
                          <a:effectLst/>
                          <a:latin typeface="+mn-lt"/>
                          <a:ea typeface="+mn-ea"/>
                          <a:cs typeface="+mn-cs"/>
                        </a:rPr>
                        <a:t> is an integer that represents the exception. </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The </a:t>
                      </a:r>
                      <a:r>
                        <a:rPr lang="en-US" dirty="0" err="1"/>
                        <a:t>error_number</a:t>
                      </a:r>
                      <a:r>
                        <a:rPr lang="en-US" sz="1800" b="0" i="0" kern="1200" dirty="0">
                          <a:solidFill>
                            <a:schemeClr val="dk1"/>
                          </a:solidFill>
                          <a:effectLst/>
                          <a:latin typeface="+mn-lt"/>
                          <a:ea typeface="+mn-ea"/>
                          <a:cs typeface="+mn-cs"/>
                        </a:rPr>
                        <a:t> must be greater than </a:t>
                      </a:r>
                      <a:r>
                        <a:rPr lang="en-US" dirty="0"/>
                        <a:t>50,000</a:t>
                      </a:r>
                      <a:r>
                        <a:rPr lang="en-US" sz="1800" b="0" i="0" kern="1200" dirty="0">
                          <a:solidFill>
                            <a:schemeClr val="dk1"/>
                          </a:solidFill>
                          <a:effectLst/>
                          <a:latin typeface="+mn-lt"/>
                          <a:ea typeface="+mn-ea"/>
                          <a:cs typeface="+mn-cs"/>
                        </a:rPr>
                        <a:t> and less than or equal to </a:t>
                      </a:r>
                      <a:r>
                        <a:rPr lang="en-US" dirty="0"/>
                        <a:t>2,147,483,647</a:t>
                      </a:r>
                      <a:r>
                        <a:rPr lang="en-US" sz="1800" b="0" i="0" kern="1200" dirty="0">
                          <a:solidFill>
                            <a:schemeClr val="dk1"/>
                          </a:solidFill>
                          <a:effectLst/>
                          <a:latin typeface="+mn-lt"/>
                          <a:ea typeface="+mn-ea"/>
                          <a:cs typeface="+mn-cs"/>
                        </a:rPr>
                        <a:t>.</a:t>
                      </a:r>
                      <a:endParaRPr lang="en-US" dirty="0"/>
                    </a:p>
                  </a:txBody>
                  <a:tcPr/>
                </a:tc>
                <a:extLst>
                  <a:ext uri="{0D108BD9-81ED-4DB2-BD59-A6C34878D82A}">
                    <a16:rowId xmlns:a16="http://schemas.microsoft.com/office/drawing/2014/main" val="10001"/>
                  </a:ext>
                </a:extLst>
              </a:tr>
              <a:tr h="370840">
                <a:tc>
                  <a:txBody>
                    <a:bodyPr/>
                    <a:lstStyle/>
                    <a:p>
                      <a:r>
                        <a:rPr lang="en-US" b="1" dirty="0"/>
                        <a:t>message</a:t>
                      </a:r>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The </a:t>
                      </a:r>
                      <a:r>
                        <a:rPr lang="en-US" dirty="0"/>
                        <a:t>message</a:t>
                      </a:r>
                      <a:r>
                        <a:rPr lang="en-US" sz="1800" b="0" i="0" kern="1200" dirty="0">
                          <a:solidFill>
                            <a:schemeClr val="dk1"/>
                          </a:solidFill>
                          <a:effectLst/>
                          <a:latin typeface="+mn-lt"/>
                          <a:ea typeface="+mn-ea"/>
                          <a:cs typeface="+mn-cs"/>
                        </a:rPr>
                        <a:t> is a string of type </a:t>
                      </a:r>
                      <a:r>
                        <a:rPr lang="en-US" dirty="0"/>
                        <a:t>NVARCHAR(2048)</a:t>
                      </a:r>
                      <a:r>
                        <a:rPr lang="en-US" sz="1800" b="0" i="0" kern="1200" dirty="0">
                          <a:solidFill>
                            <a:schemeClr val="dk1"/>
                          </a:solidFill>
                          <a:effectLst/>
                          <a:latin typeface="+mn-lt"/>
                          <a:ea typeface="+mn-ea"/>
                          <a:cs typeface="+mn-cs"/>
                        </a:rPr>
                        <a:t> that describes the exception.</a:t>
                      </a:r>
                      <a:endParaRPr lang="en-US"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state</a:t>
                      </a:r>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The </a:t>
                      </a:r>
                      <a:r>
                        <a:rPr lang="en-US" dirty="0"/>
                        <a:t>state</a:t>
                      </a:r>
                      <a:r>
                        <a:rPr lang="en-US" sz="1800" b="0" i="0" kern="1200" dirty="0">
                          <a:solidFill>
                            <a:schemeClr val="dk1"/>
                          </a:solidFill>
                          <a:effectLst/>
                          <a:latin typeface="+mn-lt"/>
                          <a:ea typeface="+mn-ea"/>
                          <a:cs typeface="+mn-cs"/>
                        </a:rPr>
                        <a:t> is a</a:t>
                      </a:r>
                      <a:r>
                        <a:rPr lang="en-US" sz="1800" b="0" i="0" kern="1200" baseline="0" dirty="0">
                          <a:solidFill>
                            <a:schemeClr val="dk1"/>
                          </a:solidFill>
                          <a:effectLst/>
                          <a:latin typeface="+mn-lt"/>
                          <a:ea typeface="+mn-ea"/>
                          <a:cs typeface="+mn-cs"/>
                        </a:rPr>
                        <a:t> </a:t>
                      </a:r>
                      <a:r>
                        <a:rPr lang="en-US" dirty="0"/>
                        <a:t>INT</a:t>
                      </a:r>
                      <a:r>
                        <a:rPr lang="en-US" sz="1800" b="0" i="0" kern="1200" dirty="0">
                          <a:solidFill>
                            <a:schemeClr val="dk1"/>
                          </a:solidFill>
                          <a:effectLst/>
                          <a:latin typeface="+mn-lt"/>
                          <a:ea typeface="+mn-ea"/>
                          <a:cs typeface="+mn-cs"/>
                        </a:rPr>
                        <a:t> with the value between 0 and 255. </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The </a:t>
                      </a:r>
                      <a:r>
                        <a:rPr lang="en-US" dirty="0"/>
                        <a:t>state</a:t>
                      </a:r>
                      <a:r>
                        <a:rPr lang="en-US" sz="1800" b="0" i="0" kern="1200" dirty="0">
                          <a:solidFill>
                            <a:schemeClr val="dk1"/>
                          </a:solidFill>
                          <a:effectLst/>
                          <a:latin typeface="+mn-lt"/>
                          <a:ea typeface="+mn-ea"/>
                          <a:cs typeface="+mn-cs"/>
                        </a:rPr>
                        <a:t> indicates the state associated with the message.</a:t>
                      </a:r>
                      <a:endParaRPr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7005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P spid="10"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Throw Example</a:t>
            </a:r>
            <a:endParaRPr lang="en-GB" dirty="0"/>
          </a:p>
        </p:txBody>
      </p:sp>
      <p:sp>
        <p:nvSpPr>
          <p:cNvPr id="4" name="Rectangle 3">
            <a:extLst>
              <a:ext uri="{FF2B5EF4-FFF2-40B4-BE49-F238E27FC236}">
                <a16:creationId xmlns:a16="http://schemas.microsoft.com/office/drawing/2014/main" id="{DCEA5C01-BD87-6B64-2483-EB419AC3C480}"/>
              </a:ext>
            </a:extLst>
          </p:cNvPr>
          <p:cNvSpPr/>
          <p:nvPr/>
        </p:nvSpPr>
        <p:spPr>
          <a:xfrm>
            <a:off x="696666" y="1089604"/>
            <a:ext cx="7526451" cy="5470728"/>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PROCEDURE</a:t>
            </a:r>
            <a:r>
              <a:rPr lang="en-GB" sz="1650" dirty="0">
                <a:solidFill>
                  <a:srgbClr val="000000"/>
                </a:solidFill>
                <a:latin typeface="Consolas" panose="020B0609020204030204" pitchFamily="49" charset="0"/>
              </a:rPr>
              <a:t> spDivideBy2</a:t>
            </a:r>
            <a:endParaRPr lang="en-GB" sz="1650" dirty="0">
              <a:solidFill>
                <a:srgbClr val="808080"/>
              </a:solidFill>
              <a:latin typeface="Consolas" panose="020B0609020204030204" pitchFamily="49" charset="0"/>
            </a:endParaRPr>
          </a:p>
          <a:p>
            <a:pPr lvl="1"/>
            <a:r>
              <a:rPr lang="en-GB" sz="1650" dirty="0">
                <a:solidFill>
                  <a:srgbClr val="000000"/>
                </a:solidFill>
                <a:latin typeface="Consolas" panose="020B0609020204030204" pitchFamily="49" charset="0"/>
              </a:rPr>
              <a:t>@No1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pPr lvl="1"/>
            <a:r>
              <a:rPr lang="en-GB" sz="1650" dirty="0">
                <a:solidFill>
                  <a:srgbClr val="000000"/>
                </a:solidFill>
                <a:latin typeface="Consolas" panose="020B0609020204030204" pitchFamily="49" charset="0"/>
              </a:rPr>
              <a:t>@No2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@Result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IF</a:t>
            </a:r>
            <a:r>
              <a:rPr lang="en-GB" sz="1650" dirty="0">
                <a:solidFill>
                  <a:srgbClr val="000000"/>
                </a:solidFill>
                <a:latin typeface="Consolas" panose="020B0609020204030204" pitchFamily="49" charset="0"/>
              </a:rPr>
              <a:t> @No2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a:t>
            </a:r>
          </a:p>
          <a:p>
            <a:r>
              <a:rPr lang="en-US" sz="1650"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THROW</a:t>
            </a:r>
            <a:r>
              <a:rPr lang="en-US" dirty="0">
                <a:solidFill>
                  <a:srgbClr val="000000"/>
                </a:solidFill>
                <a:latin typeface="Consolas" panose="020B0609020204030204" pitchFamily="49" charset="0"/>
              </a:rPr>
              <a:t> 50001</a:t>
            </a:r>
            <a:r>
              <a:rPr lang="en-US" dirty="0">
                <a:solidFill>
                  <a:srgbClr val="808080"/>
                </a:solidFill>
                <a:latin typeface="Consolas" panose="020B0609020204030204" pitchFamily="49" charset="0"/>
              </a:rPr>
              <a:t>,</a:t>
            </a:r>
            <a:r>
              <a:rPr lang="en-US" dirty="0">
                <a:solidFill>
                  <a:srgbClr val="FF0000"/>
                </a:solidFill>
                <a:latin typeface="Consolas" panose="020B0609020204030204" pitchFamily="49" charset="0"/>
              </a:rPr>
              <a:t>'DIVISOR CANNOT BE 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1</a:t>
            </a:r>
          </a:p>
          <a:p>
            <a:r>
              <a:rPr lang="en-US"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ELSE</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PRINT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'THE RESULT IS: '</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@Result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endParaRPr lang="en-GB" sz="165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132880" y="1089604"/>
            <a:ext cx="579518" cy="542456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a:p>
            <a:pPr algn="r"/>
            <a:r>
              <a:rPr lang="en-IN" sz="1650" b="1" dirty="0">
                <a:solidFill>
                  <a:schemeClr val="tx1">
                    <a:lumMod val="75000"/>
                    <a:lumOff val="25000"/>
                  </a:schemeClr>
                </a:solidFill>
                <a:latin typeface="Consolas" panose="020B0609020204030204" pitchFamily="49" charset="0"/>
              </a:rPr>
              <a:t>20</a:t>
            </a:r>
          </a:p>
          <a:p>
            <a:pPr algn="r"/>
            <a:r>
              <a:rPr lang="en-IN" sz="1650" b="1" dirty="0">
                <a:solidFill>
                  <a:schemeClr val="tx1">
                    <a:lumMod val="75000"/>
                    <a:lumOff val="25000"/>
                  </a:schemeClr>
                </a:solidFill>
                <a:latin typeface="Consolas" panose="020B0609020204030204" pitchFamily="49" charset="0"/>
              </a:rPr>
              <a:t>21</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132879" y="760420"/>
            <a:ext cx="178164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of THROW </a:t>
            </a:r>
          </a:p>
        </p:txBody>
      </p:sp>
      <p:sp>
        <p:nvSpPr>
          <p:cNvPr id="3" name="TextBox 2">
            <a:extLst>
              <a:ext uri="{FF2B5EF4-FFF2-40B4-BE49-F238E27FC236}">
                <a16:creationId xmlns:a16="http://schemas.microsoft.com/office/drawing/2014/main" id="{224BBFF6-8387-BFAB-68F2-38763B95C2CB}"/>
              </a:ext>
            </a:extLst>
          </p:cNvPr>
          <p:cNvSpPr txBox="1"/>
          <p:nvPr/>
        </p:nvSpPr>
        <p:spPr>
          <a:xfrm>
            <a:off x="8398135" y="1225399"/>
            <a:ext cx="3953846" cy="1569660"/>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10,1</a:t>
            </a:r>
            <a:endParaRPr lang="en-GB" sz="1600" dirty="0">
              <a:solidFill>
                <a:srgbClr val="000000"/>
              </a:solidFill>
              <a:latin typeface="Consolas" panose="020B0609020204030204" pitchFamily="49" charset="0"/>
            </a:endParaRPr>
          </a:p>
          <a:p>
            <a:r>
              <a:rPr lang="en-GB" sz="1600" b="1" dirty="0">
                <a:solidFill>
                  <a:schemeClr val="accent6"/>
                </a:solidFill>
                <a:latin typeface="Consolas" panose="020B0609020204030204" pitchFamily="49" charset="0"/>
              </a:rPr>
              <a:t>50001</a:t>
            </a:r>
          </a:p>
          <a:p>
            <a:r>
              <a:rPr lang="en-GB" sz="1600" b="1" dirty="0">
                <a:solidFill>
                  <a:schemeClr val="accent6"/>
                </a:solidFill>
                <a:latin typeface="Consolas" panose="020B0609020204030204" pitchFamily="49" charset="0"/>
              </a:rPr>
              <a:t>DIVISOR CANNOT BE ONE</a:t>
            </a:r>
          </a:p>
          <a:p>
            <a:r>
              <a:rPr lang="en-GB" sz="1600" b="1" dirty="0">
                <a:solidFill>
                  <a:schemeClr val="accent6"/>
                </a:solidFill>
                <a:latin typeface="Consolas" panose="020B0609020204030204" pitchFamily="49" charset="0"/>
              </a:rPr>
              <a:t>16</a:t>
            </a:r>
            <a:r>
              <a:rPr lang="en-GB"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The severity of the exception is always set to 16</a:t>
            </a:r>
            <a:r>
              <a:rPr lang="en-US" sz="1600" dirty="0">
                <a:solidFill>
                  <a:srgbClr val="00000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b="1" dirty="0">
                <a:solidFill>
                  <a:schemeClr val="accent6"/>
                </a:solidFill>
                <a:latin typeface="Consolas" panose="020B0609020204030204" pitchFamily="49" charset="0"/>
              </a:rPr>
              <a:t>1</a:t>
            </a:r>
          </a:p>
        </p:txBody>
      </p:sp>
      <p:sp>
        <p:nvSpPr>
          <p:cNvPr id="9" name="TextBox 8">
            <a:extLst>
              <a:ext uri="{FF2B5EF4-FFF2-40B4-BE49-F238E27FC236}">
                <a16:creationId xmlns:a16="http://schemas.microsoft.com/office/drawing/2014/main" id="{0053F059-DD56-167C-6BB5-9CF3007F0B70}"/>
              </a:ext>
            </a:extLst>
          </p:cNvPr>
          <p:cNvSpPr txBox="1"/>
          <p:nvPr/>
        </p:nvSpPr>
        <p:spPr>
          <a:xfrm>
            <a:off x="8332718" y="3143249"/>
            <a:ext cx="3953846" cy="584775"/>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10,2</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THE RESULT IS: </a:t>
            </a:r>
            <a:r>
              <a:rPr lang="en-GB" sz="1600" b="1" dirty="0">
                <a:solidFill>
                  <a:schemeClr val="accent6"/>
                </a:solidFill>
                <a:latin typeface="Consolas" panose="020B0609020204030204" pitchFamily="49" charset="0"/>
              </a:rPr>
              <a:t>5</a:t>
            </a:r>
          </a:p>
        </p:txBody>
      </p:sp>
      <p:sp>
        <p:nvSpPr>
          <p:cNvPr id="5" name="Rounded Rectangle 4"/>
          <p:cNvSpPr/>
          <p:nvPr/>
        </p:nvSpPr>
        <p:spPr>
          <a:xfrm>
            <a:off x="2876550" y="2989349"/>
            <a:ext cx="1181100" cy="2381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Error Number</a:t>
            </a:r>
          </a:p>
        </p:txBody>
      </p:sp>
      <p:sp>
        <p:nvSpPr>
          <p:cNvPr id="10" name="Rounded Rectangle 9"/>
          <p:cNvSpPr/>
          <p:nvPr/>
        </p:nvSpPr>
        <p:spPr>
          <a:xfrm>
            <a:off x="4232668" y="2989348"/>
            <a:ext cx="1291832" cy="2381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Error Message</a:t>
            </a:r>
          </a:p>
        </p:txBody>
      </p:sp>
      <p:sp>
        <p:nvSpPr>
          <p:cNvPr id="11" name="Rounded Rectangle 10"/>
          <p:cNvSpPr/>
          <p:nvPr/>
        </p:nvSpPr>
        <p:spPr>
          <a:xfrm>
            <a:off x="5756668" y="2989348"/>
            <a:ext cx="1291832" cy="2381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Error State</a:t>
            </a:r>
          </a:p>
        </p:txBody>
      </p:sp>
      <p:cxnSp>
        <p:nvCxnSpPr>
          <p:cNvPr id="12" name="Straight Arrow Connector 11"/>
          <p:cNvCxnSpPr/>
          <p:nvPr/>
        </p:nvCxnSpPr>
        <p:spPr>
          <a:xfrm flipH="1">
            <a:off x="3058051" y="3227474"/>
            <a:ext cx="380474" cy="2095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4582051" y="3227474"/>
            <a:ext cx="329870" cy="2095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6402584" y="3227474"/>
            <a:ext cx="324044" cy="2095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707849" y="3728024"/>
            <a:ext cx="47720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Rectangle: Top Corners Rounded 7">
            <a:extLst>
              <a:ext uri="{FF2B5EF4-FFF2-40B4-BE49-F238E27FC236}">
                <a16:creationId xmlns:a16="http://schemas.microsoft.com/office/drawing/2014/main" id="{966C164A-A2A5-0F65-3213-BDEA651D4A38}"/>
              </a:ext>
            </a:extLst>
          </p:cNvPr>
          <p:cNvSpPr/>
          <p:nvPr/>
        </p:nvSpPr>
        <p:spPr>
          <a:xfrm>
            <a:off x="8398135" y="925012"/>
            <a:ext cx="763972" cy="300387"/>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165664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1"/>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6"/>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7" grpId="0" animBg="1"/>
      <p:bldP spid="8" grpId="0" animBg="1"/>
      <p:bldP spid="3" grpId="0"/>
      <p:bldP spid="9" grpId="0"/>
      <p:bldP spid="5" grpId="0" animBg="1"/>
      <p:bldP spid="10" grpId="0" animBg="1"/>
      <p:bldP spid="11" grpId="0" animBg="1"/>
      <p:bldP spid="1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Throw Example</a:t>
            </a:r>
            <a:endParaRPr lang="en-GB" dirty="0"/>
          </a:p>
        </p:txBody>
      </p:sp>
      <p:sp>
        <p:nvSpPr>
          <p:cNvPr id="4" name="Rectangle 3">
            <a:extLst>
              <a:ext uri="{FF2B5EF4-FFF2-40B4-BE49-F238E27FC236}">
                <a16:creationId xmlns:a16="http://schemas.microsoft.com/office/drawing/2014/main" id="{DCEA5C01-BD87-6B64-2483-EB419AC3C480}"/>
              </a:ext>
            </a:extLst>
          </p:cNvPr>
          <p:cNvSpPr/>
          <p:nvPr/>
        </p:nvSpPr>
        <p:spPr>
          <a:xfrm>
            <a:off x="696666" y="1089604"/>
            <a:ext cx="7526451" cy="5470728"/>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PROCEDURE</a:t>
            </a:r>
            <a:r>
              <a:rPr lang="en-GB" sz="1650" dirty="0">
                <a:solidFill>
                  <a:srgbClr val="000000"/>
                </a:solidFill>
                <a:latin typeface="Consolas" panose="020B0609020204030204" pitchFamily="49" charset="0"/>
              </a:rPr>
              <a:t> spDivideBy2</a:t>
            </a:r>
            <a:endParaRPr lang="en-GB" sz="1650" dirty="0">
              <a:solidFill>
                <a:srgbClr val="808080"/>
              </a:solidFill>
              <a:latin typeface="Consolas" panose="020B0609020204030204" pitchFamily="49" charset="0"/>
            </a:endParaRPr>
          </a:p>
          <a:p>
            <a:pPr lvl="1"/>
            <a:r>
              <a:rPr lang="en-GB" sz="1650" dirty="0">
                <a:solidFill>
                  <a:srgbClr val="000000"/>
                </a:solidFill>
                <a:latin typeface="Consolas" panose="020B0609020204030204" pitchFamily="49" charset="0"/>
              </a:rPr>
              <a:t>@No1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pPr lvl="1"/>
            <a:r>
              <a:rPr lang="en-GB" sz="1650" dirty="0">
                <a:solidFill>
                  <a:srgbClr val="000000"/>
                </a:solidFill>
                <a:latin typeface="Consolas" panose="020B0609020204030204" pitchFamily="49" charset="0"/>
              </a:rPr>
              <a:t>@No2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@Result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IF</a:t>
            </a:r>
            <a:r>
              <a:rPr lang="en-GB" sz="1650" dirty="0">
                <a:solidFill>
                  <a:srgbClr val="000000"/>
                </a:solidFill>
                <a:latin typeface="Consolas" panose="020B0609020204030204" pitchFamily="49" charset="0"/>
              </a:rPr>
              <a:t> @No2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a:t>
            </a:r>
          </a:p>
          <a:p>
            <a:r>
              <a:rPr lang="en-US" sz="1650"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THROW</a:t>
            </a:r>
            <a:r>
              <a:rPr lang="en-US" dirty="0">
                <a:solidFill>
                  <a:srgbClr val="000000"/>
                </a:solidFill>
                <a:latin typeface="Consolas" panose="020B0609020204030204" pitchFamily="49" charset="0"/>
              </a:rPr>
              <a:t> </a:t>
            </a:r>
            <a:r>
              <a:rPr lang="en-US" b="1" dirty="0">
                <a:solidFill>
                  <a:srgbClr val="FF0000"/>
                </a:solidFill>
                <a:latin typeface="Consolas" panose="020B0609020204030204" pitchFamily="49" charset="0"/>
              </a:rPr>
              <a:t>48000</a:t>
            </a:r>
            <a:r>
              <a:rPr lang="en-US" dirty="0">
                <a:solidFill>
                  <a:srgbClr val="808080"/>
                </a:solidFill>
                <a:latin typeface="Consolas" panose="020B0609020204030204" pitchFamily="49" charset="0"/>
              </a:rPr>
              <a:t>,</a:t>
            </a:r>
            <a:r>
              <a:rPr lang="en-US" dirty="0">
                <a:solidFill>
                  <a:srgbClr val="FF0000"/>
                </a:solidFill>
                <a:latin typeface="Consolas" panose="020B0609020204030204" pitchFamily="49" charset="0"/>
              </a:rPr>
              <a:t>'DIVISOR CANNOT BE 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1</a:t>
            </a:r>
          </a:p>
          <a:p>
            <a:r>
              <a:rPr lang="en-US"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ELSE</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PRINT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'THE RESULT IS: '</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@Result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endParaRPr lang="en-GB" sz="165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132880" y="1089604"/>
            <a:ext cx="579518" cy="542456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a:p>
            <a:pPr algn="r"/>
            <a:r>
              <a:rPr lang="en-IN" sz="1650" b="1" dirty="0">
                <a:solidFill>
                  <a:schemeClr val="tx1">
                    <a:lumMod val="75000"/>
                    <a:lumOff val="25000"/>
                  </a:schemeClr>
                </a:solidFill>
                <a:latin typeface="Consolas" panose="020B0609020204030204" pitchFamily="49" charset="0"/>
              </a:rPr>
              <a:t>20</a:t>
            </a:r>
          </a:p>
          <a:p>
            <a:pPr algn="r"/>
            <a:r>
              <a:rPr lang="en-IN" sz="1650" b="1" dirty="0">
                <a:solidFill>
                  <a:schemeClr val="tx1">
                    <a:lumMod val="75000"/>
                    <a:lumOff val="25000"/>
                  </a:schemeClr>
                </a:solidFill>
                <a:latin typeface="Consolas" panose="020B0609020204030204" pitchFamily="49" charset="0"/>
              </a:rPr>
              <a:t>21</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132879" y="760420"/>
            <a:ext cx="178164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of THROW </a:t>
            </a:r>
          </a:p>
        </p:txBody>
      </p:sp>
      <p:sp>
        <p:nvSpPr>
          <p:cNvPr id="3" name="TextBox 2">
            <a:extLst>
              <a:ext uri="{FF2B5EF4-FFF2-40B4-BE49-F238E27FC236}">
                <a16:creationId xmlns:a16="http://schemas.microsoft.com/office/drawing/2014/main" id="{224BBFF6-8387-BFAB-68F2-38763B95C2CB}"/>
              </a:ext>
            </a:extLst>
          </p:cNvPr>
          <p:cNvSpPr txBox="1"/>
          <p:nvPr/>
        </p:nvSpPr>
        <p:spPr>
          <a:xfrm>
            <a:off x="8398135" y="1225399"/>
            <a:ext cx="3953846" cy="2308324"/>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10,1</a:t>
            </a:r>
          </a:p>
          <a:p>
            <a:r>
              <a:rPr lang="en-US" sz="1600" dirty="0">
                <a:latin typeface="Consolas" panose="020B0609020204030204" pitchFamily="49" charset="0"/>
              </a:rPr>
              <a:t>35100</a:t>
            </a:r>
          </a:p>
          <a:p>
            <a:r>
              <a:rPr lang="en-US" sz="1600" dirty="0">
                <a:latin typeface="Consolas" panose="020B0609020204030204" pitchFamily="49" charset="0"/>
              </a:rPr>
              <a:t>Error number 48000 in the THROW statement is outside the valid range. Specify an error number in the valid range of 50000 to 2147483647.</a:t>
            </a:r>
          </a:p>
          <a:p>
            <a:r>
              <a:rPr lang="en-US" sz="1600" dirty="0">
                <a:latin typeface="Consolas" panose="020B0609020204030204" pitchFamily="49" charset="0"/>
              </a:rPr>
              <a:t>16</a:t>
            </a:r>
          </a:p>
          <a:p>
            <a:r>
              <a:rPr lang="en-US" sz="1600" dirty="0">
                <a:latin typeface="Consolas" panose="020B0609020204030204" pitchFamily="49" charset="0"/>
              </a:rPr>
              <a:t>10</a:t>
            </a:r>
            <a:endParaRPr lang="en-GB" sz="1600" dirty="0">
              <a:solidFill>
                <a:srgbClr val="000000"/>
              </a:solidFill>
              <a:latin typeface="Consolas" panose="020B0609020204030204" pitchFamily="49" charset="0"/>
            </a:endParaRPr>
          </a:p>
        </p:txBody>
      </p:sp>
      <p:sp>
        <p:nvSpPr>
          <p:cNvPr id="9" name="TextBox 8">
            <a:extLst>
              <a:ext uri="{FF2B5EF4-FFF2-40B4-BE49-F238E27FC236}">
                <a16:creationId xmlns:a16="http://schemas.microsoft.com/office/drawing/2014/main" id="{0053F059-DD56-167C-6BB5-9CF3007F0B70}"/>
              </a:ext>
            </a:extLst>
          </p:cNvPr>
          <p:cNvSpPr txBox="1"/>
          <p:nvPr/>
        </p:nvSpPr>
        <p:spPr>
          <a:xfrm>
            <a:off x="8398135" y="4095749"/>
            <a:ext cx="3953846" cy="584775"/>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10,2</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THE RESULT IS: </a:t>
            </a:r>
            <a:r>
              <a:rPr lang="en-GB" sz="1600" b="1" dirty="0">
                <a:solidFill>
                  <a:schemeClr val="accent6"/>
                </a:solidFill>
                <a:latin typeface="Consolas" panose="020B0609020204030204" pitchFamily="49" charset="0"/>
              </a:rPr>
              <a:t>5</a:t>
            </a:r>
          </a:p>
        </p:txBody>
      </p:sp>
      <p:cxnSp>
        <p:nvCxnSpPr>
          <p:cNvPr id="20" name="Straight Connector 19"/>
          <p:cNvCxnSpPr/>
          <p:nvPr/>
        </p:nvCxnSpPr>
        <p:spPr>
          <a:xfrm>
            <a:off x="1697706" y="3702086"/>
            <a:ext cx="477202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Rectangle: Top Corners Rounded 7">
            <a:extLst>
              <a:ext uri="{FF2B5EF4-FFF2-40B4-BE49-F238E27FC236}">
                <a16:creationId xmlns:a16="http://schemas.microsoft.com/office/drawing/2014/main" id="{966C164A-A2A5-0F65-3213-BDEA651D4A38}"/>
              </a:ext>
            </a:extLst>
          </p:cNvPr>
          <p:cNvSpPr/>
          <p:nvPr/>
        </p:nvSpPr>
        <p:spPr>
          <a:xfrm>
            <a:off x="8398135" y="925012"/>
            <a:ext cx="763972" cy="300387"/>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169427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7" grpId="0" animBg="1"/>
      <p:bldP spid="8" grpId="0" animBg="1"/>
      <p:bldP spid="3" grpId="0"/>
      <p:bldP spid="9" grpId="0"/>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THROW statement to raise a System Exception</a:t>
            </a:r>
          </a:p>
        </p:txBody>
      </p:sp>
      <p:sp>
        <p:nvSpPr>
          <p:cNvPr id="3" name="Content Placeholder 2"/>
          <p:cNvSpPr>
            <a:spLocks noGrp="1"/>
          </p:cNvSpPr>
          <p:nvPr>
            <p:ph idx="1"/>
          </p:nvPr>
        </p:nvSpPr>
        <p:spPr/>
        <p:txBody>
          <a:bodyPr/>
          <a:lstStyle/>
          <a:p>
            <a:r>
              <a:rPr lang="en-US" dirty="0"/>
              <a:t>If you don’t specify any parameter for the THROW statement, you must place the THROW statement inside a CATCH block:</a:t>
            </a:r>
          </a:p>
          <a:p>
            <a:endParaRPr lang="en-US" dirty="0"/>
          </a:p>
        </p:txBody>
      </p:sp>
      <p:sp>
        <p:nvSpPr>
          <p:cNvPr id="6" name="Rectangle 5">
            <a:extLst>
              <a:ext uri="{FF2B5EF4-FFF2-40B4-BE49-F238E27FC236}">
                <a16:creationId xmlns:a16="http://schemas.microsoft.com/office/drawing/2014/main" id="{DCEA5C01-BD87-6B64-2483-EB419AC3C480}"/>
              </a:ext>
            </a:extLst>
          </p:cNvPr>
          <p:cNvSpPr/>
          <p:nvPr/>
        </p:nvSpPr>
        <p:spPr>
          <a:xfrm>
            <a:off x="982416" y="1949299"/>
            <a:ext cx="7526451" cy="2246769"/>
          </a:xfrm>
          <a:prstGeom prst="rect">
            <a:avLst/>
          </a:prstGeom>
          <a:solidFill>
            <a:schemeClr val="bg1">
              <a:lumMod val="95000"/>
            </a:schemeClr>
          </a:solidFill>
          <a:ln>
            <a:noFill/>
          </a:ln>
        </p:spPr>
        <p:txBody>
          <a:bodyPr wrap="square">
            <a:spAutoFit/>
          </a:bodyPr>
          <a:lstStyle/>
          <a:p>
            <a:r>
              <a:rPr lang="en-GB" sz="2000" dirty="0">
                <a:solidFill>
                  <a:srgbClr val="0000FF"/>
                </a:solidFill>
                <a:latin typeface="Consolas" panose="020B0609020204030204" pitchFamily="49" charset="0"/>
              </a:rPr>
              <a:t>BEGIN</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TRY</a:t>
            </a:r>
          </a:p>
          <a:p>
            <a:r>
              <a:rPr lang="en-US" sz="2000" dirty="0">
                <a:solidFill>
                  <a:srgbClr val="008000"/>
                </a:solidFill>
                <a:latin typeface="Consolas" panose="020B0609020204030204" pitchFamily="49" charset="0"/>
              </a:rPr>
              <a:t>--statements that may cause an errors</a:t>
            </a:r>
          </a:p>
          <a:p>
            <a:r>
              <a:rPr lang="en-GB" sz="2000" dirty="0">
                <a:solidFill>
                  <a:srgbClr val="0000FF"/>
                </a:solidFill>
                <a:latin typeface="Consolas" panose="020B0609020204030204" pitchFamily="49" charset="0"/>
              </a:rPr>
              <a:t>END</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TRY</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BEGIN</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CATCH</a:t>
            </a:r>
          </a:p>
          <a:p>
            <a:r>
              <a:rPr lang="en-US" sz="2000" dirty="0">
                <a:solidFill>
                  <a:srgbClr val="008000"/>
                </a:solidFill>
                <a:latin typeface="Consolas" panose="020B0609020204030204" pitchFamily="49" charset="0"/>
              </a:rPr>
              <a:t>--statement to handle errors</a:t>
            </a:r>
          </a:p>
          <a:p>
            <a:r>
              <a:rPr lang="en-GB" sz="2000" dirty="0">
                <a:solidFill>
                  <a:srgbClr val="0000FF"/>
                </a:solidFill>
                <a:latin typeface="Consolas" panose="020B0609020204030204" pitchFamily="49" charset="0"/>
              </a:rPr>
              <a:t>THROW;</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END</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CATCH</a:t>
            </a:r>
            <a:endParaRPr lang="en-GB" sz="200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418630" y="1949299"/>
            <a:ext cx="579518" cy="2246769"/>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a:p>
            <a:pPr algn="r"/>
            <a:r>
              <a:rPr lang="en-IN" sz="2000" b="1" dirty="0">
                <a:solidFill>
                  <a:schemeClr val="tx1">
                    <a:lumMod val="75000"/>
                    <a:lumOff val="25000"/>
                  </a:schemeClr>
                </a:solidFill>
                <a:latin typeface="Consolas" panose="020B0609020204030204" pitchFamily="49" charset="0"/>
              </a:rPr>
              <a:t>4</a:t>
            </a:r>
          </a:p>
          <a:p>
            <a:pPr algn="r"/>
            <a:r>
              <a:rPr lang="en-IN" sz="2000" b="1" dirty="0">
                <a:solidFill>
                  <a:schemeClr val="tx1">
                    <a:lumMod val="75000"/>
                    <a:lumOff val="25000"/>
                  </a:schemeClr>
                </a:solidFill>
                <a:latin typeface="Consolas" panose="020B0609020204030204" pitchFamily="49" charset="0"/>
              </a:rPr>
              <a:t>5</a:t>
            </a:r>
          </a:p>
          <a:p>
            <a:pPr algn="r"/>
            <a:r>
              <a:rPr lang="en-IN" sz="2000" b="1" dirty="0">
                <a:solidFill>
                  <a:schemeClr val="tx1">
                    <a:lumMod val="75000"/>
                    <a:lumOff val="25000"/>
                  </a:schemeClr>
                </a:solidFill>
                <a:latin typeface="Consolas" panose="020B0609020204030204" pitchFamily="49" charset="0"/>
              </a:rPr>
              <a:t>6</a:t>
            </a:r>
          </a:p>
          <a:p>
            <a:pPr algn="r"/>
            <a:r>
              <a:rPr lang="en-IN" sz="2000" b="1" dirty="0">
                <a:solidFill>
                  <a:schemeClr val="tx1">
                    <a:lumMod val="75000"/>
                    <a:lumOff val="25000"/>
                  </a:schemeClr>
                </a:solidFill>
                <a:latin typeface="Consolas" panose="020B0609020204030204" pitchFamily="49" charset="0"/>
              </a:rPr>
              <a:t>7</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418629" y="1620115"/>
            <a:ext cx="114330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THROW </a:t>
            </a:r>
          </a:p>
        </p:txBody>
      </p:sp>
    </p:spTree>
    <p:extLst>
      <p:ext uri="{BB962C8B-B14F-4D97-AF65-F5344CB8AC3E}">
        <p14:creationId xmlns:p14="http://schemas.microsoft.com/office/powerpoint/2010/main" val="289632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THROW statement to raise a System Exception</a:t>
            </a:r>
          </a:p>
        </p:txBody>
      </p:sp>
      <p:pic>
        <p:nvPicPr>
          <p:cNvPr id="6" name="Picture 5"/>
          <p:cNvPicPr>
            <a:picLocks noChangeAspect="1"/>
          </p:cNvPicPr>
          <p:nvPr/>
        </p:nvPicPr>
        <p:blipFill>
          <a:blip r:embed="rId2"/>
          <a:stretch>
            <a:fillRect/>
          </a:stretch>
        </p:blipFill>
        <p:spPr>
          <a:xfrm>
            <a:off x="76200" y="768351"/>
            <a:ext cx="12061852" cy="4098924"/>
          </a:xfrm>
          <a:prstGeom prst="rect">
            <a:avLst/>
          </a:prstGeom>
          <a:ln>
            <a:solidFill>
              <a:schemeClr val="tx1"/>
            </a:solidFill>
          </a:ln>
        </p:spPr>
      </p:pic>
    </p:spTree>
    <p:extLst>
      <p:ext uri="{BB962C8B-B14F-4D97-AF65-F5344CB8AC3E}">
        <p14:creationId xmlns:p14="http://schemas.microsoft.com/office/powerpoint/2010/main" val="3952322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57475-3E6B-577B-69BF-9AC7D3001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B76A7-9355-5DEC-7DC4-1DCEA8F0178F}"/>
              </a:ext>
            </a:extLst>
          </p:cNvPr>
          <p:cNvSpPr>
            <a:spLocks noGrp="1"/>
          </p:cNvSpPr>
          <p:nvPr>
            <p:ph type="title"/>
          </p:nvPr>
        </p:nvSpPr>
        <p:spPr/>
        <p:txBody>
          <a:bodyPr/>
          <a:lstStyle/>
          <a:p>
            <a:r>
              <a:rPr lang="en-US" dirty="0" err="1"/>
              <a:t>RaiseError</a:t>
            </a:r>
            <a:r>
              <a:rPr lang="en-US" dirty="0"/>
              <a:t>()</a:t>
            </a:r>
          </a:p>
        </p:txBody>
      </p:sp>
      <p:sp>
        <p:nvSpPr>
          <p:cNvPr id="3" name="Text Placeholder 2">
            <a:extLst>
              <a:ext uri="{FF2B5EF4-FFF2-40B4-BE49-F238E27FC236}">
                <a16:creationId xmlns:a16="http://schemas.microsoft.com/office/drawing/2014/main" id="{FE9BA471-D78A-2815-0DEE-A4A74FF532F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7843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RAISERROR()</a:t>
            </a:r>
            <a:endParaRPr lang="en-GB" dirty="0"/>
          </a:p>
        </p:txBody>
      </p:sp>
      <p:sp>
        <p:nvSpPr>
          <p:cNvPr id="3" name="Content Placeholder 2">
            <a:extLst>
              <a:ext uri="{FF2B5EF4-FFF2-40B4-BE49-F238E27FC236}">
                <a16:creationId xmlns:a16="http://schemas.microsoft.com/office/drawing/2014/main" id="{4EDD2D5F-E338-AFFE-1815-247C766A8736}"/>
              </a:ext>
            </a:extLst>
          </p:cNvPr>
          <p:cNvSpPr>
            <a:spLocks noGrp="1"/>
          </p:cNvSpPr>
          <p:nvPr>
            <p:ph idx="1"/>
          </p:nvPr>
        </p:nvSpPr>
        <p:spPr/>
        <p:txBody>
          <a:bodyPr/>
          <a:lstStyle/>
          <a:p>
            <a:r>
              <a:rPr lang="en-US" dirty="0"/>
              <a:t>We use the RAISERROR inside a TRY block to cause execution to jump to the associated CATCH block.</a:t>
            </a:r>
          </a:p>
          <a:p>
            <a:r>
              <a:rPr lang="en-US" dirty="0"/>
              <a:t>If you need more control over severity RAISEERROR() is a better option.</a:t>
            </a:r>
          </a:p>
          <a:p>
            <a:endParaRPr lang="en-US" dirty="0"/>
          </a:p>
          <a:p>
            <a:endParaRPr lang="en-GB" dirty="0"/>
          </a:p>
        </p:txBody>
      </p:sp>
      <p:sp>
        <p:nvSpPr>
          <p:cNvPr id="6" name="Rectangle 5">
            <a:extLst>
              <a:ext uri="{FF2B5EF4-FFF2-40B4-BE49-F238E27FC236}">
                <a16:creationId xmlns:a16="http://schemas.microsoft.com/office/drawing/2014/main" id="{6BD1329B-00AB-BF14-D651-805980AD5447}"/>
              </a:ext>
            </a:extLst>
          </p:cNvPr>
          <p:cNvSpPr/>
          <p:nvPr/>
        </p:nvSpPr>
        <p:spPr>
          <a:xfrm>
            <a:off x="1028540" y="2750084"/>
            <a:ext cx="6178018" cy="338554"/>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RAISERROR</a:t>
            </a:r>
            <a:r>
              <a:rPr lang="en-US" sz="1600" dirty="0">
                <a:solidFill>
                  <a:srgbClr val="808080"/>
                </a:solidFill>
                <a:latin typeface="Consolas" panose="020B0609020204030204" pitchFamily="49" charset="0"/>
              </a:rPr>
              <a:t>(</a:t>
            </a:r>
            <a:r>
              <a:rPr lang="en-US" sz="1600" dirty="0">
                <a:latin typeface="Consolas" panose="020B0609020204030204" pitchFamily="49" charset="0"/>
              </a:rPr>
              <a:t>Error Message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latin typeface="Consolas" panose="020B0609020204030204" pitchFamily="49" charset="0"/>
              </a:rPr>
              <a:t>Severity, state</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751DE1C1-8715-92A3-768C-67989D59E3F4}"/>
              </a:ext>
            </a:extLst>
          </p:cNvPr>
          <p:cNvSpPr/>
          <p:nvPr/>
        </p:nvSpPr>
        <p:spPr>
          <a:xfrm>
            <a:off x="464754" y="2750084"/>
            <a:ext cx="579518"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8" name="Rectangle: Top Corners Rounded 6">
            <a:extLst>
              <a:ext uri="{FF2B5EF4-FFF2-40B4-BE49-F238E27FC236}">
                <a16:creationId xmlns:a16="http://schemas.microsoft.com/office/drawing/2014/main" id="{3C5BFDCD-1E98-F044-22BB-16207F348FC3}"/>
              </a:ext>
            </a:extLst>
          </p:cNvPr>
          <p:cNvSpPr/>
          <p:nvPr/>
        </p:nvSpPr>
        <p:spPr>
          <a:xfrm>
            <a:off x="464753" y="2420900"/>
            <a:ext cx="92164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11" name="Rectangle 10">
            <a:extLst>
              <a:ext uri="{FF2B5EF4-FFF2-40B4-BE49-F238E27FC236}">
                <a16:creationId xmlns:a16="http://schemas.microsoft.com/office/drawing/2014/main" id="{6BD1329B-00AB-BF14-D651-805980AD5447}"/>
              </a:ext>
            </a:extLst>
          </p:cNvPr>
          <p:cNvSpPr/>
          <p:nvPr/>
        </p:nvSpPr>
        <p:spPr>
          <a:xfrm>
            <a:off x="1028539" y="3570065"/>
            <a:ext cx="7364023" cy="2308324"/>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	RAISERROR</a:t>
            </a:r>
            <a:r>
              <a:rPr lang="en-US" sz="1600" dirty="0">
                <a:solidFill>
                  <a:srgbClr val="808080"/>
                </a:solidFill>
                <a:latin typeface="Consolas" panose="020B0609020204030204" pitchFamily="49" charset="0"/>
              </a:rPr>
              <a:t>(</a:t>
            </a:r>
            <a:r>
              <a:rPr lang="en-US" sz="1600" dirty="0">
                <a:solidFill>
                  <a:srgbClr val="FF0000"/>
                </a:solidFill>
                <a:latin typeface="Consolas" panose="020B0609020204030204" pitchFamily="49" charset="0"/>
              </a:rPr>
              <a:t>'Error occurred in the TRY block.'</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16</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1</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SELECT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ERROR_MESSAGE</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ERROR_SEVERITY</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ERROR_STATE</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r>
              <a:rPr lang="en-GB" sz="1600" dirty="0">
                <a:solidFill>
                  <a:srgbClr val="808080"/>
                </a:solidFill>
                <a:latin typeface="Consolas" panose="020B0609020204030204" pitchFamily="49" charset="0"/>
              </a:rPr>
              <a:t>;</a:t>
            </a:r>
            <a:endParaRPr lang="en-GB" sz="1600" dirty="0"/>
          </a:p>
        </p:txBody>
      </p:sp>
      <p:sp>
        <p:nvSpPr>
          <p:cNvPr id="12" name="Rectangle 11">
            <a:extLst>
              <a:ext uri="{FF2B5EF4-FFF2-40B4-BE49-F238E27FC236}">
                <a16:creationId xmlns:a16="http://schemas.microsoft.com/office/drawing/2014/main" id="{751DE1C1-8715-92A3-768C-67989D59E3F4}"/>
              </a:ext>
            </a:extLst>
          </p:cNvPr>
          <p:cNvSpPr/>
          <p:nvPr/>
        </p:nvSpPr>
        <p:spPr>
          <a:xfrm>
            <a:off x="464754" y="3570065"/>
            <a:ext cx="579518" cy="237757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US" sz="1650" b="1" dirty="0">
                <a:solidFill>
                  <a:schemeClr val="tx1">
                    <a:lumMod val="75000"/>
                    <a:lumOff val="25000"/>
                  </a:schemeClr>
                </a:solidFill>
                <a:latin typeface="Consolas" panose="020B0609020204030204" pitchFamily="49" charset="0"/>
              </a:rPr>
              <a:t>2</a:t>
            </a:r>
          </a:p>
          <a:p>
            <a:pPr algn="r"/>
            <a:r>
              <a:rPr lang="en-US" sz="1650" b="1" dirty="0">
                <a:solidFill>
                  <a:schemeClr val="tx1">
                    <a:lumMod val="75000"/>
                    <a:lumOff val="25000"/>
                  </a:schemeClr>
                </a:solidFill>
                <a:latin typeface="Consolas" panose="020B0609020204030204" pitchFamily="49" charset="0"/>
              </a:rPr>
              <a:t>3</a:t>
            </a:r>
          </a:p>
          <a:p>
            <a:pPr algn="r"/>
            <a:r>
              <a:rPr lang="en-US" sz="1650" b="1" dirty="0">
                <a:solidFill>
                  <a:schemeClr val="tx1">
                    <a:lumMod val="75000"/>
                    <a:lumOff val="25000"/>
                  </a:schemeClr>
                </a:solidFill>
                <a:latin typeface="Consolas" panose="020B0609020204030204" pitchFamily="49" charset="0"/>
              </a:rPr>
              <a:t>4</a:t>
            </a:r>
          </a:p>
          <a:p>
            <a:pPr algn="r"/>
            <a:r>
              <a:rPr lang="en-US" sz="1650" b="1" dirty="0">
                <a:solidFill>
                  <a:schemeClr val="tx1">
                    <a:lumMod val="75000"/>
                    <a:lumOff val="25000"/>
                  </a:schemeClr>
                </a:solidFill>
                <a:latin typeface="Consolas" panose="020B0609020204030204" pitchFamily="49" charset="0"/>
              </a:rPr>
              <a:t>5</a:t>
            </a:r>
          </a:p>
          <a:p>
            <a:pPr algn="r"/>
            <a:r>
              <a:rPr lang="en-US" sz="1650" b="1" dirty="0">
                <a:solidFill>
                  <a:schemeClr val="tx1">
                    <a:lumMod val="75000"/>
                    <a:lumOff val="25000"/>
                  </a:schemeClr>
                </a:solidFill>
                <a:latin typeface="Consolas" panose="020B0609020204030204" pitchFamily="49" charset="0"/>
              </a:rPr>
              <a:t>6</a:t>
            </a:r>
          </a:p>
          <a:p>
            <a:pPr algn="r"/>
            <a:r>
              <a:rPr lang="en-US" sz="1650" b="1" dirty="0">
                <a:solidFill>
                  <a:schemeClr val="tx1">
                    <a:lumMod val="75000"/>
                    <a:lumOff val="25000"/>
                  </a:schemeClr>
                </a:solidFill>
                <a:latin typeface="Consolas" panose="020B0609020204030204" pitchFamily="49" charset="0"/>
              </a:rPr>
              <a:t>7</a:t>
            </a:r>
          </a:p>
          <a:p>
            <a:pPr algn="r"/>
            <a:r>
              <a:rPr lang="en-US" sz="1650" b="1" dirty="0">
                <a:solidFill>
                  <a:schemeClr val="tx1">
                    <a:lumMod val="75000"/>
                    <a:lumOff val="25000"/>
                  </a:schemeClr>
                </a:solidFill>
                <a:latin typeface="Consolas" panose="020B0609020204030204" pitchFamily="49" charset="0"/>
              </a:rPr>
              <a:t>8</a:t>
            </a:r>
          </a:p>
          <a:p>
            <a:pPr algn="r"/>
            <a:r>
              <a:rPr lang="en-US" sz="1650" b="1" dirty="0">
                <a:solidFill>
                  <a:schemeClr val="tx1">
                    <a:lumMod val="75000"/>
                    <a:lumOff val="25000"/>
                  </a:schemeClr>
                </a:solidFill>
                <a:latin typeface="Consolas" panose="020B0609020204030204" pitchFamily="49" charset="0"/>
              </a:rPr>
              <a:t>9</a:t>
            </a:r>
          </a:p>
        </p:txBody>
      </p:sp>
      <p:sp>
        <p:nvSpPr>
          <p:cNvPr id="13" name="Rectangle: Top Corners Rounded 6">
            <a:extLst>
              <a:ext uri="{FF2B5EF4-FFF2-40B4-BE49-F238E27FC236}">
                <a16:creationId xmlns:a16="http://schemas.microsoft.com/office/drawing/2014/main" id="{3C5BFDCD-1E98-F044-22BB-16207F348FC3}"/>
              </a:ext>
            </a:extLst>
          </p:cNvPr>
          <p:cNvSpPr/>
          <p:nvPr/>
        </p:nvSpPr>
        <p:spPr>
          <a:xfrm>
            <a:off x="464752" y="3240881"/>
            <a:ext cx="139120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RAISEERROR()</a:t>
            </a:r>
          </a:p>
        </p:txBody>
      </p:sp>
    </p:spTree>
    <p:extLst>
      <p:ext uri="{BB962C8B-B14F-4D97-AF65-F5344CB8AC3E}">
        <p14:creationId xmlns:p14="http://schemas.microsoft.com/office/powerpoint/2010/main" val="2532891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animBg="1"/>
      <p:bldP spid="8" grpId="0" animBg="1"/>
      <p:bldP spid="11" grpId="0" build="p" animBg="1"/>
      <p:bldP spid="12" grpId="0" animBg="1"/>
      <p:bldP spid="1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RAISERROR() Example</a:t>
            </a:r>
            <a:endParaRPr lang="en-GB" dirty="0"/>
          </a:p>
        </p:txBody>
      </p:sp>
      <p:sp>
        <p:nvSpPr>
          <p:cNvPr id="5" name="TextBox 4">
            <a:extLst>
              <a:ext uri="{FF2B5EF4-FFF2-40B4-BE49-F238E27FC236}">
                <a16:creationId xmlns:a16="http://schemas.microsoft.com/office/drawing/2014/main" id="{47C81B89-89C3-64A4-077E-7E689C7DA585}"/>
              </a:ext>
            </a:extLst>
          </p:cNvPr>
          <p:cNvSpPr txBox="1"/>
          <p:nvPr/>
        </p:nvSpPr>
        <p:spPr>
          <a:xfrm>
            <a:off x="8576371" y="1404298"/>
            <a:ext cx="3953846" cy="1477328"/>
          </a:xfrm>
          <a:prstGeom prst="rect">
            <a:avLst/>
          </a:prstGeom>
          <a:noFill/>
        </p:spPr>
        <p:txBody>
          <a:bodyPr wrap="square">
            <a:spAutoFit/>
          </a:bodyPr>
          <a:lstStyle/>
          <a:p>
            <a:r>
              <a:rPr lang="en-GB" sz="1800" dirty="0">
                <a:solidFill>
                  <a:srgbClr val="008000"/>
                </a:solidFill>
                <a:latin typeface="Consolas" panose="020B0609020204030204" pitchFamily="49" charset="0"/>
              </a:rPr>
              <a:t>--Exec spDivideBy1 10,1</a:t>
            </a:r>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50000</a:t>
            </a:r>
          </a:p>
          <a:p>
            <a:r>
              <a:rPr lang="en-GB" sz="1800" dirty="0">
                <a:solidFill>
                  <a:srgbClr val="000000"/>
                </a:solidFill>
                <a:latin typeface="Consolas" panose="020B0609020204030204" pitchFamily="49" charset="0"/>
              </a:rPr>
              <a:t>DIVISOR CANNOT BE ONE</a:t>
            </a:r>
          </a:p>
          <a:p>
            <a:r>
              <a:rPr lang="en-GB" sz="1800" dirty="0">
                <a:solidFill>
                  <a:srgbClr val="000000"/>
                </a:solidFill>
                <a:latin typeface="Consolas" panose="020B0609020204030204" pitchFamily="49" charset="0"/>
              </a:rPr>
              <a:t>16</a:t>
            </a:r>
          </a:p>
          <a:p>
            <a:r>
              <a:rPr lang="en-GB" sz="1800" dirty="0">
                <a:solidFill>
                  <a:srgbClr val="000000"/>
                </a:solidFill>
                <a:latin typeface="Consolas" panose="020B0609020204030204" pitchFamily="49" charset="0"/>
              </a:rPr>
              <a:t>1</a:t>
            </a:r>
          </a:p>
        </p:txBody>
      </p:sp>
      <p:sp>
        <p:nvSpPr>
          <p:cNvPr id="6" name="TextBox 5">
            <a:extLst>
              <a:ext uri="{FF2B5EF4-FFF2-40B4-BE49-F238E27FC236}">
                <a16:creationId xmlns:a16="http://schemas.microsoft.com/office/drawing/2014/main" id="{7F2805D3-C58F-9898-2BD7-38EE00875ACA}"/>
              </a:ext>
            </a:extLst>
          </p:cNvPr>
          <p:cNvSpPr txBox="1"/>
          <p:nvPr/>
        </p:nvSpPr>
        <p:spPr>
          <a:xfrm>
            <a:off x="8576371" y="3105834"/>
            <a:ext cx="3953846" cy="646331"/>
          </a:xfrm>
          <a:prstGeom prst="rect">
            <a:avLst/>
          </a:prstGeom>
          <a:noFill/>
        </p:spPr>
        <p:txBody>
          <a:bodyPr wrap="square">
            <a:spAutoFit/>
          </a:bodyPr>
          <a:lstStyle/>
          <a:p>
            <a:r>
              <a:rPr lang="en-GB" sz="1800" dirty="0">
                <a:solidFill>
                  <a:srgbClr val="008000"/>
                </a:solidFill>
                <a:latin typeface="Consolas" panose="020B0609020204030204" pitchFamily="49" charset="0"/>
              </a:rPr>
              <a:t>--Exec spDivideBy1 10,2</a:t>
            </a:r>
            <a:endParaRPr lang="en-GB" sz="1800"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rPr>
              <a:t>THE RESULT IS: 5</a:t>
            </a:r>
            <a:endParaRPr lang="en-GB" sz="1800" dirty="0">
              <a:solidFill>
                <a:srgbClr val="000000"/>
              </a:solidFill>
              <a:latin typeface="Consolas" panose="020B0609020204030204" pitchFamily="49" charset="0"/>
            </a:endParaRPr>
          </a:p>
        </p:txBody>
      </p:sp>
      <p:sp>
        <p:nvSpPr>
          <p:cNvPr id="4" name="Rectangle 3">
            <a:extLst>
              <a:ext uri="{FF2B5EF4-FFF2-40B4-BE49-F238E27FC236}">
                <a16:creationId xmlns:a16="http://schemas.microsoft.com/office/drawing/2014/main" id="{DCEA5C01-BD87-6B64-2483-EB419AC3C480}"/>
              </a:ext>
            </a:extLst>
          </p:cNvPr>
          <p:cNvSpPr/>
          <p:nvPr/>
        </p:nvSpPr>
        <p:spPr>
          <a:xfrm>
            <a:off x="696666" y="1225399"/>
            <a:ext cx="7526451" cy="4916731"/>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CREATE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PROCEDURE</a:t>
            </a:r>
            <a:r>
              <a:rPr lang="en-US" sz="1650" dirty="0">
                <a:solidFill>
                  <a:srgbClr val="000000"/>
                </a:solidFill>
                <a:latin typeface="Consolas" panose="020B0609020204030204" pitchFamily="49" charset="0"/>
              </a:rPr>
              <a:t> spDivideBy1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@No1 </a:t>
            </a:r>
            <a:r>
              <a:rPr lang="en-US" sz="1650" dirty="0">
                <a:solidFill>
                  <a:srgbClr val="0000FF"/>
                </a:solidFill>
                <a:latin typeface="Consolas" panose="020B0609020204030204" pitchFamily="49" charset="0"/>
              </a:rPr>
              <a:t>INT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@No2 </a:t>
            </a:r>
            <a:r>
              <a:rPr lang="en-US" sz="1650" dirty="0">
                <a:solidFill>
                  <a:srgbClr val="0000FF"/>
                </a:solidFill>
                <a:latin typeface="Consolas" panose="020B0609020204030204" pitchFamily="49" charset="0"/>
              </a:rPr>
              <a:t>INT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@Result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IF</a:t>
            </a:r>
            <a:r>
              <a:rPr lang="en-GB" sz="1650" dirty="0">
                <a:solidFill>
                  <a:srgbClr val="000000"/>
                </a:solidFill>
                <a:latin typeface="Consolas" panose="020B0609020204030204" pitchFamily="49" charset="0"/>
              </a:rPr>
              <a:t> @No2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a:t>
            </a:r>
          </a:p>
          <a:p>
            <a:r>
              <a:rPr lang="en-US" sz="1650" dirty="0">
                <a:solidFill>
                  <a:srgbClr val="000000"/>
                </a:solidFill>
                <a:latin typeface="Consolas" panose="020B0609020204030204" pitchFamily="49" charset="0"/>
              </a:rPr>
              <a:t>    	</a:t>
            </a:r>
            <a:r>
              <a:rPr lang="en-US" sz="1650" b="1" dirty="0">
                <a:solidFill>
                  <a:srgbClr val="0000FF"/>
                </a:solidFill>
                <a:latin typeface="Consolas" panose="020B0609020204030204" pitchFamily="49" charset="0"/>
              </a:rPr>
              <a:t>RAISERROR</a:t>
            </a:r>
            <a:r>
              <a:rPr lang="en-US" sz="1650" dirty="0">
                <a:solidFill>
                  <a:srgbClr val="0000FF"/>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'DIVISOR CANNOT BE ONE'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16</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1</a:t>
            </a:r>
            <a:r>
              <a:rPr lang="en-US" sz="1650" dirty="0">
                <a:solidFill>
                  <a:srgbClr val="808080"/>
                </a:solidFill>
                <a:latin typeface="Consolas" panose="020B0609020204030204" pitchFamily="49" charset="0"/>
              </a:rPr>
              <a:t>)</a:t>
            </a:r>
          </a:p>
          <a:p>
            <a:r>
              <a:rPr lang="en-US" sz="1650" dirty="0">
                <a:solidFill>
                  <a:srgbClr val="0000FF"/>
                </a:solidFill>
                <a:latin typeface="Consolas" panose="020B0609020204030204" pitchFamily="49" charset="0"/>
              </a:rPr>
              <a:t>    ELSE</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PRINT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'THE RESULT IS: '</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@Result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endParaRPr lang="en-GB" sz="165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132880" y="1225399"/>
            <a:ext cx="579518" cy="491673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132879" y="896215"/>
            <a:ext cx="122899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RAISERROR</a:t>
            </a:r>
          </a:p>
        </p:txBody>
      </p:sp>
    </p:spTree>
    <p:extLst>
      <p:ext uri="{BB962C8B-B14F-4D97-AF65-F5344CB8AC3E}">
        <p14:creationId xmlns:p14="http://schemas.microsoft.com/office/powerpoint/2010/main" val="101556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 grpId="0" build="p" animBg="1"/>
      <p:bldP spid="7" grpId="0" animBg="1"/>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Information!!!</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8640" y="62674"/>
            <a:ext cx="648527" cy="648527"/>
          </a:xfrm>
        </p:spPr>
      </p:pic>
      <p:pic>
        <p:nvPicPr>
          <p:cNvPr id="5" name="Picture 4"/>
          <p:cNvPicPr>
            <a:picLocks noChangeAspect="1"/>
          </p:cNvPicPr>
          <p:nvPr/>
        </p:nvPicPr>
        <p:blipFill>
          <a:blip r:embed="rId3"/>
          <a:stretch>
            <a:fillRect/>
          </a:stretch>
        </p:blipFill>
        <p:spPr>
          <a:xfrm>
            <a:off x="441397" y="850698"/>
            <a:ext cx="11309206" cy="3259575"/>
          </a:xfrm>
          <a:prstGeom prst="rect">
            <a:avLst/>
          </a:prstGeom>
          <a:ln>
            <a:solidFill>
              <a:schemeClr val="tx1"/>
            </a:solidFill>
          </a:ln>
        </p:spPr>
      </p:pic>
    </p:spTree>
    <p:extLst>
      <p:ext uri="{BB962C8B-B14F-4D97-AF65-F5344CB8AC3E}">
        <p14:creationId xmlns:p14="http://schemas.microsoft.com/office/powerpoint/2010/main" val="3505389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Transaction Management</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16374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45EE9-570C-9B2C-8765-EE66B93F9D7A}"/>
              </a:ext>
            </a:extLst>
          </p:cNvPr>
          <p:cNvSpPr>
            <a:spLocks noGrp="1"/>
          </p:cNvSpPr>
          <p:nvPr>
            <p:ph type="title"/>
          </p:nvPr>
        </p:nvSpPr>
        <p:spPr/>
        <p:txBody>
          <a:bodyPr/>
          <a:lstStyle/>
          <a:p>
            <a:r>
              <a:rPr lang="en-US" dirty="0"/>
              <a:t>Example - Transaction</a:t>
            </a:r>
            <a:endParaRPr lang="en-GB" dirty="0"/>
          </a:p>
        </p:txBody>
      </p:sp>
      <p:sp>
        <p:nvSpPr>
          <p:cNvPr id="3" name="Content Placeholder 2">
            <a:extLst>
              <a:ext uri="{FF2B5EF4-FFF2-40B4-BE49-F238E27FC236}">
                <a16:creationId xmlns:a16="http://schemas.microsoft.com/office/drawing/2014/main" id="{520487A3-5294-1169-B667-387FB322A125}"/>
              </a:ext>
            </a:extLst>
          </p:cNvPr>
          <p:cNvSpPr>
            <a:spLocks noGrp="1"/>
          </p:cNvSpPr>
          <p:nvPr>
            <p:ph idx="1"/>
          </p:nvPr>
        </p:nvSpPr>
        <p:spPr/>
        <p:txBody>
          <a:bodyPr/>
          <a:lstStyle/>
          <a:p>
            <a:r>
              <a:rPr lang="en-US" dirty="0"/>
              <a:t>Suppose, we want to withdraw money from the ATM, the ATM application will achieve this operation in three steps. </a:t>
            </a:r>
          </a:p>
          <a:p>
            <a:pPr lvl="1"/>
            <a:r>
              <a:rPr lang="en-US" dirty="0"/>
              <a:t>As a first step, the application will </a:t>
            </a:r>
            <a:r>
              <a:rPr lang="en-US" dirty="0">
                <a:solidFill>
                  <a:srgbClr val="C00000"/>
                </a:solidFill>
              </a:rPr>
              <a:t>check the balance of the account.</a:t>
            </a:r>
          </a:p>
          <a:p>
            <a:pPr lvl="1"/>
            <a:r>
              <a:rPr lang="en-US" dirty="0"/>
              <a:t>Then it will </a:t>
            </a:r>
            <a:r>
              <a:rPr lang="en-US" dirty="0">
                <a:solidFill>
                  <a:srgbClr val="C00000"/>
                </a:solidFill>
              </a:rPr>
              <a:t>deduct the money from the source account</a:t>
            </a:r>
            <a:r>
              <a:rPr lang="en-US" dirty="0"/>
              <a:t>. </a:t>
            </a:r>
          </a:p>
          <a:p>
            <a:pPr lvl="1"/>
            <a:r>
              <a:rPr lang="en-US" dirty="0"/>
              <a:t>Along with these two processes, it will </a:t>
            </a:r>
            <a:r>
              <a:rPr lang="en-US" dirty="0">
                <a:solidFill>
                  <a:srgbClr val="C00000"/>
                </a:solidFill>
              </a:rPr>
              <a:t>keep the log </a:t>
            </a:r>
            <a:r>
              <a:rPr lang="en-US" dirty="0"/>
              <a:t>of this money withdrawing activity. </a:t>
            </a:r>
          </a:p>
          <a:p>
            <a:endParaRPr lang="en-US" dirty="0"/>
          </a:p>
          <a:p>
            <a:endParaRPr lang="en-GB" dirty="0"/>
          </a:p>
        </p:txBody>
      </p:sp>
      <p:sp>
        <p:nvSpPr>
          <p:cNvPr id="4" name="Rectangle 3">
            <a:extLst>
              <a:ext uri="{FF2B5EF4-FFF2-40B4-BE49-F238E27FC236}">
                <a16:creationId xmlns:a16="http://schemas.microsoft.com/office/drawing/2014/main" id="{3BE57A70-366E-0371-D5A7-8BE2F67E9836}"/>
              </a:ext>
            </a:extLst>
          </p:cNvPr>
          <p:cNvSpPr/>
          <p:nvPr/>
        </p:nvSpPr>
        <p:spPr>
          <a:xfrm>
            <a:off x="4572000" y="2640563"/>
            <a:ext cx="1856792" cy="654856"/>
          </a:xfrm>
          <a:prstGeom prst="rect">
            <a:avLst/>
          </a:prstGeom>
          <a:solidFill>
            <a:schemeClr val="bg1">
              <a:lumMod val="95000"/>
            </a:schemeClr>
          </a:solidFill>
          <a:ln w="19050">
            <a:solidFill>
              <a:srgbClr val="0070C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ATM Transaction Begins</a:t>
            </a:r>
            <a:endParaRPr lang="en-GB" dirty="0">
              <a:solidFill>
                <a:schemeClr val="tx1"/>
              </a:solidFill>
            </a:endParaRPr>
          </a:p>
        </p:txBody>
      </p:sp>
      <p:sp>
        <p:nvSpPr>
          <p:cNvPr id="5" name="Rectangle 4">
            <a:extLst>
              <a:ext uri="{FF2B5EF4-FFF2-40B4-BE49-F238E27FC236}">
                <a16:creationId xmlns:a16="http://schemas.microsoft.com/office/drawing/2014/main" id="{15F093CA-9C34-7011-AAF9-075FFD31D729}"/>
              </a:ext>
            </a:extLst>
          </p:cNvPr>
          <p:cNvSpPr/>
          <p:nvPr/>
        </p:nvSpPr>
        <p:spPr>
          <a:xfrm>
            <a:off x="3900195" y="3562582"/>
            <a:ext cx="3209731" cy="654856"/>
          </a:xfrm>
          <a:prstGeom prst="rect">
            <a:avLst/>
          </a:prstGeom>
          <a:solidFill>
            <a:schemeClr val="bg1">
              <a:lumMod val="95000"/>
            </a:schemeClr>
          </a:solidFill>
          <a:ln w="19050">
            <a:solidFill>
              <a:srgbClr val="0070C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ATM Transaction Reads the Balance of the account</a:t>
            </a:r>
            <a:endParaRPr lang="en-GB" dirty="0">
              <a:solidFill>
                <a:schemeClr val="tx1"/>
              </a:solidFill>
            </a:endParaRPr>
          </a:p>
        </p:txBody>
      </p:sp>
      <p:sp>
        <p:nvSpPr>
          <p:cNvPr id="6" name="Rectangle 5">
            <a:extLst>
              <a:ext uri="{FF2B5EF4-FFF2-40B4-BE49-F238E27FC236}">
                <a16:creationId xmlns:a16="http://schemas.microsoft.com/office/drawing/2014/main" id="{0C5FDC7F-7358-51E6-D4C8-C131CAFB48C6}"/>
              </a:ext>
            </a:extLst>
          </p:cNvPr>
          <p:cNvSpPr/>
          <p:nvPr/>
        </p:nvSpPr>
        <p:spPr>
          <a:xfrm>
            <a:off x="3900195" y="4484601"/>
            <a:ext cx="3209731" cy="654856"/>
          </a:xfrm>
          <a:prstGeom prst="rect">
            <a:avLst/>
          </a:prstGeom>
          <a:solidFill>
            <a:schemeClr val="bg1">
              <a:lumMod val="95000"/>
            </a:schemeClr>
          </a:solidFill>
          <a:ln w="19050">
            <a:solidFill>
              <a:srgbClr val="0070C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ATM Transaction Updates the Balance of the account</a:t>
            </a:r>
            <a:endParaRPr lang="en-GB" dirty="0">
              <a:solidFill>
                <a:schemeClr val="tx1"/>
              </a:solidFill>
            </a:endParaRPr>
          </a:p>
        </p:txBody>
      </p:sp>
      <p:sp>
        <p:nvSpPr>
          <p:cNvPr id="7" name="Rectangle 6">
            <a:extLst>
              <a:ext uri="{FF2B5EF4-FFF2-40B4-BE49-F238E27FC236}">
                <a16:creationId xmlns:a16="http://schemas.microsoft.com/office/drawing/2014/main" id="{F2E1495C-CD10-1615-AF46-671840CC7550}"/>
              </a:ext>
            </a:extLst>
          </p:cNvPr>
          <p:cNvSpPr/>
          <p:nvPr/>
        </p:nvSpPr>
        <p:spPr>
          <a:xfrm>
            <a:off x="3895530" y="5408186"/>
            <a:ext cx="3209731" cy="654856"/>
          </a:xfrm>
          <a:prstGeom prst="rect">
            <a:avLst/>
          </a:prstGeom>
          <a:solidFill>
            <a:schemeClr val="bg1">
              <a:lumMod val="95000"/>
            </a:schemeClr>
          </a:solidFill>
          <a:ln w="19050">
            <a:solidFill>
              <a:srgbClr val="0070C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ATM Transaction Writes the withdraw operation into log table</a:t>
            </a:r>
            <a:endParaRPr lang="en-GB" dirty="0">
              <a:solidFill>
                <a:schemeClr val="tx1"/>
              </a:solidFill>
            </a:endParaRPr>
          </a:p>
        </p:txBody>
      </p:sp>
      <p:sp>
        <p:nvSpPr>
          <p:cNvPr id="8" name="Rectangle: Rounded Corners 7">
            <a:extLst>
              <a:ext uri="{FF2B5EF4-FFF2-40B4-BE49-F238E27FC236}">
                <a16:creationId xmlns:a16="http://schemas.microsoft.com/office/drawing/2014/main" id="{14D95B6C-FE64-76E5-A116-99271CA27388}"/>
              </a:ext>
            </a:extLst>
          </p:cNvPr>
          <p:cNvSpPr/>
          <p:nvPr/>
        </p:nvSpPr>
        <p:spPr>
          <a:xfrm>
            <a:off x="2621902" y="5549987"/>
            <a:ext cx="1091682" cy="373225"/>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Success </a:t>
            </a:r>
            <a:endParaRPr lang="en-GB" dirty="0">
              <a:solidFill>
                <a:schemeClr val="tx1"/>
              </a:solidFill>
            </a:endParaRPr>
          </a:p>
        </p:txBody>
      </p:sp>
      <p:sp>
        <p:nvSpPr>
          <p:cNvPr id="9" name="Rectangle: Rounded Corners 8">
            <a:extLst>
              <a:ext uri="{FF2B5EF4-FFF2-40B4-BE49-F238E27FC236}">
                <a16:creationId xmlns:a16="http://schemas.microsoft.com/office/drawing/2014/main" id="{3BC0BFBE-1276-1B5E-47F4-DC4BAEA45000}"/>
              </a:ext>
            </a:extLst>
          </p:cNvPr>
          <p:cNvSpPr/>
          <p:nvPr/>
        </p:nvSpPr>
        <p:spPr>
          <a:xfrm>
            <a:off x="7287207" y="5549001"/>
            <a:ext cx="1091682" cy="37322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Fail </a:t>
            </a:r>
            <a:endParaRPr lang="en-GB" dirty="0">
              <a:solidFill>
                <a:schemeClr val="tx1"/>
              </a:solidFill>
            </a:endParaRPr>
          </a:p>
        </p:txBody>
      </p:sp>
      <p:sp>
        <p:nvSpPr>
          <p:cNvPr id="10" name="Rectangle 9">
            <a:extLst>
              <a:ext uri="{FF2B5EF4-FFF2-40B4-BE49-F238E27FC236}">
                <a16:creationId xmlns:a16="http://schemas.microsoft.com/office/drawing/2014/main" id="{94ECD5FD-C7C5-4E39-EEE1-5DC9EBAAAC3C}"/>
              </a:ext>
            </a:extLst>
          </p:cNvPr>
          <p:cNvSpPr/>
          <p:nvPr/>
        </p:nvSpPr>
        <p:spPr>
          <a:xfrm>
            <a:off x="391886" y="5274806"/>
            <a:ext cx="2048070" cy="923585"/>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rPr>
              <a:t>Write modified data to the database</a:t>
            </a:r>
            <a:endParaRPr lang="en-GB" dirty="0">
              <a:solidFill>
                <a:schemeClr val="tx1"/>
              </a:solidFill>
            </a:endParaRPr>
          </a:p>
        </p:txBody>
      </p:sp>
      <p:sp>
        <p:nvSpPr>
          <p:cNvPr id="11" name="Rectangle 10">
            <a:extLst>
              <a:ext uri="{FF2B5EF4-FFF2-40B4-BE49-F238E27FC236}">
                <a16:creationId xmlns:a16="http://schemas.microsoft.com/office/drawing/2014/main" id="{EE9AF76C-77DF-374A-ED15-C7D5832F991E}"/>
              </a:ext>
            </a:extLst>
          </p:cNvPr>
          <p:cNvSpPr/>
          <p:nvPr/>
        </p:nvSpPr>
        <p:spPr>
          <a:xfrm>
            <a:off x="8559006" y="5273820"/>
            <a:ext cx="2048070" cy="923585"/>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Rollback the data modification</a:t>
            </a:r>
            <a:endParaRPr lang="en-GB" dirty="0">
              <a:solidFill>
                <a:schemeClr val="tx1"/>
              </a:solidFill>
            </a:endParaRPr>
          </a:p>
        </p:txBody>
      </p:sp>
      <p:cxnSp>
        <p:nvCxnSpPr>
          <p:cNvPr id="13" name="Straight Arrow Connector 12">
            <a:extLst>
              <a:ext uri="{FF2B5EF4-FFF2-40B4-BE49-F238E27FC236}">
                <a16:creationId xmlns:a16="http://schemas.microsoft.com/office/drawing/2014/main" id="{7EBFD389-728A-C2C0-E939-3B7B3415173A}"/>
              </a:ext>
            </a:extLst>
          </p:cNvPr>
          <p:cNvCxnSpPr>
            <a:endCxn id="5" idx="0"/>
          </p:cNvCxnSpPr>
          <p:nvPr/>
        </p:nvCxnSpPr>
        <p:spPr>
          <a:xfrm>
            <a:off x="5500395" y="3295419"/>
            <a:ext cx="4666" cy="267163"/>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9B8653D-B648-2D0D-BABA-68F37006E96A}"/>
              </a:ext>
            </a:extLst>
          </p:cNvPr>
          <p:cNvCxnSpPr/>
          <p:nvPr/>
        </p:nvCxnSpPr>
        <p:spPr>
          <a:xfrm>
            <a:off x="5495729" y="4217438"/>
            <a:ext cx="4666" cy="267163"/>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A5C35E-BF77-06E0-FB60-18A61553D281}"/>
              </a:ext>
            </a:extLst>
          </p:cNvPr>
          <p:cNvCxnSpPr/>
          <p:nvPr/>
        </p:nvCxnSpPr>
        <p:spPr>
          <a:xfrm>
            <a:off x="5491063" y="5158118"/>
            <a:ext cx="4666" cy="267163"/>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5A1E591-C282-44DD-A57F-D64D1EEA5E7C}"/>
              </a:ext>
            </a:extLst>
          </p:cNvPr>
          <p:cNvCxnSpPr>
            <a:cxnSpLocks/>
            <a:stCxn id="7" idx="1"/>
            <a:endCxn id="8" idx="3"/>
          </p:cNvCxnSpPr>
          <p:nvPr/>
        </p:nvCxnSpPr>
        <p:spPr>
          <a:xfrm flipH="1">
            <a:off x="3713584" y="5735614"/>
            <a:ext cx="181946" cy="986"/>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11F8FDC-EDCD-6715-2AF2-96CD17DA3BF2}"/>
              </a:ext>
            </a:extLst>
          </p:cNvPr>
          <p:cNvCxnSpPr>
            <a:cxnSpLocks/>
            <a:stCxn id="8" idx="1"/>
            <a:endCxn id="10" idx="3"/>
          </p:cNvCxnSpPr>
          <p:nvPr/>
        </p:nvCxnSpPr>
        <p:spPr>
          <a:xfrm flipH="1" flipV="1">
            <a:off x="2439956" y="5736599"/>
            <a:ext cx="181946" cy="1"/>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D19C812-BA1B-4723-6C77-144398F7232C}"/>
              </a:ext>
            </a:extLst>
          </p:cNvPr>
          <p:cNvCxnSpPr>
            <a:cxnSpLocks/>
            <a:stCxn id="7" idx="3"/>
            <a:endCxn id="9" idx="1"/>
          </p:cNvCxnSpPr>
          <p:nvPr/>
        </p:nvCxnSpPr>
        <p:spPr>
          <a:xfrm>
            <a:off x="7105261" y="5735614"/>
            <a:ext cx="181946" cy="0"/>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6AE4F5E-A79B-20D8-1FCF-706D3AD77CAE}"/>
              </a:ext>
            </a:extLst>
          </p:cNvPr>
          <p:cNvCxnSpPr>
            <a:cxnSpLocks/>
            <a:stCxn id="9" idx="3"/>
            <a:endCxn id="11" idx="1"/>
          </p:cNvCxnSpPr>
          <p:nvPr/>
        </p:nvCxnSpPr>
        <p:spPr>
          <a:xfrm flipV="1">
            <a:off x="8378889" y="5735613"/>
            <a:ext cx="180117" cy="1"/>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60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E0F6-04C8-B8C5-D1EE-2913F47C7347}"/>
              </a:ext>
            </a:extLst>
          </p:cNvPr>
          <p:cNvSpPr>
            <a:spLocks noGrp="1"/>
          </p:cNvSpPr>
          <p:nvPr>
            <p:ph type="title"/>
          </p:nvPr>
        </p:nvSpPr>
        <p:spPr/>
        <p:txBody>
          <a:bodyPr>
            <a:normAutofit/>
          </a:bodyPr>
          <a:lstStyle/>
          <a:p>
            <a:r>
              <a:rPr lang="en-GB" dirty="0"/>
              <a:t>Introduction : </a:t>
            </a:r>
            <a:r>
              <a:rPr lang="en-US" dirty="0"/>
              <a:t>Transaction</a:t>
            </a:r>
            <a:endParaRPr lang="en-GB" dirty="0"/>
          </a:p>
        </p:txBody>
      </p:sp>
      <p:sp>
        <p:nvSpPr>
          <p:cNvPr id="3" name="Content Placeholder 2">
            <a:extLst>
              <a:ext uri="{FF2B5EF4-FFF2-40B4-BE49-F238E27FC236}">
                <a16:creationId xmlns:a16="http://schemas.microsoft.com/office/drawing/2014/main" id="{5A111FEA-54B7-A800-FDC9-DEC78CE7EE5B}"/>
              </a:ext>
            </a:extLst>
          </p:cNvPr>
          <p:cNvSpPr>
            <a:spLocks noGrp="1"/>
          </p:cNvSpPr>
          <p:nvPr>
            <p:ph idx="1"/>
          </p:nvPr>
        </p:nvSpPr>
        <p:spPr/>
        <p:txBody>
          <a:bodyPr/>
          <a:lstStyle/>
          <a:p>
            <a:r>
              <a:rPr lang="en-US" dirty="0"/>
              <a:t>A transaction is a </a:t>
            </a:r>
            <a:r>
              <a:rPr lang="en-US" b="1" dirty="0"/>
              <a:t>single unit of work</a:t>
            </a:r>
            <a:r>
              <a:rPr lang="en-US" dirty="0"/>
              <a:t>.</a:t>
            </a:r>
          </a:p>
          <a:p>
            <a:r>
              <a:rPr lang="en-US" dirty="0"/>
              <a:t>A transaction is the </a:t>
            </a:r>
            <a:r>
              <a:rPr lang="en-US" b="1" dirty="0"/>
              <a:t>logical work unit that performs a single activity </a:t>
            </a:r>
            <a:r>
              <a:rPr lang="en-US" dirty="0"/>
              <a:t>or </a:t>
            </a:r>
            <a:r>
              <a:rPr lang="en-US" b="1" dirty="0"/>
              <a:t>multiple activities </a:t>
            </a:r>
            <a:r>
              <a:rPr lang="en-US" dirty="0"/>
              <a:t>in a database.</a:t>
            </a:r>
          </a:p>
          <a:p>
            <a:r>
              <a:rPr lang="en-US" dirty="0"/>
              <a:t>Transactions may consist of a </a:t>
            </a:r>
            <a:r>
              <a:rPr lang="en-US" b="1" dirty="0"/>
              <a:t>single read, write, delete, or update </a:t>
            </a:r>
            <a:r>
              <a:rPr lang="en-US" dirty="0"/>
              <a:t>operations or a </a:t>
            </a:r>
            <a:r>
              <a:rPr lang="en-US" b="1" dirty="0"/>
              <a:t>combination of these</a:t>
            </a:r>
            <a:r>
              <a:rPr lang="en-US" dirty="0"/>
              <a:t>.  </a:t>
            </a:r>
          </a:p>
          <a:p>
            <a:r>
              <a:rPr lang="en-US" dirty="0"/>
              <a:t>If a transaction is </a:t>
            </a:r>
            <a:r>
              <a:rPr lang="en-US" dirty="0">
                <a:solidFill>
                  <a:srgbClr val="00B050"/>
                </a:solidFill>
              </a:rPr>
              <a:t>successful</a:t>
            </a:r>
            <a:r>
              <a:rPr lang="en-US" dirty="0"/>
              <a:t>, all of the data modifications made during the transaction are </a:t>
            </a:r>
            <a:r>
              <a:rPr lang="en-US" dirty="0">
                <a:solidFill>
                  <a:srgbClr val="00B050"/>
                </a:solidFill>
              </a:rPr>
              <a:t>committed</a:t>
            </a:r>
            <a:r>
              <a:rPr lang="en-US" dirty="0"/>
              <a:t> and become a permanent part of the database. </a:t>
            </a:r>
          </a:p>
          <a:p>
            <a:r>
              <a:rPr lang="en-US" dirty="0"/>
              <a:t>If a transaction encounters</a:t>
            </a:r>
            <a:r>
              <a:rPr lang="en-US" dirty="0">
                <a:solidFill>
                  <a:srgbClr val="F54337"/>
                </a:solidFill>
              </a:rPr>
              <a:t> errors </a:t>
            </a:r>
            <a:r>
              <a:rPr lang="en-US" dirty="0"/>
              <a:t>and </a:t>
            </a:r>
            <a:r>
              <a:rPr lang="en-US" dirty="0">
                <a:solidFill>
                  <a:srgbClr val="FF0000"/>
                </a:solidFill>
              </a:rPr>
              <a:t>must be canceled or rolled back</a:t>
            </a:r>
            <a:r>
              <a:rPr lang="en-US" dirty="0"/>
              <a:t>, then all of the data modifications are erased.</a:t>
            </a:r>
          </a:p>
          <a:p>
            <a:pPr fontAlgn="base"/>
            <a:r>
              <a:rPr lang="en-US" dirty="0"/>
              <a:t>The main idea of transactions is that when each of the statements returns an error, the entire modifications rollback to provide data integrity.</a:t>
            </a:r>
          </a:p>
          <a:p>
            <a:pPr fontAlgn="base"/>
            <a:r>
              <a:rPr lang="en-US" dirty="0"/>
              <a:t>On the other hand, if all statements are completed successfully the data modifications will become permanent on the database.</a:t>
            </a:r>
            <a:endParaRPr lang="en-GB" dirty="0"/>
          </a:p>
        </p:txBody>
      </p:sp>
    </p:spTree>
    <p:extLst>
      <p:ext uri="{BB962C8B-B14F-4D97-AF65-F5344CB8AC3E}">
        <p14:creationId xmlns:p14="http://schemas.microsoft.com/office/powerpoint/2010/main" val="31549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Transaction </a:t>
            </a:r>
          </a:p>
        </p:txBody>
      </p:sp>
      <p:sp>
        <p:nvSpPr>
          <p:cNvPr id="3" name="Content Placeholder 2"/>
          <p:cNvSpPr>
            <a:spLocks noGrp="1"/>
          </p:cNvSpPr>
          <p:nvPr>
            <p:ph idx="1"/>
          </p:nvPr>
        </p:nvSpPr>
        <p:spPr/>
        <p:txBody>
          <a:bodyPr/>
          <a:lstStyle/>
          <a:p>
            <a:r>
              <a:rPr lang="en-US" dirty="0"/>
              <a:t>Example of transaction:</a:t>
            </a:r>
          </a:p>
        </p:txBody>
      </p:sp>
      <p:sp>
        <p:nvSpPr>
          <p:cNvPr id="4" name="Right Brace 3"/>
          <p:cNvSpPr/>
          <p:nvPr/>
        </p:nvSpPr>
        <p:spPr>
          <a:xfrm>
            <a:off x="5082703" y="3149087"/>
            <a:ext cx="228600" cy="1295400"/>
          </a:xfrm>
          <a:prstGeom prst="rightBrace">
            <a:avLst/>
          </a:prstGeom>
          <a:ln w="28575"/>
        </p:spPr>
        <p:style>
          <a:lnRef idx="3">
            <a:schemeClr val="accent6"/>
          </a:lnRef>
          <a:fillRef idx="0">
            <a:schemeClr val="accent6"/>
          </a:fillRef>
          <a:effectRef idx="2">
            <a:schemeClr val="accent6"/>
          </a:effectRef>
          <a:fontRef idx="minor">
            <a:schemeClr val="tx1"/>
          </a:fontRef>
        </p:style>
        <p:txBody>
          <a:bodyPr rtlCol="0" anchor="ctr"/>
          <a:lstStyle/>
          <a:p>
            <a:pPr algn="ctr"/>
            <a:endParaRPr lang="en-IN"/>
          </a:p>
        </p:txBody>
      </p:sp>
      <p:sp>
        <p:nvSpPr>
          <p:cNvPr id="5" name="Right Brace 4"/>
          <p:cNvSpPr/>
          <p:nvPr/>
        </p:nvSpPr>
        <p:spPr>
          <a:xfrm>
            <a:off x="5082703" y="4494619"/>
            <a:ext cx="228600" cy="1295400"/>
          </a:xfrm>
          <a:prstGeom prst="rightBrace">
            <a:avLst/>
          </a:prstGeom>
          <a:ln w="28575"/>
        </p:spPr>
        <p:style>
          <a:lnRef idx="3">
            <a:schemeClr val="accent6"/>
          </a:lnRef>
          <a:fillRef idx="0">
            <a:schemeClr val="accent6"/>
          </a:fillRef>
          <a:effectRef idx="2">
            <a:schemeClr val="accent6"/>
          </a:effectRef>
          <a:fontRef idx="minor">
            <a:schemeClr val="tx1"/>
          </a:fontRef>
        </p:style>
        <p:txBody>
          <a:bodyPr rtlCol="0" anchor="ctr"/>
          <a:lstStyle/>
          <a:p>
            <a:pPr algn="ctr"/>
            <a:endParaRPr lang="en-IN"/>
          </a:p>
        </p:txBody>
      </p:sp>
      <p:sp>
        <p:nvSpPr>
          <p:cNvPr id="6" name="Left Brace 5"/>
          <p:cNvSpPr/>
          <p:nvPr/>
        </p:nvSpPr>
        <p:spPr>
          <a:xfrm>
            <a:off x="2949103" y="3149087"/>
            <a:ext cx="304800" cy="2640932"/>
          </a:xfrm>
          <a:prstGeom prst="leftBrace">
            <a:avLst>
              <a:gd name="adj1" fmla="val 8333"/>
              <a:gd name="adj2" fmla="val 50289"/>
            </a:avLst>
          </a:prstGeom>
          <a:ln w="57150"/>
        </p:spPr>
        <p:style>
          <a:lnRef idx="3">
            <a:schemeClr val="accent6"/>
          </a:lnRef>
          <a:fillRef idx="0">
            <a:schemeClr val="accent6"/>
          </a:fillRef>
          <a:effectRef idx="2">
            <a:schemeClr val="accent6"/>
          </a:effectRef>
          <a:fontRef idx="minor">
            <a:schemeClr val="tx1"/>
          </a:fontRef>
        </p:style>
        <p:txBody>
          <a:bodyPr rtlCol="0" anchor="ctr"/>
          <a:lstStyle/>
          <a:p>
            <a:pPr algn="ctr"/>
            <a:endParaRPr lang="en-IN"/>
          </a:p>
        </p:txBody>
      </p:sp>
      <p:sp>
        <p:nvSpPr>
          <p:cNvPr id="7" name="Rounded Rectangular Callout 6"/>
          <p:cNvSpPr/>
          <p:nvPr/>
        </p:nvSpPr>
        <p:spPr>
          <a:xfrm>
            <a:off x="815503" y="3937156"/>
            <a:ext cx="1717508" cy="557463"/>
          </a:xfrm>
          <a:prstGeom prst="wedgeRoundRectCallout">
            <a:avLst>
              <a:gd name="adj1" fmla="val 69467"/>
              <a:gd name="adj2" fmla="val 48316"/>
              <a:gd name="adj3" fmla="val 16667"/>
            </a:avLst>
          </a:prstGeom>
          <a:solidFill>
            <a:schemeClr val="accent6">
              <a:lumMod val="20000"/>
              <a:lumOff val="80000"/>
            </a:schemeClr>
          </a:solidFill>
          <a:ln w="12700">
            <a:noFill/>
          </a:ln>
          <a:effectLst/>
        </p:spPr>
        <p:style>
          <a:lnRef idx="3">
            <a:schemeClr val="lt1"/>
          </a:lnRef>
          <a:fillRef idx="1">
            <a:schemeClr val="accent5"/>
          </a:fillRef>
          <a:effectRef idx="1">
            <a:schemeClr val="accent5"/>
          </a:effectRef>
          <a:fontRef idx="minor">
            <a:schemeClr val="lt1"/>
          </a:fontRef>
        </p:style>
        <p:txBody>
          <a:bodyPr rtlCol="0" anchor="ctr"/>
          <a:lstStyle/>
          <a:p>
            <a:pPr algn="ctr"/>
            <a:r>
              <a:rPr lang="en-US" sz="2400" dirty="0">
                <a:solidFill>
                  <a:schemeClr val="tx1"/>
                </a:solidFill>
              </a:rPr>
              <a:t>Transaction</a:t>
            </a:r>
            <a:endParaRPr lang="en-IN" sz="2400" dirty="0">
              <a:solidFill>
                <a:schemeClr val="tx1"/>
              </a:solidFill>
            </a:endParaRPr>
          </a:p>
        </p:txBody>
      </p:sp>
      <p:sp>
        <p:nvSpPr>
          <p:cNvPr id="8" name="Rounded Rectangle 7"/>
          <p:cNvSpPr/>
          <p:nvPr/>
        </p:nvSpPr>
        <p:spPr>
          <a:xfrm>
            <a:off x="6191614" y="4164753"/>
            <a:ext cx="1752600" cy="609600"/>
          </a:xfrm>
          <a:prstGeom prst="roundRect">
            <a:avLst/>
          </a:prstGeom>
          <a:solidFill>
            <a:schemeClr val="tx2">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Operations</a:t>
            </a:r>
            <a:endParaRPr lang="en-IN" dirty="0"/>
          </a:p>
        </p:txBody>
      </p:sp>
      <p:cxnSp>
        <p:nvCxnSpPr>
          <p:cNvPr id="9" name="Straight Arrow Connector 8"/>
          <p:cNvCxnSpPr>
            <a:stCxn id="8" idx="1"/>
          </p:cNvCxnSpPr>
          <p:nvPr/>
        </p:nvCxnSpPr>
        <p:spPr>
          <a:xfrm flipH="1" flipV="1">
            <a:off x="5311303" y="3790270"/>
            <a:ext cx="880311" cy="679283"/>
          </a:xfrm>
          <a:prstGeom prst="straightConnector1">
            <a:avLst/>
          </a:prstGeom>
          <a:ln w="19050">
            <a:solidFill>
              <a:schemeClr val="tx2"/>
            </a:solidFill>
            <a:tailEnd type="triangle"/>
          </a:ln>
        </p:spPr>
        <p:style>
          <a:lnRef idx="2">
            <a:schemeClr val="accent4"/>
          </a:lnRef>
          <a:fillRef idx="0">
            <a:schemeClr val="accent4"/>
          </a:fillRef>
          <a:effectRef idx="1">
            <a:schemeClr val="accent4"/>
          </a:effectRef>
          <a:fontRef idx="minor">
            <a:schemeClr val="tx1"/>
          </a:fontRef>
        </p:style>
      </p:cxnSp>
      <p:cxnSp>
        <p:nvCxnSpPr>
          <p:cNvPr id="10" name="Straight Arrow Connector 9"/>
          <p:cNvCxnSpPr>
            <a:stCxn id="8" idx="1"/>
          </p:cNvCxnSpPr>
          <p:nvPr/>
        </p:nvCxnSpPr>
        <p:spPr>
          <a:xfrm flipH="1">
            <a:off x="5311303" y="4469553"/>
            <a:ext cx="880311" cy="672766"/>
          </a:xfrm>
          <a:prstGeom prst="straightConnector1">
            <a:avLst/>
          </a:prstGeom>
          <a:ln w="19050">
            <a:solidFill>
              <a:schemeClr val="tx2"/>
            </a:solidFill>
            <a:tailEnd type="triangle"/>
          </a:ln>
        </p:spPr>
        <p:style>
          <a:lnRef idx="2">
            <a:schemeClr val="accent4"/>
          </a:lnRef>
          <a:fillRef idx="0">
            <a:schemeClr val="accent4"/>
          </a:fillRef>
          <a:effectRef idx="1">
            <a:schemeClr val="accent4"/>
          </a:effectRef>
          <a:fontRef idx="minor">
            <a:schemeClr val="tx1"/>
          </a:fontRef>
        </p:style>
      </p:cxnSp>
      <p:sp>
        <p:nvSpPr>
          <p:cNvPr id="11" name="Rounded Rectangle 10"/>
          <p:cNvSpPr/>
          <p:nvPr/>
        </p:nvSpPr>
        <p:spPr>
          <a:xfrm>
            <a:off x="2761611" y="2946556"/>
            <a:ext cx="2677378" cy="3048000"/>
          </a:xfrm>
          <a:prstGeom prst="roundRect">
            <a:avLst>
              <a:gd name="adj" fmla="val 4902"/>
            </a:avLst>
          </a:prstGeom>
          <a:noFill/>
          <a:ln>
            <a:solidFill>
              <a:schemeClr val="bg1">
                <a:lumMod val="5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12" name="Rounded Rectangular Callout 11"/>
          <p:cNvSpPr/>
          <p:nvPr/>
        </p:nvSpPr>
        <p:spPr>
          <a:xfrm>
            <a:off x="5997103" y="2184557"/>
            <a:ext cx="2438400" cy="879808"/>
          </a:xfrm>
          <a:prstGeom prst="wedgeRoundRectCallout">
            <a:avLst>
              <a:gd name="adj1" fmla="val -85465"/>
              <a:gd name="adj2" fmla="val 46911"/>
              <a:gd name="adj3" fmla="val 16667"/>
            </a:avLst>
          </a:prstGeom>
          <a:solidFill>
            <a:schemeClr val="accent3">
              <a:lumMod val="20000"/>
              <a:lumOff val="80000"/>
            </a:schemeClr>
          </a:solidFill>
          <a:ln w="12700">
            <a:solidFill>
              <a:schemeClr val="accent6">
                <a:lumMod val="75000"/>
              </a:schemeClr>
            </a:solidFill>
          </a:ln>
          <a:effectLst/>
        </p:spPr>
        <p:style>
          <a:lnRef idx="3">
            <a:schemeClr val="lt1"/>
          </a:lnRef>
          <a:fillRef idx="1">
            <a:schemeClr val="accent5"/>
          </a:fillRef>
          <a:effectRef idx="1">
            <a:schemeClr val="accent5"/>
          </a:effectRef>
          <a:fontRef idx="minor">
            <a:schemeClr val="lt1"/>
          </a:fontRef>
        </p:style>
        <p:txBody>
          <a:bodyPr rtlCol="0" anchor="ctr"/>
          <a:lstStyle/>
          <a:p>
            <a:pPr algn="ctr"/>
            <a:r>
              <a:rPr lang="en-US" sz="2400" dirty="0">
                <a:solidFill>
                  <a:schemeClr val="tx1"/>
                </a:solidFill>
              </a:rPr>
              <a:t>Works as a single logical unit</a:t>
            </a:r>
            <a:endParaRPr lang="en-IN" dirty="0">
              <a:solidFill>
                <a:schemeClr val="tx1"/>
              </a:solidFill>
            </a:endParaRPr>
          </a:p>
        </p:txBody>
      </p:sp>
      <p:sp>
        <p:nvSpPr>
          <p:cNvPr id="13" name="TextBox 12"/>
          <p:cNvSpPr txBox="1"/>
          <p:nvPr/>
        </p:nvSpPr>
        <p:spPr>
          <a:xfrm>
            <a:off x="3253903" y="3149087"/>
            <a:ext cx="1828800" cy="2677656"/>
          </a:xfrm>
          <a:prstGeom prst="rect">
            <a:avLst/>
          </a:prstGeom>
          <a:noFill/>
        </p:spPr>
        <p:txBody>
          <a:bodyPr wrap="square" rtlCol="0">
            <a:spAutoFit/>
          </a:bodyPr>
          <a:lstStyle/>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p:txBody>
      </p:sp>
      <p:sp>
        <p:nvSpPr>
          <p:cNvPr id="14" name="Rounded Rectangle 13"/>
          <p:cNvSpPr/>
          <p:nvPr/>
        </p:nvSpPr>
        <p:spPr>
          <a:xfrm>
            <a:off x="3253903" y="1376534"/>
            <a:ext cx="6784145" cy="457200"/>
          </a:xfrm>
          <a:prstGeom prst="roundRect">
            <a:avLst/>
          </a:prstGeom>
          <a:solidFill>
            <a:schemeClr val="accent1">
              <a:lumMod val="20000"/>
              <a:lumOff val="80000"/>
            </a:schemeClr>
          </a:solidFill>
          <a:ln w="12700">
            <a:solidFill>
              <a:schemeClr val="accent6">
                <a:lumMod val="75000"/>
              </a:schemeClr>
            </a:solidFill>
          </a:ln>
          <a:effectLst/>
        </p:spPr>
        <p:style>
          <a:lnRef idx="3">
            <a:schemeClr val="lt1"/>
          </a:lnRef>
          <a:fillRef idx="1">
            <a:schemeClr val="accent5"/>
          </a:fillRef>
          <a:effectRef idx="1">
            <a:schemeClr val="accent5"/>
          </a:effectRef>
          <a:fontRef idx="minor">
            <a:schemeClr val="lt1"/>
          </a:fontRef>
        </p:style>
        <p:txBody>
          <a:bodyPr rtlCol="0" anchor="ctr"/>
          <a:lstStyle/>
          <a:p>
            <a:pPr algn="ctr"/>
            <a:r>
              <a:rPr lang="en-US" sz="2400" dirty="0">
                <a:solidFill>
                  <a:schemeClr val="tx1"/>
                </a:solidFill>
              </a:rPr>
              <a:t>Want to transfer </a:t>
            </a:r>
            <a:r>
              <a:rPr lang="en-US" sz="2400" dirty="0" err="1">
                <a:solidFill>
                  <a:schemeClr val="tx1"/>
                </a:solidFill>
              </a:rPr>
              <a:t>Rs</a:t>
            </a:r>
            <a:r>
              <a:rPr lang="en-US" sz="2400" dirty="0">
                <a:solidFill>
                  <a:schemeClr val="tx1"/>
                </a:solidFill>
              </a:rPr>
              <a:t>. 50 from Account-A to Account-B</a:t>
            </a:r>
            <a:endParaRPr lang="en-IN" sz="2400" dirty="0">
              <a:solidFill>
                <a:schemeClr val="tx1"/>
              </a:solidFill>
            </a:endParaRPr>
          </a:p>
        </p:txBody>
      </p:sp>
    </p:spTree>
    <p:extLst>
      <p:ext uri="{BB962C8B-B14F-4D97-AF65-F5344CB8AC3E}">
        <p14:creationId xmlns:p14="http://schemas.microsoft.com/office/powerpoint/2010/main" val="141276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fade">
                                      <p:cBhvr>
                                        <p:cTn id="16" dur="500"/>
                                        <p:tgtEl>
                                          <p:spTgt spid="1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xEl>
                                              <p:pRg st="1" end="1"/>
                                            </p:txEl>
                                          </p:spTgt>
                                        </p:tgtEl>
                                        <p:attrNameLst>
                                          <p:attrName>style.visibility</p:attrName>
                                        </p:attrNameLst>
                                      </p:cBhvr>
                                      <p:to>
                                        <p:strVal val="visible"/>
                                      </p:to>
                                    </p:set>
                                    <p:animEffect transition="in" filter="fade">
                                      <p:cBhvr>
                                        <p:cTn id="21" dur="500"/>
                                        <p:tgtEl>
                                          <p:spTgt spid="1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
                                            <p:txEl>
                                              <p:pRg st="2" end="2"/>
                                            </p:txEl>
                                          </p:spTgt>
                                        </p:tgtEl>
                                        <p:attrNameLst>
                                          <p:attrName>style.visibility</p:attrName>
                                        </p:attrNameLst>
                                      </p:cBhvr>
                                      <p:to>
                                        <p:strVal val="visible"/>
                                      </p:to>
                                    </p:set>
                                    <p:animEffect transition="in" filter="fade">
                                      <p:cBhvr>
                                        <p:cTn id="26" dur="500"/>
                                        <p:tgtEl>
                                          <p:spTgt spid="1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xEl>
                                              <p:pRg st="3" end="3"/>
                                            </p:txEl>
                                          </p:spTgt>
                                        </p:tgtEl>
                                        <p:attrNameLst>
                                          <p:attrName>style.visibility</p:attrName>
                                        </p:attrNameLst>
                                      </p:cBhvr>
                                      <p:to>
                                        <p:strVal val="visible"/>
                                      </p:to>
                                    </p:set>
                                    <p:animEffect transition="in" filter="fade">
                                      <p:cBhvr>
                                        <p:cTn id="31" dur="500"/>
                                        <p:tgtEl>
                                          <p:spTgt spid="1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3">
                                            <p:txEl>
                                              <p:pRg st="4" end="4"/>
                                            </p:txEl>
                                          </p:spTgt>
                                        </p:tgtEl>
                                        <p:attrNameLst>
                                          <p:attrName>style.visibility</p:attrName>
                                        </p:attrNameLst>
                                      </p:cBhvr>
                                      <p:to>
                                        <p:strVal val="visible"/>
                                      </p:to>
                                    </p:set>
                                    <p:animEffect transition="in" filter="fade">
                                      <p:cBhvr>
                                        <p:cTn id="36" dur="500"/>
                                        <p:tgtEl>
                                          <p:spTgt spid="1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xEl>
                                              <p:pRg st="5" end="5"/>
                                            </p:txEl>
                                          </p:spTgt>
                                        </p:tgtEl>
                                        <p:attrNameLst>
                                          <p:attrName>style.visibility</p:attrName>
                                        </p:attrNameLst>
                                      </p:cBhvr>
                                      <p:to>
                                        <p:strVal val="visible"/>
                                      </p:to>
                                    </p:set>
                                    <p:animEffect transition="in" filter="fade">
                                      <p:cBhvr>
                                        <p:cTn id="41" dur="500"/>
                                        <p:tgtEl>
                                          <p:spTgt spid="13">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5"/>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9"/>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0"/>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6"/>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1" grpId="0" animBg="1"/>
      <p:bldP spid="12" grpId="0" animBg="1"/>
      <p:bldP spid="1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Steps	</a:t>
            </a:r>
          </a:p>
        </p:txBody>
      </p:sp>
      <p:sp>
        <p:nvSpPr>
          <p:cNvPr id="4" name="Rounded Rectangle 3">
            <a:extLst>
              <a:ext uri="{FF2B5EF4-FFF2-40B4-BE49-F238E27FC236}">
                <a16:creationId xmlns:a16="http://schemas.microsoft.com/office/drawing/2014/main" id="{3BE57A70-366E-0371-D5A7-8BE2F67E9836}"/>
              </a:ext>
            </a:extLst>
          </p:cNvPr>
          <p:cNvSpPr/>
          <p:nvPr/>
        </p:nvSpPr>
        <p:spPr>
          <a:xfrm>
            <a:off x="3816120" y="1240388"/>
            <a:ext cx="3209731" cy="654856"/>
          </a:xfrm>
          <a:prstGeom prst="roundRect">
            <a:avLst/>
          </a:prstGeom>
          <a:solidFill>
            <a:schemeClr val="bg1">
              <a:lumMod val="95000"/>
            </a:schemeClr>
          </a:solidFill>
          <a:ln w="19050">
            <a:solidFill>
              <a:schemeClr val="accent6"/>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Begins the Transaction</a:t>
            </a:r>
            <a:endParaRPr lang="en-GB" dirty="0">
              <a:solidFill>
                <a:schemeClr val="tx1"/>
              </a:solidFill>
            </a:endParaRPr>
          </a:p>
        </p:txBody>
      </p:sp>
      <p:sp>
        <p:nvSpPr>
          <p:cNvPr id="5" name="Rounded Rectangle 4">
            <a:extLst>
              <a:ext uri="{FF2B5EF4-FFF2-40B4-BE49-F238E27FC236}">
                <a16:creationId xmlns:a16="http://schemas.microsoft.com/office/drawing/2014/main" id="{15F093CA-9C34-7011-AAF9-075FFD31D729}"/>
              </a:ext>
            </a:extLst>
          </p:cNvPr>
          <p:cNvSpPr/>
          <p:nvPr/>
        </p:nvSpPr>
        <p:spPr>
          <a:xfrm>
            <a:off x="3816120" y="2162407"/>
            <a:ext cx="3209731" cy="654856"/>
          </a:xfrm>
          <a:prstGeom prst="roundRect">
            <a:avLst/>
          </a:prstGeom>
          <a:solidFill>
            <a:schemeClr val="accent5">
              <a:lumMod val="20000"/>
              <a:lumOff val="80000"/>
            </a:schemeClr>
          </a:solidFill>
          <a:ln w="19050">
            <a:solidFill>
              <a:schemeClr val="accent6"/>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Process database Commands</a:t>
            </a:r>
            <a:endParaRPr lang="en-GB" dirty="0">
              <a:solidFill>
                <a:schemeClr val="tx1"/>
              </a:solidFill>
            </a:endParaRPr>
          </a:p>
        </p:txBody>
      </p:sp>
      <p:cxnSp>
        <p:nvCxnSpPr>
          <p:cNvPr id="6" name="Straight Arrow Connector 5">
            <a:extLst>
              <a:ext uri="{FF2B5EF4-FFF2-40B4-BE49-F238E27FC236}">
                <a16:creationId xmlns:a16="http://schemas.microsoft.com/office/drawing/2014/main" id="{7EBFD389-728A-C2C0-E939-3B7B3415173A}"/>
              </a:ext>
            </a:extLst>
          </p:cNvPr>
          <p:cNvCxnSpPr/>
          <p:nvPr/>
        </p:nvCxnSpPr>
        <p:spPr>
          <a:xfrm>
            <a:off x="5416320" y="1895244"/>
            <a:ext cx="4666" cy="267163"/>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EBFD389-728A-C2C0-E939-3B7B3415173A}"/>
              </a:ext>
            </a:extLst>
          </p:cNvPr>
          <p:cNvCxnSpPr/>
          <p:nvPr/>
        </p:nvCxnSpPr>
        <p:spPr>
          <a:xfrm>
            <a:off x="5425649" y="2835924"/>
            <a:ext cx="4666" cy="267163"/>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Diamond 8"/>
          <p:cNvSpPr/>
          <p:nvPr/>
        </p:nvSpPr>
        <p:spPr>
          <a:xfrm>
            <a:off x="4518344" y="3121748"/>
            <a:ext cx="1795951" cy="1400175"/>
          </a:xfrm>
          <a:prstGeom prst="diamond">
            <a:avLst/>
          </a:prstGeom>
          <a:solidFill>
            <a:schemeClr val="tx2">
              <a:lumMod val="20000"/>
              <a:lumOff val="80000"/>
            </a:schemeClr>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 for Errors</a:t>
            </a:r>
          </a:p>
        </p:txBody>
      </p:sp>
      <p:cxnSp>
        <p:nvCxnSpPr>
          <p:cNvPr id="10" name="Straight Arrow Connector 9">
            <a:extLst>
              <a:ext uri="{FF2B5EF4-FFF2-40B4-BE49-F238E27FC236}">
                <a16:creationId xmlns:a16="http://schemas.microsoft.com/office/drawing/2014/main" id="{7EBFD389-728A-C2C0-E939-3B7B3415173A}"/>
              </a:ext>
            </a:extLst>
          </p:cNvPr>
          <p:cNvCxnSpPr/>
          <p:nvPr/>
        </p:nvCxnSpPr>
        <p:spPr>
          <a:xfrm>
            <a:off x="5411653" y="4530670"/>
            <a:ext cx="4666" cy="546155"/>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EBFD389-728A-C2C0-E939-3B7B3415173A}"/>
              </a:ext>
            </a:extLst>
          </p:cNvPr>
          <p:cNvCxnSpPr/>
          <p:nvPr/>
        </p:nvCxnSpPr>
        <p:spPr>
          <a:xfrm>
            <a:off x="6314295" y="3821835"/>
            <a:ext cx="711556" cy="0"/>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268464" y="3427093"/>
            <a:ext cx="771525" cy="369332"/>
          </a:xfrm>
          <a:prstGeom prst="rect">
            <a:avLst/>
          </a:prstGeom>
          <a:noFill/>
        </p:spPr>
        <p:txBody>
          <a:bodyPr wrap="square" rtlCol="0">
            <a:spAutoFit/>
          </a:bodyPr>
          <a:lstStyle/>
          <a:p>
            <a:r>
              <a:rPr lang="en-US" dirty="0"/>
              <a:t>Yes</a:t>
            </a:r>
          </a:p>
        </p:txBody>
      </p:sp>
      <p:sp>
        <p:nvSpPr>
          <p:cNvPr id="18" name="TextBox 17"/>
          <p:cNvSpPr txBox="1"/>
          <p:nvPr/>
        </p:nvSpPr>
        <p:spPr>
          <a:xfrm>
            <a:off x="5446934" y="4619081"/>
            <a:ext cx="771525" cy="369332"/>
          </a:xfrm>
          <a:prstGeom prst="rect">
            <a:avLst/>
          </a:prstGeom>
          <a:noFill/>
        </p:spPr>
        <p:txBody>
          <a:bodyPr wrap="square" rtlCol="0">
            <a:spAutoFit/>
          </a:bodyPr>
          <a:lstStyle/>
          <a:p>
            <a:r>
              <a:rPr lang="en-US" dirty="0"/>
              <a:t>No</a:t>
            </a:r>
          </a:p>
        </p:txBody>
      </p:sp>
      <p:sp>
        <p:nvSpPr>
          <p:cNvPr id="19" name="Rounded Rectangle 18">
            <a:extLst>
              <a:ext uri="{FF2B5EF4-FFF2-40B4-BE49-F238E27FC236}">
                <a16:creationId xmlns:a16="http://schemas.microsoft.com/office/drawing/2014/main" id="{15F093CA-9C34-7011-AAF9-075FFD31D729}"/>
              </a:ext>
            </a:extLst>
          </p:cNvPr>
          <p:cNvSpPr/>
          <p:nvPr/>
        </p:nvSpPr>
        <p:spPr>
          <a:xfrm>
            <a:off x="3842068" y="5089211"/>
            <a:ext cx="3209731" cy="654856"/>
          </a:xfrm>
          <a:prstGeom prst="roundRect">
            <a:avLst/>
          </a:prstGeom>
          <a:solidFill>
            <a:schemeClr val="accent3">
              <a:lumMod val="20000"/>
              <a:lumOff val="80000"/>
            </a:schemeClr>
          </a:solidFill>
          <a:ln w="19050">
            <a:solidFill>
              <a:schemeClr val="accent6"/>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Commit the Transaction</a:t>
            </a:r>
            <a:endParaRPr lang="en-GB" dirty="0">
              <a:solidFill>
                <a:schemeClr val="tx1"/>
              </a:solidFill>
            </a:endParaRPr>
          </a:p>
        </p:txBody>
      </p:sp>
      <p:sp>
        <p:nvSpPr>
          <p:cNvPr id="20" name="Rounded Rectangle 19">
            <a:extLst>
              <a:ext uri="{FF2B5EF4-FFF2-40B4-BE49-F238E27FC236}">
                <a16:creationId xmlns:a16="http://schemas.microsoft.com/office/drawing/2014/main" id="{15F093CA-9C34-7011-AAF9-075FFD31D729}"/>
              </a:ext>
            </a:extLst>
          </p:cNvPr>
          <p:cNvSpPr/>
          <p:nvPr/>
        </p:nvSpPr>
        <p:spPr>
          <a:xfrm>
            <a:off x="7051799" y="3473240"/>
            <a:ext cx="2579626" cy="654856"/>
          </a:xfrm>
          <a:prstGeom prst="roundRect">
            <a:avLst/>
          </a:prstGeom>
          <a:solidFill>
            <a:schemeClr val="accent6">
              <a:lumMod val="20000"/>
              <a:lumOff val="80000"/>
            </a:schemeClr>
          </a:solidFill>
          <a:ln w="19050">
            <a:solidFill>
              <a:schemeClr val="accent6"/>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Rollback the Transaction</a:t>
            </a:r>
            <a:endParaRPr lang="en-GB" dirty="0">
              <a:solidFill>
                <a:schemeClr val="tx1"/>
              </a:solidFill>
            </a:endParaRPr>
          </a:p>
        </p:txBody>
      </p:sp>
    </p:spTree>
    <p:extLst>
      <p:ext uri="{BB962C8B-B14F-4D97-AF65-F5344CB8AC3E}">
        <p14:creationId xmlns:p14="http://schemas.microsoft.com/office/powerpoint/2010/main" val="2279191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7" grpId="0"/>
      <p:bldP spid="18" grpId="0"/>
      <p:bldP spid="19" grpId="0" animBg="1"/>
      <p:bldP spid="2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solidFill>
                  <a:schemeClr val="tx2"/>
                </a:solidFill>
              </a:rPr>
              <a:t>ACID properties of transaction</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7453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ACID properties of transaction</a:t>
            </a:r>
          </a:p>
        </p:txBody>
      </p:sp>
      <p:sp>
        <p:nvSpPr>
          <p:cNvPr id="5" name="Content Placeholder 4"/>
          <p:cNvSpPr>
            <a:spLocks noGrp="1"/>
          </p:cNvSpPr>
          <p:nvPr>
            <p:ph idx="1"/>
          </p:nvPr>
        </p:nvSpPr>
        <p:spPr/>
        <p:txBody>
          <a:bodyPr/>
          <a:lstStyle/>
          <a:p>
            <a:r>
              <a:rPr lang="en-US" b="1" dirty="0">
                <a:solidFill>
                  <a:schemeClr val="tx2"/>
                </a:solidFill>
              </a:rPr>
              <a:t>A</a:t>
            </a:r>
            <a:r>
              <a:rPr lang="en-US" dirty="0"/>
              <a:t>tomicity  (</a:t>
            </a:r>
            <a:r>
              <a:rPr lang="en-US" b="1" dirty="0">
                <a:solidFill>
                  <a:schemeClr val="tx2"/>
                </a:solidFill>
              </a:rPr>
              <a:t>Either transaction execute 0% or 100%</a:t>
            </a:r>
            <a:r>
              <a:rPr lang="en-US" dirty="0"/>
              <a:t>)</a:t>
            </a:r>
          </a:p>
          <a:p>
            <a:r>
              <a:rPr lang="en-US" b="1" dirty="0">
                <a:solidFill>
                  <a:schemeClr val="tx2"/>
                </a:solidFill>
              </a:rPr>
              <a:t>C</a:t>
            </a:r>
            <a:r>
              <a:rPr lang="en-US" dirty="0"/>
              <a:t>onsistency (</a:t>
            </a:r>
            <a:r>
              <a:rPr lang="en-US" b="1" dirty="0">
                <a:solidFill>
                  <a:schemeClr val="tx2"/>
                </a:solidFill>
              </a:rPr>
              <a:t>Database must remain in a consistent state after any transaction</a:t>
            </a:r>
            <a:r>
              <a:rPr lang="en-US" dirty="0"/>
              <a:t>)</a:t>
            </a:r>
          </a:p>
          <a:p>
            <a:r>
              <a:rPr lang="en-US" b="1" dirty="0">
                <a:solidFill>
                  <a:schemeClr val="tx2"/>
                </a:solidFill>
              </a:rPr>
              <a:t>I</a:t>
            </a:r>
            <a:r>
              <a:rPr lang="en-US" dirty="0"/>
              <a:t>solation [Separation] (</a:t>
            </a:r>
            <a:r>
              <a:rPr lang="en-US" b="1" dirty="0">
                <a:solidFill>
                  <a:schemeClr val="tx2"/>
                </a:solidFill>
              </a:rPr>
              <a:t>Intermediate transaction results must be hidden from other concurrently executed transactions</a:t>
            </a:r>
            <a:r>
              <a:rPr lang="en-US" dirty="0"/>
              <a:t>)</a:t>
            </a:r>
          </a:p>
          <a:p>
            <a:r>
              <a:rPr lang="en-US" b="1" dirty="0">
                <a:solidFill>
                  <a:schemeClr val="tx2"/>
                </a:solidFill>
              </a:rPr>
              <a:t>D</a:t>
            </a:r>
            <a:r>
              <a:rPr lang="en-US" dirty="0"/>
              <a:t>urability (</a:t>
            </a:r>
            <a:r>
              <a:rPr lang="en-US" b="1" dirty="0">
                <a:solidFill>
                  <a:schemeClr val="tx2"/>
                </a:solidFill>
              </a:rPr>
              <a:t>Once a transaction completed successfully, the changes it has made into the database should be permanent</a:t>
            </a:r>
            <a:r>
              <a:rPr lang="en-US" dirty="0"/>
              <a:t>)</a:t>
            </a:r>
            <a:endParaRPr lang="en-GB" dirty="0"/>
          </a:p>
        </p:txBody>
      </p:sp>
    </p:spTree>
    <p:extLst>
      <p:ext uri="{BB962C8B-B14F-4D97-AF65-F5344CB8AC3E}">
        <p14:creationId xmlns:p14="http://schemas.microsoft.com/office/powerpoint/2010/main" val="4068802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A</a:t>
            </a:r>
            <a:r>
              <a:rPr lang="en-US" dirty="0"/>
              <a:t>CID properties of transaction (</a:t>
            </a:r>
            <a:r>
              <a:rPr lang="en-US" dirty="0">
                <a:solidFill>
                  <a:schemeClr val="tx2"/>
                </a:solidFill>
              </a:rPr>
              <a:t>Atomicity</a:t>
            </a:r>
            <a:r>
              <a:rPr lang="en-US" dirty="0"/>
              <a:t>)</a:t>
            </a:r>
          </a:p>
        </p:txBody>
      </p:sp>
      <p:sp>
        <p:nvSpPr>
          <p:cNvPr id="3" name="Content Placeholder 2"/>
          <p:cNvSpPr>
            <a:spLocks noGrp="1"/>
          </p:cNvSpPr>
          <p:nvPr>
            <p:ph idx="1"/>
          </p:nvPr>
        </p:nvSpPr>
        <p:spPr>
          <a:xfrm>
            <a:off x="131180" y="863444"/>
            <a:ext cx="8394255" cy="5590565"/>
          </a:xfrm>
        </p:spPr>
        <p:txBody>
          <a:bodyPr/>
          <a:lstStyle/>
          <a:p>
            <a:pPr>
              <a:buClr>
                <a:schemeClr val="tx2"/>
              </a:buClr>
            </a:pPr>
            <a:r>
              <a:rPr lang="en-US" dirty="0"/>
              <a:t>This property states that a </a:t>
            </a:r>
            <a:r>
              <a:rPr lang="en-US" b="1" dirty="0">
                <a:solidFill>
                  <a:schemeClr val="tx2"/>
                </a:solidFill>
              </a:rPr>
              <a:t>transaction must be treated as an atomic unit</a:t>
            </a:r>
            <a:r>
              <a:rPr lang="en-US" dirty="0"/>
              <a:t>, that is, </a:t>
            </a:r>
            <a:r>
              <a:rPr lang="en-US" b="1" dirty="0">
                <a:solidFill>
                  <a:schemeClr val="tx2"/>
                </a:solidFill>
              </a:rPr>
              <a:t>either all of its operations are executed or none</a:t>
            </a:r>
            <a:r>
              <a:rPr lang="en-US" dirty="0"/>
              <a:t>. </a:t>
            </a:r>
          </a:p>
          <a:p>
            <a:pPr>
              <a:buClr>
                <a:schemeClr val="tx2"/>
              </a:buClr>
            </a:pPr>
            <a:r>
              <a:rPr lang="en-US" b="1" dirty="0">
                <a:solidFill>
                  <a:schemeClr val="tx2"/>
                </a:solidFill>
              </a:rPr>
              <a:t>Either transaction execute 0% or 100%</a:t>
            </a:r>
            <a:r>
              <a:rPr lang="en-US" dirty="0"/>
              <a:t>.</a:t>
            </a:r>
          </a:p>
          <a:p>
            <a:pPr>
              <a:buClr>
                <a:schemeClr val="tx2"/>
              </a:buClr>
            </a:pPr>
            <a:r>
              <a:rPr lang="en-US" dirty="0"/>
              <a:t>For example, consider a transaction to transfer </a:t>
            </a:r>
            <a:r>
              <a:rPr lang="en-US" dirty="0" err="1"/>
              <a:t>Rs</a:t>
            </a:r>
            <a:r>
              <a:rPr lang="en-US" dirty="0"/>
              <a:t>. 50 from account A to account B.</a:t>
            </a:r>
          </a:p>
          <a:p>
            <a:pPr>
              <a:buClr>
                <a:schemeClr val="tx2"/>
              </a:buClr>
            </a:pPr>
            <a:r>
              <a:rPr lang="en-US" dirty="0"/>
              <a:t>In this transaction, if </a:t>
            </a:r>
            <a:r>
              <a:rPr lang="en-US" dirty="0" err="1"/>
              <a:t>Rs</a:t>
            </a:r>
            <a:r>
              <a:rPr lang="en-US" dirty="0"/>
              <a:t>. 50 is deducted from account A then it must be added to account B.</a:t>
            </a:r>
            <a:endParaRPr lang="en-GB" dirty="0"/>
          </a:p>
        </p:txBody>
      </p:sp>
      <p:sp>
        <p:nvSpPr>
          <p:cNvPr id="4" name="TextBox 3"/>
          <p:cNvSpPr txBox="1"/>
          <p:nvPr/>
        </p:nvSpPr>
        <p:spPr>
          <a:xfrm>
            <a:off x="9466729" y="1444143"/>
            <a:ext cx="1828800" cy="3539430"/>
          </a:xfrm>
          <a:prstGeom prst="rect">
            <a:avLst/>
          </a:prstGeom>
          <a:noFill/>
          <a:ln>
            <a:solidFill>
              <a:schemeClr val="bg1"/>
            </a:solidFill>
          </a:ln>
        </p:spPr>
        <p:txBody>
          <a:bodyPr wrap="square" rtlCol="0">
            <a:spAutoFit/>
          </a:bodyPr>
          <a:lstStyle/>
          <a:p>
            <a:pPr algn="ctr"/>
            <a:endParaRPr lang="en-US" sz="2800" b="1" dirty="0"/>
          </a:p>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a:p>
            <a:pPr algn="ctr"/>
            <a:endParaRPr lang="en-US" sz="2800" dirty="0"/>
          </a:p>
        </p:txBody>
      </p:sp>
      <p:sp>
        <p:nvSpPr>
          <p:cNvPr id="5" name="TextBox 4"/>
          <p:cNvSpPr txBox="1"/>
          <p:nvPr/>
        </p:nvSpPr>
        <p:spPr>
          <a:xfrm>
            <a:off x="10114429" y="1444143"/>
            <a:ext cx="533400" cy="369332"/>
          </a:xfrm>
          <a:prstGeom prst="rect">
            <a:avLst/>
          </a:prstGeom>
          <a:solidFill>
            <a:schemeClr val="tx2">
              <a:lumMod val="20000"/>
              <a:lumOff val="80000"/>
            </a:schemeClr>
          </a:solidFill>
          <a:ln>
            <a:solidFill>
              <a:schemeClr val="tx2">
                <a:lumMod val="20000"/>
                <a:lumOff val="80000"/>
              </a:schemeClr>
            </a:solid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dirty="0"/>
              <a:t>0%</a:t>
            </a:r>
            <a:endParaRPr lang="en-IN" dirty="0"/>
          </a:p>
        </p:txBody>
      </p:sp>
      <p:sp>
        <p:nvSpPr>
          <p:cNvPr id="6" name="TextBox 5"/>
          <p:cNvSpPr txBox="1"/>
          <p:nvPr/>
        </p:nvSpPr>
        <p:spPr>
          <a:xfrm>
            <a:off x="9990604" y="4605276"/>
            <a:ext cx="781050" cy="369332"/>
          </a:xfrm>
          <a:prstGeom prst="rect">
            <a:avLst/>
          </a:prstGeom>
          <a:solidFill>
            <a:schemeClr val="tx2">
              <a:lumMod val="20000"/>
              <a:lumOff val="80000"/>
            </a:schemeClr>
          </a:solidFill>
          <a:ln>
            <a:solidFill>
              <a:schemeClr val="tx2">
                <a:lumMod val="20000"/>
                <a:lumOff val="80000"/>
              </a:schemeClr>
            </a:solid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dirty="0"/>
              <a:t>100%</a:t>
            </a:r>
            <a:endParaRPr lang="en-IN" dirty="0"/>
          </a:p>
        </p:txBody>
      </p:sp>
      <p:sp>
        <p:nvSpPr>
          <p:cNvPr id="7" name="TextBox 6"/>
          <p:cNvSpPr txBox="1"/>
          <p:nvPr/>
        </p:nvSpPr>
        <p:spPr>
          <a:xfrm>
            <a:off x="11182003" y="3032479"/>
            <a:ext cx="590550"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t>FAIL</a:t>
            </a:r>
            <a:endParaRPr lang="en-IN" dirty="0"/>
          </a:p>
        </p:txBody>
      </p:sp>
      <p:cxnSp>
        <p:nvCxnSpPr>
          <p:cNvPr id="8" name="Straight Connector 7"/>
          <p:cNvCxnSpPr/>
          <p:nvPr/>
        </p:nvCxnSpPr>
        <p:spPr>
          <a:xfrm flipH="1">
            <a:off x="9410973" y="3212427"/>
            <a:ext cx="781050" cy="0"/>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9" name="Elbow Connector 8"/>
          <p:cNvCxnSpPr/>
          <p:nvPr/>
        </p:nvCxnSpPr>
        <p:spPr>
          <a:xfrm rot="5400000" flipH="1" flipV="1">
            <a:off x="8967173" y="2072610"/>
            <a:ext cx="1591056" cy="703455"/>
          </a:xfrm>
          <a:prstGeom prst="bentConnector3">
            <a:avLst>
              <a:gd name="adj1" fmla="val 100122"/>
            </a:avLst>
          </a:prstGeom>
          <a:ln w="28575">
            <a:solidFill>
              <a:schemeClr val="tx2"/>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p:cNvCxnSpPr/>
          <p:nvPr/>
        </p:nvCxnSpPr>
        <p:spPr>
          <a:xfrm flipH="1" flipV="1">
            <a:off x="10757758" y="3215260"/>
            <a:ext cx="419874" cy="3771"/>
          </a:xfrm>
          <a:prstGeom prst="straightConnector1">
            <a:avLst/>
          </a:prstGeom>
          <a:ln w="28575">
            <a:solidFill>
              <a:schemeClr val="tx2"/>
            </a:solidFill>
            <a:tailEnd type="triangle"/>
          </a:ln>
        </p:spPr>
        <p:style>
          <a:lnRef idx="1">
            <a:schemeClr val="accent2"/>
          </a:lnRef>
          <a:fillRef idx="0">
            <a:schemeClr val="accent2"/>
          </a:fillRef>
          <a:effectRef idx="0">
            <a:schemeClr val="accent2"/>
          </a:effectRef>
          <a:fontRef idx="minor">
            <a:schemeClr val="tx1"/>
          </a:fontRef>
        </p:style>
      </p:cxnSp>
      <p:cxnSp>
        <p:nvCxnSpPr>
          <p:cNvPr id="14" name="Straight Connector 13"/>
          <p:cNvCxnSpPr/>
          <p:nvPr/>
        </p:nvCxnSpPr>
        <p:spPr>
          <a:xfrm flipH="1">
            <a:off x="8948033" y="863444"/>
            <a:ext cx="13447" cy="429768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414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fade">
                                      <p:cBhvr>
                                        <p:cTn id="25" dur="500"/>
                                        <p:tgtEl>
                                          <p:spTgt spid="4">
                                            <p:txEl>
                                              <p:p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Effect transition="in" filter="fade">
                                      <p:cBhvr>
                                        <p:cTn id="31" dur="500"/>
                                        <p:tgtEl>
                                          <p:spTgt spid="4">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fade">
                                      <p:cBhvr>
                                        <p:cTn id="34" dur="500"/>
                                        <p:tgtEl>
                                          <p:spTgt spid="4">
                                            <p:txEl>
                                              <p:pRg st="4" end="4"/>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500"/>
                                        <p:tgtEl>
                                          <p:spTgt spid="4">
                                            <p:txEl>
                                              <p:pRg st="5" end="5"/>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6" end="6"/>
                                            </p:txEl>
                                          </p:spTgt>
                                        </p:tgtEl>
                                        <p:attrNameLst>
                                          <p:attrName>style.visibility</p:attrName>
                                        </p:attrNameLst>
                                      </p:cBhvr>
                                      <p:to>
                                        <p:strVal val="visible"/>
                                      </p:to>
                                    </p:set>
                                    <p:animEffect transition="in" filter="fade">
                                      <p:cBhvr>
                                        <p:cTn id="40" dur="500"/>
                                        <p:tgtEl>
                                          <p:spTgt spid="4">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down)">
                                      <p:cBhvr>
                                        <p:cTn id="57" dur="500"/>
                                        <p:tgtEl>
                                          <p:spTgt spid="9"/>
                                        </p:tgtEl>
                                      </p:cBhvr>
                                    </p:animEffect>
                                  </p:childTnLst>
                                </p:cTn>
                              </p:par>
                              <p:par>
                                <p:cTn id="58" presetID="22" presetClass="entr" presetSubtype="4" fill="hold"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wipe(down)">
                                      <p:cBhvr>
                                        <p:cTn id="60" dur="500"/>
                                        <p:tgtEl>
                                          <p:spTgt spid="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
                                            <p:txEl>
                                              <p:pRg st="3" end="3"/>
                                            </p:txEl>
                                          </p:spTgt>
                                        </p:tgtEl>
                                        <p:attrNameLst>
                                          <p:attrName>style.visibility</p:attrName>
                                        </p:attrNameLst>
                                      </p:cBhvr>
                                      <p:to>
                                        <p:strVal val="visible"/>
                                      </p:to>
                                    </p:set>
                                    <p:animEffect transition="in" filter="fade">
                                      <p:cBhvr>
                                        <p:cTn id="6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A</a:t>
            </a:r>
            <a:r>
              <a:rPr lang="en-US" dirty="0">
                <a:solidFill>
                  <a:schemeClr val="tx2"/>
                </a:solidFill>
              </a:rPr>
              <a:t>C</a:t>
            </a:r>
            <a:r>
              <a:rPr lang="en-US" dirty="0"/>
              <a:t>ID properties of transaction (</a:t>
            </a:r>
            <a:r>
              <a:rPr lang="en-US" dirty="0">
                <a:solidFill>
                  <a:schemeClr val="tx2"/>
                </a:solidFill>
              </a:rPr>
              <a:t>Consistency</a:t>
            </a:r>
            <a:r>
              <a:rPr lang="en-US" dirty="0"/>
              <a:t>)</a:t>
            </a:r>
          </a:p>
        </p:txBody>
      </p:sp>
      <p:sp>
        <p:nvSpPr>
          <p:cNvPr id="3" name="Content Placeholder 2"/>
          <p:cNvSpPr>
            <a:spLocks noGrp="1"/>
          </p:cNvSpPr>
          <p:nvPr>
            <p:ph idx="1"/>
          </p:nvPr>
        </p:nvSpPr>
        <p:spPr>
          <a:xfrm>
            <a:off x="131180" y="863444"/>
            <a:ext cx="8394255" cy="5590565"/>
          </a:xfrm>
        </p:spPr>
        <p:txBody>
          <a:bodyPr/>
          <a:lstStyle/>
          <a:p>
            <a:pPr>
              <a:buClr>
                <a:schemeClr val="tx2"/>
              </a:buClr>
            </a:pPr>
            <a:r>
              <a:rPr lang="en-US" dirty="0"/>
              <a:t>The </a:t>
            </a:r>
            <a:r>
              <a:rPr lang="en-US" b="1" dirty="0">
                <a:solidFill>
                  <a:schemeClr val="tx2"/>
                </a:solidFill>
              </a:rPr>
              <a:t>database must remain in a consistent state </a:t>
            </a:r>
            <a:r>
              <a:rPr lang="en-US" dirty="0"/>
              <a:t>after any transaction.</a:t>
            </a:r>
          </a:p>
          <a:p>
            <a:pPr>
              <a:buClr>
                <a:schemeClr val="tx2"/>
              </a:buClr>
            </a:pPr>
            <a:r>
              <a:rPr lang="en-US" dirty="0"/>
              <a:t>If the database was in a consistent state before the execution of a transaction, it must remain consistent after the execution of the transaction as well.</a:t>
            </a:r>
          </a:p>
          <a:p>
            <a:pPr>
              <a:buClr>
                <a:schemeClr val="tx2"/>
              </a:buClr>
            </a:pPr>
            <a:r>
              <a:rPr lang="en-US" dirty="0"/>
              <a:t>In our example, total of A and B must remain same before and after the execution of transaction.</a:t>
            </a:r>
            <a:endParaRPr lang="en-GB" dirty="0"/>
          </a:p>
        </p:txBody>
      </p:sp>
      <p:sp>
        <p:nvSpPr>
          <p:cNvPr id="4" name="TextBox 3"/>
          <p:cNvSpPr txBox="1"/>
          <p:nvPr/>
        </p:nvSpPr>
        <p:spPr>
          <a:xfrm>
            <a:off x="9466729" y="867367"/>
            <a:ext cx="1828800" cy="4524315"/>
          </a:xfrm>
          <a:prstGeom prst="rect">
            <a:avLst/>
          </a:prstGeom>
          <a:noFill/>
          <a:ln>
            <a:solidFill>
              <a:schemeClr val="bg1"/>
            </a:solidFill>
          </a:ln>
        </p:spPr>
        <p:txBody>
          <a:bodyPr wrap="square" rtlCol="0">
            <a:spAutoFit/>
          </a:bodyPr>
          <a:lstStyle/>
          <a:p>
            <a:pPr algn="ctr"/>
            <a:r>
              <a:rPr lang="en-US" sz="2000" dirty="0">
                <a:solidFill>
                  <a:schemeClr val="tx2"/>
                </a:solidFill>
              </a:rPr>
              <a:t>A=500, B=500</a:t>
            </a:r>
          </a:p>
          <a:p>
            <a:pPr algn="ctr"/>
            <a:r>
              <a:rPr lang="en-US" sz="2000" dirty="0">
                <a:solidFill>
                  <a:schemeClr val="tx2"/>
                </a:solidFill>
              </a:rPr>
              <a:t>A+B=1000</a:t>
            </a:r>
          </a:p>
          <a:p>
            <a:pPr algn="ctr"/>
            <a:endParaRPr lang="en-US" sz="2000" dirty="0"/>
          </a:p>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a:p>
            <a:pPr algn="ctr"/>
            <a:endParaRPr lang="en-US" sz="2000" dirty="0"/>
          </a:p>
          <a:p>
            <a:pPr algn="ctr"/>
            <a:r>
              <a:rPr lang="en-US" sz="2000" dirty="0">
                <a:solidFill>
                  <a:schemeClr val="tx2"/>
                </a:solidFill>
              </a:rPr>
              <a:t>A=450, B=550</a:t>
            </a:r>
          </a:p>
          <a:p>
            <a:pPr algn="ctr"/>
            <a:r>
              <a:rPr lang="en-US" sz="2000" dirty="0">
                <a:solidFill>
                  <a:schemeClr val="tx2"/>
                </a:solidFill>
              </a:rPr>
              <a:t>A+B=1000</a:t>
            </a:r>
          </a:p>
        </p:txBody>
      </p:sp>
      <p:cxnSp>
        <p:nvCxnSpPr>
          <p:cNvPr id="14" name="Straight Connector 13"/>
          <p:cNvCxnSpPr/>
          <p:nvPr/>
        </p:nvCxnSpPr>
        <p:spPr>
          <a:xfrm flipH="1">
            <a:off x="8948033" y="863444"/>
            <a:ext cx="13447" cy="457200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29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fade">
                                      <p:cBhvr>
                                        <p:cTn id="25" dur="500"/>
                                        <p:tgtEl>
                                          <p:spTgt spid="4">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500"/>
                                        <p:tgtEl>
                                          <p:spTgt spid="4">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Effect transition="in" filter="fade">
                                      <p:cBhvr>
                                        <p:cTn id="31" dur="500"/>
                                        <p:tgtEl>
                                          <p:spTgt spid="4">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6" end="6"/>
                                            </p:txEl>
                                          </p:spTgt>
                                        </p:tgtEl>
                                        <p:attrNameLst>
                                          <p:attrName>style.visibility</p:attrName>
                                        </p:attrNameLst>
                                      </p:cBhvr>
                                      <p:to>
                                        <p:strVal val="visible"/>
                                      </p:to>
                                    </p:set>
                                    <p:animEffect transition="in" filter="fade">
                                      <p:cBhvr>
                                        <p:cTn id="34" dur="500"/>
                                        <p:tgtEl>
                                          <p:spTgt spid="4">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500"/>
                                        <p:tgtEl>
                                          <p:spTgt spid="4">
                                            <p:txEl>
                                              <p:pRg st="7" end="7"/>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8" end="8"/>
                                            </p:txEl>
                                          </p:spTgt>
                                        </p:tgtEl>
                                        <p:attrNameLst>
                                          <p:attrName>style.visibility</p:attrName>
                                        </p:attrNameLst>
                                      </p:cBhvr>
                                      <p:to>
                                        <p:strVal val="visible"/>
                                      </p:to>
                                    </p:set>
                                    <p:animEffect transition="in" filter="fade">
                                      <p:cBhvr>
                                        <p:cTn id="40" dur="500"/>
                                        <p:tgtEl>
                                          <p:spTgt spid="4">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0" end="0"/>
                                            </p:txEl>
                                          </p:spTgt>
                                        </p:tgtEl>
                                        <p:attrNameLst>
                                          <p:attrName>style.visibility</p:attrName>
                                        </p:attrNameLst>
                                      </p:cBhvr>
                                      <p:to>
                                        <p:strVal val="visible"/>
                                      </p:to>
                                    </p:set>
                                    <p:animEffect transition="in" filter="fade">
                                      <p:cBhvr>
                                        <p:cTn id="45" dur="500"/>
                                        <p:tgtEl>
                                          <p:spTgt spid="4">
                                            <p:txEl>
                                              <p:pRg st="0" end="0"/>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4">
                                            <p:txEl>
                                              <p:pRg st="1" end="1"/>
                                            </p:txEl>
                                          </p:spTgt>
                                        </p:tgtEl>
                                        <p:attrNameLst>
                                          <p:attrName>style.visibility</p:attrName>
                                        </p:attrNameLst>
                                      </p:cBhvr>
                                      <p:to>
                                        <p:strVal val="visible"/>
                                      </p:to>
                                    </p:set>
                                    <p:animEffect transition="in" filter="fade">
                                      <p:cBhvr>
                                        <p:cTn id="48" dur="500"/>
                                        <p:tgtEl>
                                          <p:spTgt spid="4">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4">
                                            <p:txEl>
                                              <p:pRg st="10" end="10"/>
                                            </p:txEl>
                                          </p:spTgt>
                                        </p:tgtEl>
                                        <p:attrNameLst>
                                          <p:attrName>style.visibility</p:attrName>
                                        </p:attrNameLst>
                                      </p:cBhvr>
                                      <p:to>
                                        <p:strVal val="visible"/>
                                      </p:to>
                                    </p:set>
                                    <p:animEffect transition="in" filter="fade">
                                      <p:cBhvr>
                                        <p:cTn id="53" dur="500"/>
                                        <p:tgtEl>
                                          <p:spTgt spid="4">
                                            <p:txEl>
                                              <p:pRg st="10" end="10"/>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4">
                                            <p:txEl>
                                              <p:pRg st="11" end="11"/>
                                            </p:txEl>
                                          </p:spTgt>
                                        </p:tgtEl>
                                        <p:attrNameLst>
                                          <p:attrName>style.visibility</p:attrName>
                                        </p:attrNameLst>
                                      </p:cBhvr>
                                      <p:to>
                                        <p:strVal val="visible"/>
                                      </p:to>
                                    </p:set>
                                    <p:animEffect transition="in" filter="fade">
                                      <p:cBhvr>
                                        <p:cTn id="56"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AC</a:t>
            </a:r>
            <a:r>
              <a:rPr lang="en-US" dirty="0">
                <a:solidFill>
                  <a:schemeClr val="tx2"/>
                </a:solidFill>
              </a:rPr>
              <a:t>I</a:t>
            </a:r>
            <a:r>
              <a:rPr lang="en-US" dirty="0"/>
              <a:t>D properties of transaction (</a:t>
            </a:r>
            <a:r>
              <a:rPr lang="en-US" dirty="0">
                <a:solidFill>
                  <a:schemeClr val="tx2"/>
                </a:solidFill>
              </a:rPr>
              <a:t>Isolation</a:t>
            </a:r>
            <a:r>
              <a:rPr lang="en-US" dirty="0"/>
              <a:t>)</a:t>
            </a:r>
          </a:p>
        </p:txBody>
      </p:sp>
      <p:sp>
        <p:nvSpPr>
          <p:cNvPr id="3" name="Content Placeholder 2"/>
          <p:cNvSpPr>
            <a:spLocks noGrp="1"/>
          </p:cNvSpPr>
          <p:nvPr>
            <p:ph idx="1"/>
          </p:nvPr>
        </p:nvSpPr>
        <p:spPr>
          <a:xfrm>
            <a:off x="131180" y="863444"/>
            <a:ext cx="8394255" cy="5590565"/>
          </a:xfrm>
        </p:spPr>
        <p:txBody>
          <a:bodyPr/>
          <a:lstStyle/>
          <a:p>
            <a:pPr>
              <a:buClr>
                <a:schemeClr val="tx2"/>
              </a:buClr>
            </a:pPr>
            <a:r>
              <a:rPr lang="en-US" b="1" dirty="0">
                <a:solidFill>
                  <a:schemeClr val="tx2"/>
                </a:solidFill>
              </a:rPr>
              <a:t>Changes occurring in a particular transaction will not be visible to any other transaction until it has been committed</a:t>
            </a:r>
            <a:r>
              <a:rPr lang="en-US" dirty="0"/>
              <a:t>.</a:t>
            </a:r>
          </a:p>
          <a:p>
            <a:pPr>
              <a:buClr>
                <a:schemeClr val="tx2"/>
              </a:buClr>
            </a:pPr>
            <a:r>
              <a:rPr lang="en-US" b="1" dirty="0">
                <a:solidFill>
                  <a:schemeClr val="tx2"/>
                </a:solidFill>
              </a:rPr>
              <a:t>Intermediate transaction results must be hidden </a:t>
            </a:r>
            <a:r>
              <a:rPr lang="en-US" dirty="0"/>
              <a:t>from other concurrently executed transactions.  </a:t>
            </a:r>
          </a:p>
          <a:p>
            <a:pPr>
              <a:buClr>
                <a:schemeClr val="tx2"/>
              </a:buClr>
            </a:pPr>
            <a:r>
              <a:rPr lang="en-US" dirty="0"/>
              <a:t>In our example once our transaction starts from first step (step 1) its result should not be access by any other transaction until last step (step 6) is completed.</a:t>
            </a:r>
            <a:endParaRPr lang="en-GB" dirty="0"/>
          </a:p>
        </p:txBody>
      </p:sp>
      <p:sp>
        <p:nvSpPr>
          <p:cNvPr id="4" name="TextBox 3"/>
          <p:cNvSpPr txBox="1"/>
          <p:nvPr/>
        </p:nvSpPr>
        <p:spPr>
          <a:xfrm>
            <a:off x="9516259" y="1539717"/>
            <a:ext cx="1828800" cy="2677656"/>
          </a:xfrm>
          <a:prstGeom prst="rect">
            <a:avLst/>
          </a:prstGeom>
          <a:noFill/>
          <a:ln w="28575">
            <a:solidFill>
              <a:schemeClr val="tx2"/>
            </a:solidFill>
          </a:ln>
        </p:spPr>
        <p:txBody>
          <a:bodyPr wrap="square" rtlCol="0">
            <a:spAutoFit/>
          </a:bodyPr>
          <a:lstStyle/>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p:txBody>
      </p:sp>
      <p:cxnSp>
        <p:nvCxnSpPr>
          <p:cNvPr id="14" name="Straight Connector 13"/>
          <p:cNvCxnSpPr/>
          <p:nvPr/>
        </p:nvCxnSpPr>
        <p:spPr>
          <a:xfrm flipH="1">
            <a:off x="8948033" y="893859"/>
            <a:ext cx="13447" cy="347472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60698" y="2484386"/>
            <a:ext cx="640080" cy="640080"/>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48033" y="1169035"/>
            <a:ext cx="640080" cy="640080"/>
          </a:xfrm>
          <a:prstGeom prst="rect">
            <a:avLst/>
          </a:prstGeom>
        </p:spPr>
      </p:pic>
      <p:cxnSp>
        <p:nvCxnSpPr>
          <p:cNvPr id="8" name="Straight Arrow Connector 7"/>
          <p:cNvCxnSpPr/>
          <p:nvPr/>
        </p:nvCxnSpPr>
        <p:spPr>
          <a:xfrm flipH="1">
            <a:off x="10717406" y="2880360"/>
            <a:ext cx="655318" cy="266"/>
          </a:xfrm>
          <a:prstGeom prst="straightConnector1">
            <a:avLst/>
          </a:prstGeom>
          <a:ln w="28575">
            <a:solidFill>
              <a:schemeClr val="tx2"/>
            </a:solidFill>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p:cNvCxnSpPr/>
          <p:nvPr/>
        </p:nvCxnSpPr>
        <p:spPr>
          <a:xfrm flipV="1">
            <a:off x="9451490" y="1485900"/>
            <a:ext cx="339089" cy="4967"/>
          </a:xfrm>
          <a:prstGeom prst="straightConnector1">
            <a:avLst/>
          </a:prstGeom>
          <a:ln w="28575">
            <a:solidFill>
              <a:schemeClr val="tx2"/>
            </a:solidFill>
            <a:tailEnd type="triangle"/>
          </a:ln>
        </p:spPr>
        <p:style>
          <a:lnRef idx="1">
            <a:schemeClr val="accent2"/>
          </a:lnRef>
          <a:fillRef idx="0">
            <a:schemeClr val="accent2"/>
          </a:fillRef>
          <a:effectRef idx="0">
            <a:schemeClr val="accent2"/>
          </a:effectRef>
          <a:fontRef idx="minor">
            <a:schemeClr val="tx1"/>
          </a:fontRef>
        </p:style>
      </p:cxnSp>
      <p:sp>
        <p:nvSpPr>
          <p:cNvPr id="11" name="Multiply 10"/>
          <p:cNvSpPr/>
          <p:nvPr/>
        </p:nvSpPr>
        <p:spPr>
          <a:xfrm>
            <a:off x="10948855" y="2641475"/>
            <a:ext cx="346674" cy="478301"/>
          </a:xfrm>
          <a:prstGeom prst="mathMultiply">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60698" y="3815346"/>
            <a:ext cx="640080" cy="640080"/>
          </a:xfrm>
          <a:prstGeom prst="rect">
            <a:avLst/>
          </a:prstGeom>
        </p:spPr>
      </p:pic>
      <p:cxnSp>
        <p:nvCxnSpPr>
          <p:cNvPr id="16" name="Straight Arrow Connector 15"/>
          <p:cNvCxnSpPr/>
          <p:nvPr/>
        </p:nvCxnSpPr>
        <p:spPr>
          <a:xfrm flipH="1">
            <a:off x="10717405" y="4203966"/>
            <a:ext cx="655319" cy="7620"/>
          </a:xfrm>
          <a:prstGeom prst="straightConnector1">
            <a:avLst/>
          </a:prstGeom>
          <a:ln w="28575">
            <a:solidFill>
              <a:schemeClr val="tx2"/>
            </a:solidFill>
            <a:tailEnd type="triangle"/>
          </a:ln>
        </p:spPr>
        <p:style>
          <a:lnRef idx="1">
            <a:schemeClr val="accent2"/>
          </a:lnRef>
          <a:fillRef idx="0">
            <a:schemeClr val="accent2"/>
          </a:fillRef>
          <a:effectRef idx="0">
            <a:schemeClr val="accent2"/>
          </a:effectRef>
          <a:fontRef idx="minor">
            <a:schemeClr val="tx1"/>
          </a:fontRef>
        </p:style>
      </p:cxnSp>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29769" y="4017449"/>
            <a:ext cx="365760" cy="365760"/>
          </a:xfrm>
          <a:prstGeom prst="rect">
            <a:avLst/>
          </a:prstGeom>
        </p:spPr>
      </p:pic>
      <p:sp>
        <p:nvSpPr>
          <p:cNvPr id="20" name="TextBox 19"/>
          <p:cNvSpPr txBox="1"/>
          <p:nvPr/>
        </p:nvSpPr>
        <p:spPr>
          <a:xfrm>
            <a:off x="9790579" y="893859"/>
            <a:ext cx="1280160" cy="646331"/>
          </a:xfrm>
          <a:prstGeom prst="rect">
            <a:avLst/>
          </a:prstGeom>
          <a:solidFill>
            <a:schemeClr val="tx2">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dirty="0"/>
              <a:t>Start </a:t>
            </a:r>
          </a:p>
          <a:p>
            <a:pPr algn="ctr"/>
            <a:r>
              <a:rPr lang="en-US" dirty="0"/>
              <a:t>Transaction</a:t>
            </a:r>
            <a:endParaRPr lang="en-IN" dirty="0"/>
          </a:p>
        </p:txBody>
      </p:sp>
    </p:spTree>
    <p:extLst>
      <p:ext uri="{BB962C8B-B14F-4D97-AF65-F5344CB8AC3E}">
        <p14:creationId xmlns:p14="http://schemas.microsoft.com/office/powerpoint/2010/main" val="1604940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animEffect transition="in" filter="fade">
                                      <p:cBhvr>
                                        <p:cTn id="35" dur="500"/>
                                        <p:tgtEl>
                                          <p:spTgt spid="4">
                                            <p:txEl>
                                              <p:pRg st="0" end="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1" end="1"/>
                                            </p:txEl>
                                          </p:spTgt>
                                        </p:tgtEl>
                                        <p:attrNameLst>
                                          <p:attrName>style.visibility</p:attrName>
                                        </p:attrNameLst>
                                      </p:cBhvr>
                                      <p:to>
                                        <p:strVal val="visible"/>
                                      </p:to>
                                    </p:set>
                                    <p:animEffect transition="in" filter="fade">
                                      <p:cBhvr>
                                        <p:cTn id="38" dur="500"/>
                                        <p:tgtEl>
                                          <p:spTgt spid="4">
                                            <p:txEl>
                                              <p:pRg st="1" end="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Effect transition="in" filter="fade">
                                      <p:cBhvr>
                                        <p:cTn id="41" dur="500"/>
                                        <p:tgtEl>
                                          <p:spTgt spid="4">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500"/>
                                        <p:tgtEl>
                                          <p:spTgt spid="6"/>
                                        </p:tgtEl>
                                      </p:cBhvr>
                                    </p:animEffect>
                                  </p:childTnLst>
                                </p:cTn>
                              </p:par>
                              <p:par>
                                <p:cTn id="47" presetID="10" presetClass="entr" presetSubtype="0" fill="hold"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
                                            <p:txEl>
                                              <p:pRg st="3" end="3"/>
                                            </p:txEl>
                                          </p:spTgt>
                                        </p:tgtEl>
                                        <p:attrNameLst>
                                          <p:attrName>style.visibility</p:attrName>
                                        </p:attrNameLst>
                                      </p:cBhvr>
                                      <p:to>
                                        <p:strVal val="visible"/>
                                      </p:to>
                                    </p:set>
                                    <p:animEffect transition="in" filter="fade">
                                      <p:cBhvr>
                                        <p:cTn id="59" dur="500"/>
                                        <p:tgtEl>
                                          <p:spTgt spid="4">
                                            <p:txEl>
                                              <p:pRg st="3" end="3"/>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4">
                                            <p:txEl>
                                              <p:pRg st="4" end="4"/>
                                            </p:txEl>
                                          </p:spTgt>
                                        </p:tgtEl>
                                        <p:attrNameLst>
                                          <p:attrName>style.visibility</p:attrName>
                                        </p:attrNameLst>
                                      </p:cBhvr>
                                      <p:to>
                                        <p:strVal val="visible"/>
                                      </p:to>
                                    </p:set>
                                    <p:animEffect transition="in" filter="fade">
                                      <p:cBhvr>
                                        <p:cTn id="62" dur="500"/>
                                        <p:tgtEl>
                                          <p:spTgt spid="4">
                                            <p:txEl>
                                              <p:pRg st="4" end="4"/>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4">
                                            <p:txEl>
                                              <p:pRg st="5" end="5"/>
                                            </p:txEl>
                                          </p:spTgt>
                                        </p:tgtEl>
                                        <p:attrNameLst>
                                          <p:attrName>style.visibility</p:attrName>
                                        </p:attrNameLst>
                                      </p:cBhvr>
                                      <p:to>
                                        <p:strVal val="visible"/>
                                      </p:to>
                                    </p:set>
                                    <p:animEffect transition="in" filter="fade">
                                      <p:cBhvr>
                                        <p:cTn id="65" dur="500"/>
                                        <p:tgtEl>
                                          <p:spTgt spid="4">
                                            <p:txEl>
                                              <p:pRg st="5" end="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childTnLst>
                                </p:cTn>
                              </p:par>
                              <p:par>
                                <p:cTn id="71" presetID="10" presetClass="entr" presetSubtype="0" fill="hold"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500"/>
                                        <p:tgtEl>
                                          <p:spTgt spid="16"/>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500"/>
                                        <p:tgtEl>
                                          <p:spTgt spid="19"/>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
                                            <p:bg/>
                                          </p:spTgt>
                                        </p:tgtEl>
                                        <p:attrNameLst>
                                          <p:attrName>style.visibility</p:attrName>
                                        </p:attrNameLst>
                                      </p:cBhvr>
                                      <p:to>
                                        <p:strVal val="visible"/>
                                      </p:to>
                                    </p:set>
                                    <p:animEffect transition="in" filter="fade">
                                      <p:cBhvr>
                                        <p:cTn id="83" dur="500"/>
                                        <p:tgtEl>
                                          <p:spTgt spid="4">
                                            <p:bg/>
                                          </p:spTgt>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
                                            <p:txEl>
                                              <p:pRg st="0" end="0"/>
                                            </p:txEl>
                                          </p:spTgt>
                                        </p:tgtEl>
                                        <p:attrNameLst>
                                          <p:attrName>style.visibility</p:attrName>
                                        </p:attrNameLst>
                                      </p:cBhvr>
                                      <p:to>
                                        <p:strVal val="visible"/>
                                      </p:to>
                                    </p:set>
                                    <p:animEffect transition="in" filter="fade">
                                      <p:cBhvr>
                                        <p:cTn id="86" dur="500"/>
                                        <p:tgtEl>
                                          <p:spTgt spid="4">
                                            <p:txEl>
                                              <p:pRg st="0" end="0"/>
                                            </p:txEl>
                                          </p:spTgt>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
                                            <p:txEl>
                                              <p:pRg st="1" end="1"/>
                                            </p:txEl>
                                          </p:spTgt>
                                        </p:tgtEl>
                                        <p:attrNameLst>
                                          <p:attrName>style.visibility</p:attrName>
                                        </p:attrNameLst>
                                      </p:cBhvr>
                                      <p:to>
                                        <p:strVal val="visible"/>
                                      </p:to>
                                    </p:set>
                                    <p:animEffect transition="in" filter="fade">
                                      <p:cBhvr>
                                        <p:cTn id="89" dur="500"/>
                                        <p:tgtEl>
                                          <p:spTgt spid="4">
                                            <p:txEl>
                                              <p:pRg st="1" end="1"/>
                                            </p:txEl>
                                          </p:spTgt>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
                                            <p:txEl>
                                              <p:pRg st="2" end="2"/>
                                            </p:txEl>
                                          </p:spTgt>
                                        </p:tgtEl>
                                        <p:attrNameLst>
                                          <p:attrName>style.visibility</p:attrName>
                                        </p:attrNameLst>
                                      </p:cBhvr>
                                      <p:to>
                                        <p:strVal val="visible"/>
                                      </p:to>
                                    </p:set>
                                    <p:animEffect transition="in" filter="fade">
                                      <p:cBhvr>
                                        <p:cTn id="92" dur="500"/>
                                        <p:tgtEl>
                                          <p:spTgt spid="4">
                                            <p:txEl>
                                              <p:pRg st="2" end="2"/>
                                            </p:txEl>
                                          </p:spTgt>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
                                            <p:txEl>
                                              <p:pRg st="3" end="3"/>
                                            </p:txEl>
                                          </p:spTgt>
                                        </p:tgtEl>
                                        <p:attrNameLst>
                                          <p:attrName>style.visibility</p:attrName>
                                        </p:attrNameLst>
                                      </p:cBhvr>
                                      <p:to>
                                        <p:strVal val="visible"/>
                                      </p:to>
                                    </p:set>
                                    <p:animEffect transition="in" filter="fade">
                                      <p:cBhvr>
                                        <p:cTn id="95" dur="500"/>
                                        <p:tgtEl>
                                          <p:spTgt spid="4">
                                            <p:txEl>
                                              <p:pRg st="3" end="3"/>
                                            </p:txEl>
                                          </p:spTgt>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
                                            <p:txEl>
                                              <p:pRg st="4" end="4"/>
                                            </p:txEl>
                                          </p:spTgt>
                                        </p:tgtEl>
                                        <p:attrNameLst>
                                          <p:attrName>style.visibility</p:attrName>
                                        </p:attrNameLst>
                                      </p:cBhvr>
                                      <p:to>
                                        <p:strVal val="visible"/>
                                      </p:to>
                                    </p:set>
                                    <p:animEffect transition="in" filter="fade">
                                      <p:cBhvr>
                                        <p:cTn id="98" dur="500"/>
                                        <p:tgtEl>
                                          <p:spTgt spid="4">
                                            <p:txEl>
                                              <p:pRg st="4" end="4"/>
                                            </p:txEl>
                                          </p:spTgt>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
                                            <p:txEl>
                                              <p:pRg st="5" end="5"/>
                                            </p:txEl>
                                          </p:spTgt>
                                        </p:tgtEl>
                                        <p:attrNameLst>
                                          <p:attrName>style.visibility</p:attrName>
                                        </p:attrNameLst>
                                      </p:cBhvr>
                                      <p:to>
                                        <p:strVal val="visible"/>
                                      </p:to>
                                    </p:set>
                                    <p:animEffect transition="in" filter="fade">
                                      <p:cBhvr>
                                        <p:cTn id="101"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11" grpId="0" animBg="1"/>
      <p:bldP spid="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ACI</a:t>
            </a:r>
            <a:r>
              <a:rPr lang="en-US" dirty="0">
                <a:solidFill>
                  <a:schemeClr val="tx2"/>
                </a:solidFill>
              </a:rPr>
              <a:t>D</a:t>
            </a:r>
            <a:r>
              <a:rPr lang="en-US" dirty="0"/>
              <a:t> properties of transaction (</a:t>
            </a:r>
            <a:r>
              <a:rPr lang="en-US" dirty="0">
                <a:solidFill>
                  <a:schemeClr val="tx2"/>
                </a:solidFill>
              </a:rPr>
              <a:t>Durability</a:t>
            </a:r>
            <a:r>
              <a:rPr lang="en-US" dirty="0"/>
              <a:t>)</a:t>
            </a:r>
          </a:p>
        </p:txBody>
      </p:sp>
      <p:sp>
        <p:nvSpPr>
          <p:cNvPr id="3" name="Content Placeholder 2"/>
          <p:cNvSpPr>
            <a:spLocks noGrp="1"/>
          </p:cNvSpPr>
          <p:nvPr>
            <p:ph idx="1"/>
          </p:nvPr>
        </p:nvSpPr>
        <p:spPr>
          <a:xfrm>
            <a:off x="131180" y="863444"/>
            <a:ext cx="8394255" cy="5590565"/>
          </a:xfrm>
        </p:spPr>
        <p:txBody>
          <a:bodyPr/>
          <a:lstStyle/>
          <a:p>
            <a:pPr>
              <a:buClr>
                <a:schemeClr val="tx2"/>
              </a:buClr>
            </a:pPr>
            <a:r>
              <a:rPr lang="en-US" dirty="0"/>
              <a:t>After a transaction completes successfully, the </a:t>
            </a:r>
            <a:r>
              <a:rPr lang="en-US" b="1" dirty="0">
                <a:solidFill>
                  <a:schemeClr val="tx2"/>
                </a:solidFill>
              </a:rPr>
              <a:t>changes it has made to the database persist (permanent)</a:t>
            </a:r>
            <a:r>
              <a:rPr lang="en-US" dirty="0"/>
              <a:t>, even if there are system failures.</a:t>
            </a:r>
          </a:p>
          <a:p>
            <a:pPr>
              <a:buClr>
                <a:schemeClr val="tx2"/>
              </a:buClr>
            </a:pPr>
            <a:r>
              <a:rPr lang="en-US" dirty="0"/>
              <a:t>Once our transaction completed up to last step (step 6) its result must be stored permanently. It should not be removed if system fails.</a:t>
            </a:r>
            <a:endParaRPr lang="en-GB" dirty="0"/>
          </a:p>
        </p:txBody>
      </p:sp>
      <p:sp>
        <p:nvSpPr>
          <p:cNvPr id="4" name="TextBox 3"/>
          <p:cNvSpPr txBox="1"/>
          <p:nvPr/>
        </p:nvSpPr>
        <p:spPr>
          <a:xfrm>
            <a:off x="9466729" y="867367"/>
            <a:ext cx="1828800" cy="3908762"/>
          </a:xfrm>
          <a:prstGeom prst="rect">
            <a:avLst/>
          </a:prstGeom>
          <a:noFill/>
          <a:ln>
            <a:solidFill>
              <a:schemeClr val="bg1"/>
            </a:solidFill>
          </a:ln>
        </p:spPr>
        <p:txBody>
          <a:bodyPr wrap="square" rtlCol="0">
            <a:spAutoFit/>
          </a:bodyPr>
          <a:lstStyle/>
          <a:p>
            <a:pPr algn="ctr"/>
            <a:r>
              <a:rPr lang="en-US" sz="2000" dirty="0">
                <a:solidFill>
                  <a:schemeClr val="tx2"/>
                </a:solidFill>
              </a:rPr>
              <a:t>A=500, B=500</a:t>
            </a:r>
          </a:p>
          <a:p>
            <a:pPr algn="ctr"/>
            <a:endParaRPr lang="en-US" sz="2000" dirty="0"/>
          </a:p>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a:p>
            <a:pPr algn="ctr"/>
            <a:endParaRPr lang="en-US" sz="2000" dirty="0"/>
          </a:p>
          <a:p>
            <a:pPr algn="ctr"/>
            <a:r>
              <a:rPr lang="en-US" sz="2000" dirty="0">
                <a:solidFill>
                  <a:schemeClr val="tx2"/>
                </a:solidFill>
              </a:rPr>
              <a:t>A=450, B=550</a:t>
            </a:r>
          </a:p>
        </p:txBody>
      </p:sp>
      <p:cxnSp>
        <p:nvCxnSpPr>
          <p:cNvPr id="14" name="Straight Connector 13"/>
          <p:cNvCxnSpPr/>
          <p:nvPr/>
        </p:nvCxnSpPr>
        <p:spPr>
          <a:xfrm flipH="1">
            <a:off x="8948033" y="863444"/>
            <a:ext cx="13447" cy="393192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a:off x="9467557" y="4290061"/>
            <a:ext cx="1828800" cy="505304"/>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ular Callout 6"/>
          <p:cNvSpPr/>
          <p:nvPr/>
        </p:nvSpPr>
        <p:spPr>
          <a:xfrm>
            <a:off x="7550433" y="4928372"/>
            <a:ext cx="3832592" cy="914400"/>
          </a:xfrm>
          <a:prstGeom prst="wedgeRoundRectCallout">
            <a:avLst>
              <a:gd name="adj1" fmla="val 23351"/>
              <a:gd name="adj2" fmla="val -76093"/>
              <a:gd name="adj3" fmla="val 16667"/>
            </a:avLst>
          </a:prstGeom>
          <a:solidFill>
            <a:schemeClr val="bg2">
              <a:lumMod val="95000"/>
            </a:schemeClr>
          </a:solidFill>
          <a:ln w="12700">
            <a:noFill/>
          </a:ln>
          <a:effectLst/>
        </p:spPr>
        <p:style>
          <a:lnRef idx="3">
            <a:schemeClr val="lt1"/>
          </a:lnRef>
          <a:fillRef idx="1">
            <a:schemeClr val="accent5"/>
          </a:fillRef>
          <a:effectRef idx="1">
            <a:schemeClr val="accent5"/>
          </a:effectRef>
          <a:fontRef idx="minor">
            <a:schemeClr val="lt1"/>
          </a:fontRef>
        </p:style>
        <p:txBody>
          <a:bodyPr rtlCol="0" anchor="ctr"/>
          <a:lstStyle/>
          <a:p>
            <a:pPr algn="ctr"/>
            <a:r>
              <a:rPr lang="en-US" sz="2400" dirty="0">
                <a:solidFill>
                  <a:schemeClr val="tx1"/>
                </a:solidFill>
              </a:rPr>
              <a:t>These values must be stored permanently in the database</a:t>
            </a:r>
            <a:endParaRPr lang="en-IN" sz="2400" dirty="0">
              <a:solidFill>
                <a:schemeClr val="tx1"/>
              </a:solidFill>
            </a:endParaRPr>
          </a:p>
        </p:txBody>
      </p:sp>
    </p:spTree>
    <p:extLst>
      <p:ext uri="{BB962C8B-B14F-4D97-AF65-F5344CB8AC3E}">
        <p14:creationId xmlns:p14="http://schemas.microsoft.com/office/powerpoint/2010/main" val="1122956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500"/>
                                        <p:tgtEl>
                                          <p:spTgt spid="4">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Effect transition="in" filter="fade">
                                      <p:cBhvr>
                                        <p:cTn id="23" dur="500"/>
                                        <p:tgtEl>
                                          <p:spTgt spid="4">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fade">
                                      <p:cBhvr>
                                        <p:cTn id="26" dur="500"/>
                                        <p:tgtEl>
                                          <p:spTgt spid="4">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fade">
                                      <p:cBhvr>
                                        <p:cTn id="29" dur="500"/>
                                        <p:tgtEl>
                                          <p:spTgt spid="4">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fade">
                                      <p:cBhvr>
                                        <p:cTn id="35" dur="500"/>
                                        <p:tgtEl>
                                          <p:spTgt spid="4">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xEl>
                                              <p:pRg st="0" end="0"/>
                                            </p:txEl>
                                          </p:spTgt>
                                        </p:tgtEl>
                                        <p:attrNameLst>
                                          <p:attrName>style.visibility</p:attrName>
                                        </p:attrNameLst>
                                      </p:cBhvr>
                                      <p:to>
                                        <p:strVal val="visible"/>
                                      </p:to>
                                    </p:set>
                                    <p:animEffect transition="in" filter="fade">
                                      <p:cBhvr>
                                        <p:cTn id="40" dur="500"/>
                                        <p:tgtEl>
                                          <p:spTgt spid="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animEffect transition="in" filter="fade">
                                      <p:cBhvr>
                                        <p:cTn id="45" dur="500"/>
                                        <p:tgtEl>
                                          <p:spTgt spid="4">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500"/>
                                        <p:tgtEl>
                                          <p:spTgt spid="5"/>
                                        </p:tgtEl>
                                      </p:cBhvr>
                                    </p:animEffec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solidFill>
                  <a:schemeClr val="tx2"/>
                </a:solidFill>
              </a:rPr>
              <a:t>Transaction State </a:t>
            </a:r>
            <a:r>
              <a:rPr lang="en-US" b="0" dirty="0">
                <a:solidFill>
                  <a:schemeClr val="tx2"/>
                </a:solidFill>
              </a:rPr>
              <a:t>OR</a:t>
            </a:r>
            <a:r>
              <a:rPr lang="en-US" dirty="0">
                <a:solidFill>
                  <a:schemeClr val="tx2"/>
                </a:solidFill>
              </a:rPr>
              <a:t> </a:t>
            </a:r>
            <a:br>
              <a:rPr lang="en-US" dirty="0">
                <a:solidFill>
                  <a:schemeClr val="tx2"/>
                </a:solidFill>
              </a:rPr>
            </a:br>
            <a:r>
              <a:rPr lang="en-US" dirty="0">
                <a:solidFill>
                  <a:schemeClr val="tx2"/>
                </a:solidFill>
              </a:rPr>
              <a:t>State Transition Diagram</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775442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State Diagram OR State Transition Diagram</a:t>
            </a:r>
          </a:p>
        </p:txBody>
      </p:sp>
      <p:cxnSp>
        <p:nvCxnSpPr>
          <p:cNvPr id="14" name="Straight Connector 13"/>
          <p:cNvCxnSpPr/>
          <p:nvPr/>
        </p:nvCxnSpPr>
        <p:spPr>
          <a:xfrm flipH="1">
            <a:off x="7028023" y="863444"/>
            <a:ext cx="13447" cy="438912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9516259" y="961496"/>
            <a:ext cx="1828800" cy="3539430"/>
          </a:xfrm>
          <a:prstGeom prst="rect">
            <a:avLst/>
          </a:prstGeom>
          <a:noFill/>
          <a:ln w="28575">
            <a:solidFill>
              <a:schemeClr val="tx2"/>
            </a:solidFill>
          </a:ln>
        </p:spPr>
        <p:txBody>
          <a:bodyPr wrap="square" rtlCol="0">
            <a:spAutoFit/>
          </a:bodyPr>
          <a:lstStyle/>
          <a:p>
            <a:pPr algn="ctr"/>
            <a:endParaRPr lang="en-US" sz="2800" b="1" dirty="0"/>
          </a:p>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a:p>
            <a:pPr algn="ctr"/>
            <a:r>
              <a:rPr lang="en-US" sz="2800" b="1" dirty="0"/>
              <a:t>Commit</a:t>
            </a:r>
          </a:p>
        </p:txBody>
      </p:sp>
      <p:sp>
        <p:nvSpPr>
          <p:cNvPr id="9" name="Oval 8"/>
          <p:cNvSpPr/>
          <p:nvPr/>
        </p:nvSpPr>
        <p:spPr>
          <a:xfrm>
            <a:off x="381000" y="32385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Active</a:t>
            </a:r>
            <a:endParaRPr lang="en-IN" sz="2400" dirty="0">
              <a:solidFill>
                <a:schemeClr val="tx2"/>
              </a:solidFill>
            </a:endParaRPr>
          </a:p>
        </p:txBody>
      </p:sp>
      <p:sp>
        <p:nvSpPr>
          <p:cNvPr id="10" name="Oval 9"/>
          <p:cNvSpPr/>
          <p:nvPr/>
        </p:nvSpPr>
        <p:spPr>
          <a:xfrm>
            <a:off x="1967556" y="20403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Partial </a:t>
            </a:r>
          </a:p>
          <a:p>
            <a:pPr algn="ctr"/>
            <a:r>
              <a:rPr lang="en-US" sz="1600" dirty="0">
                <a:solidFill>
                  <a:schemeClr val="tx2"/>
                </a:solidFill>
              </a:rPr>
              <a:t>Committed</a:t>
            </a:r>
            <a:endParaRPr lang="en-IN" sz="1600" dirty="0">
              <a:solidFill>
                <a:schemeClr val="tx2"/>
              </a:solidFill>
            </a:endParaRPr>
          </a:p>
        </p:txBody>
      </p:sp>
      <p:sp>
        <p:nvSpPr>
          <p:cNvPr id="11" name="Oval 10"/>
          <p:cNvSpPr/>
          <p:nvPr/>
        </p:nvSpPr>
        <p:spPr>
          <a:xfrm>
            <a:off x="1927413" y="43986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Failed</a:t>
            </a:r>
            <a:endParaRPr lang="en-IN" sz="2400" dirty="0">
              <a:solidFill>
                <a:schemeClr val="tx2"/>
              </a:solidFill>
            </a:endParaRPr>
          </a:p>
        </p:txBody>
      </p:sp>
      <p:sp>
        <p:nvSpPr>
          <p:cNvPr id="12" name="Oval 11"/>
          <p:cNvSpPr/>
          <p:nvPr/>
        </p:nvSpPr>
        <p:spPr>
          <a:xfrm>
            <a:off x="4495607" y="20784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Committed</a:t>
            </a:r>
            <a:endParaRPr lang="en-IN" sz="1600" dirty="0">
              <a:solidFill>
                <a:schemeClr val="tx2"/>
              </a:solidFill>
            </a:endParaRPr>
          </a:p>
        </p:txBody>
      </p:sp>
      <p:sp>
        <p:nvSpPr>
          <p:cNvPr id="13" name="Oval 12"/>
          <p:cNvSpPr/>
          <p:nvPr/>
        </p:nvSpPr>
        <p:spPr>
          <a:xfrm>
            <a:off x="4455464" y="43986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Aborted</a:t>
            </a:r>
            <a:endParaRPr lang="en-IN" sz="1600" dirty="0">
              <a:solidFill>
                <a:schemeClr val="tx2"/>
              </a:solidFill>
            </a:endParaRPr>
          </a:p>
        </p:txBody>
      </p:sp>
      <p:cxnSp>
        <p:nvCxnSpPr>
          <p:cNvPr id="15" name="Straight Arrow Connector 14"/>
          <p:cNvCxnSpPr>
            <a:cxnSpLocks/>
            <a:stCxn id="9" idx="0"/>
            <a:endCxn id="10" idx="3"/>
          </p:cNvCxnSpPr>
          <p:nvPr/>
        </p:nvCxnSpPr>
        <p:spPr>
          <a:xfrm flipV="1">
            <a:off x="1173000" y="2654858"/>
            <a:ext cx="1026527" cy="58364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9" idx="4"/>
            <a:endCxn id="11" idx="1"/>
          </p:cNvCxnSpPr>
          <p:nvPr/>
        </p:nvCxnSpPr>
        <p:spPr>
          <a:xfrm>
            <a:off x="1173000" y="3958500"/>
            <a:ext cx="986384" cy="54554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0" idx="6"/>
            <a:endCxn id="12" idx="2"/>
          </p:cNvCxnSpPr>
          <p:nvPr/>
        </p:nvCxnSpPr>
        <p:spPr>
          <a:xfrm>
            <a:off x="3551556" y="2400300"/>
            <a:ext cx="944051" cy="3810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1" idx="6"/>
            <a:endCxn id="13" idx="2"/>
          </p:cNvCxnSpPr>
          <p:nvPr/>
        </p:nvCxnSpPr>
        <p:spPr>
          <a:xfrm>
            <a:off x="3511413" y="4758600"/>
            <a:ext cx="944051"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Rounded Rectangular Callout 18"/>
          <p:cNvSpPr/>
          <p:nvPr/>
        </p:nvSpPr>
        <p:spPr>
          <a:xfrm>
            <a:off x="845866" y="5252588"/>
            <a:ext cx="5347116" cy="914400"/>
          </a:xfrm>
          <a:prstGeom prst="wedgeRoundRectCallout">
            <a:avLst>
              <a:gd name="adj1" fmla="val -46639"/>
              <a:gd name="adj2" fmla="val -201571"/>
              <a:gd name="adj3" fmla="val 16667"/>
            </a:avLst>
          </a:prstGeom>
          <a:solidFill>
            <a:schemeClr val="tx2">
              <a:lumMod val="40000"/>
              <a:lumOff val="60000"/>
            </a:schemeClr>
          </a:solidFill>
          <a:ln>
            <a:solidFill>
              <a:schemeClr val="tx2">
                <a:lumMod val="75000"/>
              </a:schemeClr>
            </a:solidFill>
          </a:ln>
        </p:spPr>
        <p:txBody>
          <a:bodyPr vert="horz" wrap="square" lIns="91440" tIns="45720" rIns="91440" bIns="45720" numCol="1" anchor="ctr" anchorCtr="0" compatLnSpc="1">
            <a:prstTxWarp prst="textNoShape">
              <a:avLst/>
            </a:prstTxWarp>
          </a:bodyPr>
          <a:lstStyle/>
          <a:p>
            <a:r>
              <a:rPr lang="en-IN" dirty="0">
                <a:solidFill>
                  <a:schemeClr val="tx1"/>
                </a:solidFill>
              </a:rPr>
              <a:t>This is the initial state. </a:t>
            </a:r>
          </a:p>
          <a:p>
            <a:r>
              <a:rPr lang="en-IN" dirty="0">
                <a:solidFill>
                  <a:schemeClr val="tx1"/>
                </a:solidFill>
              </a:rPr>
              <a:t>The transaction stays in this state while it is executing.</a:t>
            </a:r>
          </a:p>
        </p:txBody>
      </p:sp>
      <p:cxnSp>
        <p:nvCxnSpPr>
          <p:cNvPr id="20" name="Straight Arrow Connector 19"/>
          <p:cNvCxnSpPr>
            <a:stCxn id="10" idx="4"/>
          </p:cNvCxnSpPr>
          <p:nvPr/>
        </p:nvCxnSpPr>
        <p:spPr>
          <a:xfrm flipH="1">
            <a:off x="2743200" y="2760300"/>
            <a:ext cx="16356" cy="1635634"/>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041139" y="32385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End</a:t>
            </a:r>
            <a:endParaRPr lang="en-IN" sz="1600" dirty="0">
              <a:solidFill>
                <a:schemeClr val="tx2"/>
              </a:solidFill>
            </a:endParaRPr>
          </a:p>
        </p:txBody>
      </p:sp>
      <p:cxnSp>
        <p:nvCxnSpPr>
          <p:cNvPr id="22" name="Straight Arrow Connector 21"/>
          <p:cNvCxnSpPr>
            <a:stCxn id="13" idx="0"/>
            <a:endCxn id="21" idx="4"/>
          </p:cNvCxnSpPr>
          <p:nvPr/>
        </p:nvCxnSpPr>
        <p:spPr>
          <a:xfrm flipV="1">
            <a:off x="5247464" y="3958500"/>
            <a:ext cx="585675" cy="44010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2" idx="4"/>
            <a:endCxn id="21" idx="0"/>
          </p:cNvCxnSpPr>
          <p:nvPr/>
        </p:nvCxnSpPr>
        <p:spPr>
          <a:xfrm>
            <a:off x="5287607" y="2798400"/>
            <a:ext cx="545532" cy="44010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ular Callout 23"/>
          <p:cNvSpPr/>
          <p:nvPr/>
        </p:nvSpPr>
        <p:spPr>
          <a:xfrm>
            <a:off x="572368" y="1007725"/>
            <a:ext cx="5878090" cy="710375"/>
          </a:xfrm>
          <a:prstGeom prst="wedgeRoundRectCallout">
            <a:avLst>
              <a:gd name="adj1" fmla="val -16497"/>
              <a:gd name="adj2" fmla="val 98268"/>
              <a:gd name="adj3" fmla="val 16667"/>
            </a:avLst>
          </a:prstGeom>
          <a:solidFill>
            <a:schemeClr val="tx2">
              <a:lumMod val="40000"/>
              <a:lumOff val="60000"/>
            </a:schemeClr>
          </a:solidFill>
          <a:ln>
            <a:solidFill>
              <a:schemeClr val="tx2">
                <a:lumMod val="75000"/>
              </a:schemeClr>
            </a:solidFill>
          </a:ln>
        </p:spPr>
        <p:txBody>
          <a:bodyPr vert="horz" wrap="square" lIns="91440" tIns="45720" rIns="91440" bIns="45720" numCol="1" anchor="ctr" anchorCtr="0" compatLnSpc="1">
            <a:prstTxWarp prst="textNoShape">
              <a:avLst/>
            </a:prstTxWarp>
          </a:bodyPr>
          <a:lstStyle/>
          <a:p>
            <a:r>
              <a:rPr lang="en-IN" dirty="0">
                <a:solidFill>
                  <a:schemeClr val="tx1"/>
                </a:solidFill>
              </a:rPr>
              <a:t>When a transaction executes its final operation, it is said to be in a partially committed state.</a:t>
            </a:r>
          </a:p>
        </p:txBody>
      </p:sp>
      <p:sp>
        <p:nvSpPr>
          <p:cNvPr id="25" name="Rounded Rectangular Callout 24"/>
          <p:cNvSpPr/>
          <p:nvPr/>
        </p:nvSpPr>
        <p:spPr>
          <a:xfrm>
            <a:off x="572368" y="5287470"/>
            <a:ext cx="5878090" cy="1144312"/>
          </a:xfrm>
          <a:prstGeom prst="wedgeRoundRectCallout">
            <a:avLst>
              <a:gd name="adj1" fmla="val -14453"/>
              <a:gd name="adj2" fmla="val -74073"/>
              <a:gd name="adj3" fmla="val 16667"/>
            </a:avLst>
          </a:prstGeom>
          <a:solidFill>
            <a:schemeClr val="tx2">
              <a:lumMod val="40000"/>
              <a:lumOff val="60000"/>
            </a:schemeClr>
          </a:solidFill>
          <a:ln>
            <a:solidFill>
              <a:schemeClr val="tx2">
                <a:lumMod val="75000"/>
              </a:schemeClr>
            </a:solidFill>
          </a:ln>
        </p:spPr>
        <p:txBody>
          <a:bodyPr vert="horz" wrap="square" lIns="91440" tIns="45720" rIns="91440" bIns="45720" numCol="1" anchor="ctr" anchorCtr="0" compatLnSpc="1">
            <a:prstTxWarp prst="textNoShape">
              <a:avLst/>
            </a:prstTxWarp>
          </a:bodyPr>
          <a:lstStyle/>
          <a:p>
            <a:r>
              <a:rPr lang="en-IN" dirty="0">
                <a:solidFill>
                  <a:schemeClr val="tx1"/>
                </a:solidFill>
              </a:rPr>
              <a:t>Discover that normal execution can no longer proceed.</a:t>
            </a:r>
          </a:p>
          <a:p>
            <a:r>
              <a:rPr lang="en-IN" dirty="0">
                <a:solidFill>
                  <a:schemeClr val="tx1"/>
                </a:solidFill>
              </a:rPr>
              <a:t>Once a transaction cannot be completed, any changes that it made must be undone rolling it back.</a:t>
            </a:r>
          </a:p>
        </p:txBody>
      </p:sp>
      <p:sp>
        <p:nvSpPr>
          <p:cNvPr id="26" name="Rounded Rectangular Callout 25"/>
          <p:cNvSpPr/>
          <p:nvPr/>
        </p:nvSpPr>
        <p:spPr>
          <a:xfrm>
            <a:off x="572368" y="5294990"/>
            <a:ext cx="5878090" cy="1144312"/>
          </a:xfrm>
          <a:prstGeom prst="wedgeRoundRectCallout">
            <a:avLst>
              <a:gd name="adj1" fmla="val 27869"/>
              <a:gd name="adj2" fmla="val -74073"/>
              <a:gd name="adj3" fmla="val 16667"/>
            </a:avLst>
          </a:prstGeom>
          <a:solidFill>
            <a:schemeClr val="tx2">
              <a:lumMod val="40000"/>
              <a:lumOff val="60000"/>
            </a:schemeClr>
          </a:solidFill>
          <a:ln>
            <a:solidFill>
              <a:schemeClr val="tx2">
                <a:lumMod val="75000"/>
              </a:schemeClr>
            </a:solidFill>
          </a:ln>
        </p:spPr>
        <p:txBody>
          <a:bodyPr vert="horz" wrap="square" lIns="91440" tIns="45720" rIns="91440" bIns="45720" numCol="1" anchor="ctr" anchorCtr="0" compatLnSpc="1">
            <a:prstTxWarp prst="textNoShape">
              <a:avLst/>
            </a:prstTxWarp>
          </a:bodyPr>
          <a:lstStyle/>
          <a:p>
            <a:r>
              <a:rPr lang="en-IN" dirty="0">
                <a:solidFill>
                  <a:schemeClr val="tx1"/>
                </a:solidFill>
              </a:rPr>
              <a:t>The state after the transaction has been rolled back and the database has been restored to its state prior to the start of the transaction.</a:t>
            </a:r>
          </a:p>
        </p:txBody>
      </p:sp>
      <p:sp>
        <p:nvSpPr>
          <p:cNvPr id="27" name="Rounded Rectangular Callout 26"/>
          <p:cNvSpPr/>
          <p:nvPr/>
        </p:nvSpPr>
        <p:spPr>
          <a:xfrm>
            <a:off x="557654" y="1026455"/>
            <a:ext cx="5878090" cy="860515"/>
          </a:xfrm>
          <a:prstGeom prst="wedgeRoundRectCallout">
            <a:avLst>
              <a:gd name="adj1" fmla="val 32230"/>
              <a:gd name="adj2" fmla="val 87088"/>
              <a:gd name="adj3" fmla="val 16667"/>
            </a:avLst>
          </a:prstGeom>
          <a:solidFill>
            <a:schemeClr val="tx2">
              <a:lumMod val="40000"/>
              <a:lumOff val="60000"/>
            </a:schemeClr>
          </a:solidFill>
          <a:ln>
            <a:solidFill>
              <a:schemeClr val="tx2">
                <a:lumMod val="75000"/>
              </a:schemeClr>
            </a:solidFill>
          </a:ln>
        </p:spPr>
        <p:txBody>
          <a:bodyPr vert="horz" wrap="square" lIns="91440" tIns="45720" rIns="91440" bIns="45720" numCol="1" anchor="ctr" anchorCtr="0" compatLnSpc="1">
            <a:prstTxWarp prst="textNoShape">
              <a:avLst/>
            </a:prstTxWarp>
          </a:bodyPr>
          <a:lstStyle/>
          <a:p>
            <a:r>
              <a:rPr lang="en-IN" dirty="0">
                <a:solidFill>
                  <a:schemeClr val="tx1"/>
                </a:solidFill>
              </a:rPr>
              <a:t>The transaction enters in this state after successful completion of the transaction.</a:t>
            </a:r>
          </a:p>
          <a:p>
            <a:r>
              <a:rPr lang="en-IN" dirty="0">
                <a:solidFill>
                  <a:schemeClr val="tx1"/>
                </a:solidFill>
              </a:rPr>
              <a:t>We cannot abort or rollback a committed transaction.</a:t>
            </a:r>
          </a:p>
        </p:txBody>
      </p:sp>
      <p:sp>
        <p:nvSpPr>
          <p:cNvPr id="30" name="Oval Callout 29"/>
          <p:cNvSpPr/>
          <p:nvPr/>
        </p:nvSpPr>
        <p:spPr>
          <a:xfrm>
            <a:off x="7751409" y="1096712"/>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Active</a:t>
            </a:r>
            <a:endParaRPr lang="en-IN" sz="2400" dirty="0">
              <a:solidFill>
                <a:schemeClr val="bg1"/>
              </a:solidFill>
            </a:endParaRPr>
          </a:p>
        </p:txBody>
      </p:sp>
      <p:sp>
        <p:nvSpPr>
          <p:cNvPr id="31" name="Oval Callout 30"/>
          <p:cNvSpPr/>
          <p:nvPr/>
        </p:nvSpPr>
        <p:spPr>
          <a:xfrm>
            <a:off x="7751409" y="2388055"/>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Active</a:t>
            </a:r>
            <a:endParaRPr lang="en-IN" sz="2400" dirty="0">
              <a:solidFill>
                <a:schemeClr val="bg1"/>
              </a:solidFill>
            </a:endParaRPr>
          </a:p>
        </p:txBody>
      </p:sp>
      <p:sp>
        <p:nvSpPr>
          <p:cNvPr id="32" name="Oval Callout 31"/>
          <p:cNvSpPr/>
          <p:nvPr/>
        </p:nvSpPr>
        <p:spPr>
          <a:xfrm>
            <a:off x="7751409" y="3675934"/>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Partial Committed</a:t>
            </a:r>
            <a:endParaRPr lang="en-IN" sz="2400" dirty="0">
              <a:solidFill>
                <a:schemeClr val="bg1"/>
              </a:solidFill>
            </a:endParaRPr>
          </a:p>
        </p:txBody>
      </p:sp>
      <p:sp>
        <p:nvSpPr>
          <p:cNvPr id="36" name="TextBox 35"/>
          <p:cNvSpPr txBox="1"/>
          <p:nvPr/>
        </p:nvSpPr>
        <p:spPr>
          <a:xfrm>
            <a:off x="11268859" y="2545154"/>
            <a:ext cx="590550" cy="369332"/>
          </a:xfrm>
          <a:prstGeom prst="rect">
            <a:avLst/>
          </a:prstGeom>
          <a:ln w="28575">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t>FAIL</a:t>
            </a:r>
            <a:endParaRPr lang="en-IN" dirty="0"/>
          </a:p>
        </p:txBody>
      </p:sp>
      <p:cxnSp>
        <p:nvCxnSpPr>
          <p:cNvPr id="37" name="Straight Connector 36"/>
          <p:cNvCxnSpPr/>
          <p:nvPr/>
        </p:nvCxnSpPr>
        <p:spPr>
          <a:xfrm flipH="1">
            <a:off x="9574029" y="2725102"/>
            <a:ext cx="781050" cy="0"/>
          </a:xfrm>
          <a:prstGeom prst="line">
            <a:avLst/>
          </a:prstGeom>
          <a:ln w="28575">
            <a:solidFill>
              <a:schemeClr val="tx2">
                <a:lumMod val="75000"/>
              </a:schemeClr>
            </a:solidFill>
          </a:ln>
        </p:spPr>
        <p:style>
          <a:lnRef idx="1">
            <a:schemeClr val="accent2"/>
          </a:lnRef>
          <a:fillRef idx="0">
            <a:schemeClr val="accent2"/>
          </a:fillRef>
          <a:effectRef idx="0">
            <a:schemeClr val="accent2"/>
          </a:effectRef>
          <a:fontRef idx="minor">
            <a:schemeClr val="tx1"/>
          </a:fontRef>
        </p:style>
      </p:cxnSp>
      <p:cxnSp>
        <p:nvCxnSpPr>
          <p:cNvPr id="38" name="Elbow Connector 37"/>
          <p:cNvCxnSpPr/>
          <p:nvPr/>
        </p:nvCxnSpPr>
        <p:spPr>
          <a:xfrm rot="5400000" flipH="1" flipV="1">
            <a:off x="9351650" y="1548260"/>
            <a:ext cx="1406661" cy="961902"/>
          </a:xfrm>
          <a:prstGeom prst="bentConnector3">
            <a:avLst>
              <a:gd name="adj1" fmla="val 99837"/>
            </a:avLst>
          </a:prstGeom>
          <a:ln w="28575">
            <a:solidFill>
              <a:schemeClr val="tx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p:cNvCxnSpPr/>
          <p:nvPr/>
        </p:nvCxnSpPr>
        <p:spPr>
          <a:xfrm flipH="1" flipV="1">
            <a:off x="10844614" y="2727935"/>
            <a:ext cx="419874" cy="3771"/>
          </a:xfrm>
          <a:prstGeom prst="straightConnector1">
            <a:avLst/>
          </a:prstGeom>
          <a:ln w="28575">
            <a:solidFill>
              <a:schemeClr val="tx2">
                <a:lumMod val="75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47" name="Oval Callout 46"/>
          <p:cNvSpPr/>
          <p:nvPr/>
        </p:nvSpPr>
        <p:spPr>
          <a:xfrm>
            <a:off x="7673379" y="2419350"/>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Failed</a:t>
            </a:r>
            <a:endParaRPr lang="en-IN" sz="2400" dirty="0">
              <a:solidFill>
                <a:schemeClr val="bg1"/>
              </a:solidFill>
            </a:endParaRPr>
          </a:p>
        </p:txBody>
      </p:sp>
      <p:sp>
        <p:nvSpPr>
          <p:cNvPr id="48" name="Oval Callout 47"/>
          <p:cNvSpPr/>
          <p:nvPr/>
        </p:nvSpPr>
        <p:spPr>
          <a:xfrm>
            <a:off x="7782770" y="4075364"/>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Committed</a:t>
            </a:r>
            <a:endParaRPr lang="en-IN" sz="2400" dirty="0">
              <a:solidFill>
                <a:schemeClr val="bg1"/>
              </a:solidFill>
            </a:endParaRPr>
          </a:p>
        </p:txBody>
      </p:sp>
      <p:sp>
        <p:nvSpPr>
          <p:cNvPr id="49" name="Oval Callout 48"/>
          <p:cNvSpPr/>
          <p:nvPr/>
        </p:nvSpPr>
        <p:spPr>
          <a:xfrm>
            <a:off x="7599092" y="1113753"/>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Aborted</a:t>
            </a:r>
            <a:endParaRPr lang="en-IN" sz="2400" dirty="0">
              <a:solidFill>
                <a:schemeClr val="bg1"/>
              </a:solidFill>
            </a:endParaRPr>
          </a:p>
        </p:txBody>
      </p:sp>
    </p:spTree>
    <p:extLst>
      <p:ext uri="{BB962C8B-B14F-4D97-AF65-F5344CB8AC3E}">
        <p14:creationId xmlns:p14="http://schemas.microsoft.com/office/powerpoint/2010/main" val="260280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animEffect transition="in" filter="fade">
                                      <p:cBhvr>
                                        <p:cTn id="12" dur="500"/>
                                        <p:tgtEl>
                                          <p:spTgt spid="6">
                                            <p:bg/>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500"/>
                                        <p:tgtEl>
                                          <p:spTgt spid="6">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500"/>
                                        <p:tgtEl>
                                          <p:spTgt spid="6">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fade">
                                      <p:cBhvr>
                                        <p:cTn id="24" dur="500"/>
                                        <p:tgtEl>
                                          <p:spTgt spid="6">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animEffect transition="in" filter="fade">
                                      <p:cBhvr>
                                        <p:cTn id="30" dur="500"/>
                                        <p:tgtEl>
                                          <p:spTgt spid="6">
                                            <p:txEl>
                                              <p:pRg st="6" end="6"/>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animEffect transition="in" filter="fade">
                                      <p:cBhvr>
                                        <p:cTn id="33" dur="500"/>
                                        <p:tgtEl>
                                          <p:spTgt spid="6">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1" nodeType="clickEffect">
                                  <p:stCondLst>
                                    <p:cond delay="0"/>
                                  </p:stCondLst>
                                  <p:childTnLst>
                                    <p:animEffect transition="out" filter="fade">
                                      <p:cBhvr>
                                        <p:cTn id="53" dur="500"/>
                                        <p:tgtEl>
                                          <p:spTgt spid="19"/>
                                        </p:tgtEl>
                                      </p:cBhvr>
                                    </p:animEffect>
                                    <p:set>
                                      <p:cBhvr>
                                        <p:cTn id="54" dur="1" fill="hold">
                                          <p:stCondLst>
                                            <p:cond delay="499"/>
                                          </p:stCondLst>
                                        </p:cTn>
                                        <p:tgtEl>
                                          <p:spTgt spid="19"/>
                                        </p:tgtEl>
                                        <p:attrNameLst>
                                          <p:attrName>style.visibility</p:attrName>
                                        </p:attrNameLst>
                                      </p:cBhvr>
                                      <p:to>
                                        <p:strVal val="hidden"/>
                                      </p:to>
                                    </p:set>
                                  </p:childTnLst>
                                </p:cTn>
                              </p:par>
                              <p:par>
                                <p:cTn id="55" presetID="10" presetClass="exit" presetSubtype="0" fill="hold" grpId="1" nodeType="withEffect">
                                  <p:stCondLst>
                                    <p:cond delay="0"/>
                                  </p:stCondLst>
                                  <p:childTnLst>
                                    <p:animEffect transition="out" filter="fade">
                                      <p:cBhvr>
                                        <p:cTn id="56" dur="500"/>
                                        <p:tgtEl>
                                          <p:spTgt spid="30"/>
                                        </p:tgtEl>
                                      </p:cBhvr>
                                    </p:animEffect>
                                    <p:set>
                                      <p:cBhvr>
                                        <p:cTn id="57" dur="1" fill="hold">
                                          <p:stCondLst>
                                            <p:cond delay="499"/>
                                          </p:stCondLst>
                                        </p:cTn>
                                        <p:tgtEl>
                                          <p:spTgt spid="30"/>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31"/>
                                        </p:tgtEl>
                                      </p:cBhvr>
                                    </p:animEffect>
                                    <p:set>
                                      <p:cBhvr>
                                        <p:cTn id="60" dur="1" fill="hold">
                                          <p:stCondLst>
                                            <p:cond delay="499"/>
                                          </p:stCondLst>
                                        </p:cTn>
                                        <p:tgtEl>
                                          <p:spTgt spid="31"/>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0" presetClass="exit" presetSubtype="0" fill="hold" grpId="1" nodeType="clickEffect">
                                  <p:stCondLst>
                                    <p:cond delay="0"/>
                                  </p:stCondLst>
                                  <p:childTnLst>
                                    <p:animEffect transition="out" filter="fade">
                                      <p:cBhvr>
                                        <p:cTn id="80" dur="500"/>
                                        <p:tgtEl>
                                          <p:spTgt spid="32"/>
                                        </p:tgtEl>
                                      </p:cBhvr>
                                    </p:animEffect>
                                    <p:set>
                                      <p:cBhvr>
                                        <p:cTn id="81" dur="1" fill="hold">
                                          <p:stCondLst>
                                            <p:cond delay="499"/>
                                          </p:stCondLst>
                                        </p:cTn>
                                        <p:tgtEl>
                                          <p:spTgt spid="32"/>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24"/>
                                        </p:tgtEl>
                                      </p:cBhvr>
                                    </p:animEffect>
                                    <p:set>
                                      <p:cBhvr>
                                        <p:cTn id="84" dur="1" fill="hold">
                                          <p:stCondLst>
                                            <p:cond delay="499"/>
                                          </p:stCondLst>
                                        </p:cTn>
                                        <p:tgtEl>
                                          <p:spTgt spid="24"/>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0" presetClass="exit" presetSubtype="0" fill="hold" grpId="1" nodeType="clickEffect">
                                  <p:stCondLst>
                                    <p:cond delay="0"/>
                                  </p:stCondLst>
                                  <p:childTnLst>
                                    <p:animEffect transition="out" filter="fade">
                                      <p:cBhvr>
                                        <p:cTn id="104" dur="500"/>
                                        <p:tgtEl>
                                          <p:spTgt spid="48"/>
                                        </p:tgtEl>
                                      </p:cBhvr>
                                    </p:animEffect>
                                    <p:set>
                                      <p:cBhvr>
                                        <p:cTn id="105" dur="1" fill="hold">
                                          <p:stCondLst>
                                            <p:cond delay="499"/>
                                          </p:stCondLst>
                                        </p:cTn>
                                        <p:tgtEl>
                                          <p:spTgt spid="48"/>
                                        </p:tgtEl>
                                        <p:attrNameLst>
                                          <p:attrName>style.visibility</p:attrName>
                                        </p:attrNameLst>
                                      </p:cBhvr>
                                      <p:to>
                                        <p:strVal val="hidden"/>
                                      </p:to>
                                    </p:set>
                                  </p:childTnLst>
                                </p:cTn>
                              </p:par>
                              <p:par>
                                <p:cTn id="106" presetID="10" presetClass="exit" presetSubtype="0" fill="hold" grpId="1" nodeType="withEffect">
                                  <p:stCondLst>
                                    <p:cond delay="0"/>
                                  </p:stCondLst>
                                  <p:childTnLst>
                                    <p:animEffect transition="out" filter="fade">
                                      <p:cBhvr>
                                        <p:cTn id="107" dur="500"/>
                                        <p:tgtEl>
                                          <p:spTgt spid="27"/>
                                        </p:tgtEl>
                                      </p:cBhvr>
                                    </p:animEffect>
                                    <p:set>
                                      <p:cBhvr>
                                        <p:cTn id="108" dur="1" fill="hold">
                                          <p:stCondLst>
                                            <p:cond delay="499"/>
                                          </p:stCondLst>
                                        </p:cTn>
                                        <p:tgtEl>
                                          <p:spTgt spid="27"/>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1"/>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5"/>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6"/>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3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0" presetClass="exit" presetSubtype="0" fill="hold" grpId="1" nodeType="clickEffect">
                                  <p:stCondLst>
                                    <p:cond delay="0"/>
                                  </p:stCondLst>
                                  <p:childTnLst>
                                    <p:animEffect transition="out" filter="fade">
                                      <p:cBhvr>
                                        <p:cTn id="134" dur="500"/>
                                        <p:tgtEl>
                                          <p:spTgt spid="47"/>
                                        </p:tgtEl>
                                      </p:cBhvr>
                                    </p:animEffect>
                                    <p:set>
                                      <p:cBhvr>
                                        <p:cTn id="135" dur="1" fill="hold">
                                          <p:stCondLst>
                                            <p:cond delay="499"/>
                                          </p:stCondLst>
                                        </p:cTn>
                                        <p:tgtEl>
                                          <p:spTgt spid="47"/>
                                        </p:tgtEl>
                                        <p:attrNameLst>
                                          <p:attrName>style.visibility</p:attrName>
                                        </p:attrNameLst>
                                      </p:cBhvr>
                                      <p:to>
                                        <p:strVal val="hidden"/>
                                      </p:to>
                                    </p:set>
                                  </p:childTnLst>
                                </p:cTn>
                              </p:par>
                              <p:par>
                                <p:cTn id="136" presetID="10" presetClass="exit" presetSubtype="0" fill="hold" grpId="1" nodeType="withEffect">
                                  <p:stCondLst>
                                    <p:cond delay="0"/>
                                  </p:stCondLst>
                                  <p:childTnLst>
                                    <p:animEffect transition="out" filter="fade">
                                      <p:cBhvr>
                                        <p:cTn id="137" dur="500"/>
                                        <p:tgtEl>
                                          <p:spTgt spid="25"/>
                                        </p:tgtEl>
                                      </p:cBhvr>
                                    </p:animEffect>
                                    <p:set>
                                      <p:cBhvr>
                                        <p:cTn id="138" dur="1" fill="hold">
                                          <p:stCondLst>
                                            <p:cond delay="499"/>
                                          </p:stCondLst>
                                        </p:cTn>
                                        <p:tgtEl>
                                          <p:spTgt spid="25"/>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3"/>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26"/>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22" presetClass="entr" presetSubtype="4" fill="hold" nodeType="clickEffect">
                                  <p:stCondLst>
                                    <p:cond delay="0"/>
                                  </p:stCondLst>
                                  <p:childTnLst>
                                    <p:set>
                                      <p:cBhvr>
                                        <p:cTn id="154" dur="1" fill="hold">
                                          <p:stCondLst>
                                            <p:cond delay="0"/>
                                          </p:stCondLst>
                                        </p:cTn>
                                        <p:tgtEl>
                                          <p:spTgt spid="38"/>
                                        </p:tgtEl>
                                        <p:attrNameLst>
                                          <p:attrName>style.visibility</p:attrName>
                                        </p:attrNameLst>
                                      </p:cBhvr>
                                      <p:to>
                                        <p:strVal val="visible"/>
                                      </p:to>
                                    </p:set>
                                    <p:animEffect transition="in" filter="wipe(down)">
                                      <p:cBhvr>
                                        <p:cTn id="155" dur="500"/>
                                        <p:tgtEl>
                                          <p:spTgt spid="38"/>
                                        </p:tgtEl>
                                      </p:cBhvr>
                                    </p:animEffect>
                                  </p:childTnLst>
                                </p:cTn>
                              </p:par>
                              <p:par>
                                <p:cTn id="156" presetID="22" presetClass="entr" presetSubtype="4" fill="hold" nodeType="withEffect">
                                  <p:stCondLst>
                                    <p:cond delay="0"/>
                                  </p:stCondLst>
                                  <p:childTnLst>
                                    <p:set>
                                      <p:cBhvr>
                                        <p:cTn id="157" dur="1" fill="hold">
                                          <p:stCondLst>
                                            <p:cond delay="0"/>
                                          </p:stCondLst>
                                        </p:cTn>
                                        <p:tgtEl>
                                          <p:spTgt spid="37"/>
                                        </p:tgtEl>
                                        <p:attrNameLst>
                                          <p:attrName>style.visibility</p:attrName>
                                        </p:attrNameLst>
                                      </p:cBhvr>
                                      <p:to>
                                        <p:strVal val="visible"/>
                                      </p:to>
                                    </p:set>
                                    <p:animEffect transition="in" filter="wipe(down)">
                                      <p:cBhvr>
                                        <p:cTn id="158" dur="500"/>
                                        <p:tgtEl>
                                          <p:spTgt spid="37"/>
                                        </p:tgtEl>
                                      </p:cBhvr>
                                    </p:animEffec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49"/>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0" presetClass="exit" presetSubtype="0" fill="hold" grpId="1" nodeType="clickEffect">
                                  <p:stCondLst>
                                    <p:cond delay="0"/>
                                  </p:stCondLst>
                                  <p:childTnLst>
                                    <p:animEffect transition="out" filter="fade">
                                      <p:cBhvr>
                                        <p:cTn id="166" dur="500"/>
                                        <p:tgtEl>
                                          <p:spTgt spid="49"/>
                                        </p:tgtEl>
                                      </p:cBhvr>
                                    </p:animEffect>
                                    <p:set>
                                      <p:cBhvr>
                                        <p:cTn id="167" dur="1" fill="hold">
                                          <p:stCondLst>
                                            <p:cond delay="499"/>
                                          </p:stCondLst>
                                        </p:cTn>
                                        <p:tgtEl>
                                          <p:spTgt spid="49"/>
                                        </p:tgtEl>
                                        <p:attrNameLst>
                                          <p:attrName>style.visibility</p:attrName>
                                        </p:attrNameLst>
                                      </p:cBhvr>
                                      <p:to>
                                        <p:strVal val="hidden"/>
                                      </p:to>
                                    </p:set>
                                  </p:childTnLst>
                                </p:cTn>
                              </p:par>
                              <p:par>
                                <p:cTn id="168" presetID="10" presetClass="exit" presetSubtype="0" fill="hold" grpId="1" nodeType="withEffect">
                                  <p:stCondLst>
                                    <p:cond delay="0"/>
                                  </p:stCondLst>
                                  <p:childTnLst>
                                    <p:animEffect transition="out" filter="fade">
                                      <p:cBhvr>
                                        <p:cTn id="169" dur="500"/>
                                        <p:tgtEl>
                                          <p:spTgt spid="26"/>
                                        </p:tgtEl>
                                      </p:cBhvr>
                                    </p:animEffect>
                                    <p:set>
                                      <p:cBhvr>
                                        <p:cTn id="170" dur="1" fill="hold">
                                          <p:stCondLst>
                                            <p:cond delay="499"/>
                                          </p:stCondLst>
                                        </p:cTn>
                                        <p:tgtEl>
                                          <p:spTgt spid="26"/>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20"/>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23"/>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22"/>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9" grpId="0" animBg="1"/>
      <p:bldP spid="10" grpId="0" animBg="1"/>
      <p:bldP spid="11" grpId="0" animBg="1"/>
      <p:bldP spid="12" grpId="0" animBg="1"/>
      <p:bldP spid="13" grpId="0" animBg="1"/>
      <p:bldP spid="19" grpId="0" animBg="1"/>
      <p:bldP spid="19" grpId="1" animBg="1"/>
      <p:bldP spid="21" grpId="0" animBg="1"/>
      <p:bldP spid="24" grpId="0" animBg="1"/>
      <p:bldP spid="24" grpId="1" animBg="1"/>
      <p:bldP spid="25" grpId="0" animBg="1"/>
      <p:bldP spid="25" grpId="1" animBg="1"/>
      <p:bldP spid="26" grpId="0" animBg="1"/>
      <p:bldP spid="26" grpId="1" animBg="1"/>
      <p:bldP spid="27" grpId="0" animBg="1"/>
      <p:bldP spid="27" grpId="1" animBg="1"/>
      <p:bldP spid="30" grpId="0" animBg="1"/>
      <p:bldP spid="30" grpId="1" animBg="1"/>
      <p:bldP spid="31" grpId="0" animBg="1"/>
      <p:bldP spid="31" grpId="1" animBg="1"/>
      <p:bldP spid="32" grpId="0" animBg="1"/>
      <p:bldP spid="32" grpId="1" animBg="1"/>
      <p:bldP spid="36" grpId="0" animBg="1"/>
      <p:bldP spid="47" grpId="0" animBg="1"/>
      <p:bldP spid="47" grpId="1" animBg="1"/>
      <p:bldP spid="48" grpId="0" animBg="1"/>
      <p:bldP spid="48" grpId="1" animBg="1"/>
      <p:bldP spid="49" grpId="0" animBg="1"/>
      <p:bldP spid="49"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State Diagram OR State Transition Diagram</a:t>
            </a:r>
          </a:p>
        </p:txBody>
      </p:sp>
      <p:sp>
        <p:nvSpPr>
          <p:cNvPr id="3" name="Content Placeholder 2"/>
          <p:cNvSpPr>
            <a:spLocks noGrp="1"/>
          </p:cNvSpPr>
          <p:nvPr>
            <p:ph idx="1"/>
          </p:nvPr>
        </p:nvSpPr>
        <p:spPr/>
        <p:txBody>
          <a:bodyPr/>
          <a:lstStyle/>
          <a:p>
            <a:pPr>
              <a:buClr>
                <a:schemeClr val="tx2"/>
              </a:buClr>
            </a:pPr>
            <a:r>
              <a:rPr lang="en-US" dirty="0"/>
              <a:t>Active</a:t>
            </a:r>
          </a:p>
          <a:p>
            <a:pPr lvl="1">
              <a:buClr>
                <a:schemeClr val="tx2"/>
              </a:buClr>
            </a:pPr>
            <a:r>
              <a:rPr lang="en-US" dirty="0"/>
              <a:t>This is the </a:t>
            </a:r>
            <a:r>
              <a:rPr lang="en-US" b="1" dirty="0">
                <a:solidFill>
                  <a:schemeClr val="tx2"/>
                </a:solidFill>
              </a:rPr>
              <a:t>initial state</a:t>
            </a:r>
            <a:r>
              <a:rPr lang="en-US" dirty="0"/>
              <a:t>. </a:t>
            </a:r>
          </a:p>
          <a:p>
            <a:pPr lvl="1">
              <a:buClr>
                <a:schemeClr val="tx2"/>
              </a:buClr>
            </a:pPr>
            <a:r>
              <a:rPr lang="en-US" dirty="0"/>
              <a:t>The transaction </a:t>
            </a:r>
            <a:r>
              <a:rPr lang="en-US" b="1" dirty="0">
                <a:solidFill>
                  <a:schemeClr val="tx2"/>
                </a:solidFill>
              </a:rPr>
              <a:t>stays in this state while it is executing</a:t>
            </a:r>
            <a:r>
              <a:rPr lang="en-US" dirty="0"/>
              <a:t>.</a:t>
            </a:r>
          </a:p>
          <a:p>
            <a:pPr>
              <a:buClr>
                <a:schemeClr val="tx2"/>
              </a:buClr>
            </a:pPr>
            <a:r>
              <a:rPr lang="en-US" dirty="0"/>
              <a:t>Partial Committed</a:t>
            </a:r>
          </a:p>
          <a:p>
            <a:pPr lvl="1">
              <a:buClr>
                <a:schemeClr val="tx2"/>
              </a:buClr>
            </a:pPr>
            <a:r>
              <a:rPr lang="en-US" dirty="0"/>
              <a:t>When a transaction </a:t>
            </a:r>
            <a:r>
              <a:rPr lang="en-US" b="1" dirty="0">
                <a:solidFill>
                  <a:schemeClr val="tx2"/>
                </a:solidFill>
              </a:rPr>
              <a:t>executes its final operation/ instruction</a:t>
            </a:r>
            <a:r>
              <a:rPr lang="en-US" dirty="0"/>
              <a:t>, it is said to be in a partially committed state.</a:t>
            </a:r>
          </a:p>
          <a:p>
            <a:pPr>
              <a:buClr>
                <a:schemeClr val="tx2"/>
              </a:buClr>
            </a:pPr>
            <a:r>
              <a:rPr lang="en-US" dirty="0"/>
              <a:t>Failed</a:t>
            </a:r>
          </a:p>
          <a:p>
            <a:pPr lvl="1">
              <a:buClr>
                <a:schemeClr val="tx2"/>
              </a:buClr>
            </a:pPr>
            <a:r>
              <a:rPr lang="en-US" dirty="0"/>
              <a:t>Discover that </a:t>
            </a:r>
            <a:r>
              <a:rPr lang="en-US" b="1" dirty="0">
                <a:solidFill>
                  <a:schemeClr val="tx2"/>
                </a:solidFill>
              </a:rPr>
              <a:t>normal execution can no longer proceed</a:t>
            </a:r>
            <a:r>
              <a:rPr lang="en-US" dirty="0"/>
              <a:t>.</a:t>
            </a:r>
          </a:p>
          <a:p>
            <a:pPr lvl="1">
              <a:buClr>
                <a:schemeClr val="tx2"/>
              </a:buClr>
            </a:pPr>
            <a:r>
              <a:rPr lang="en-US" dirty="0"/>
              <a:t>Once a transaction </a:t>
            </a:r>
            <a:r>
              <a:rPr lang="en-US" b="1" dirty="0">
                <a:solidFill>
                  <a:schemeClr val="tx2"/>
                </a:solidFill>
              </a:rPr>
              <a:t>cannot be completed</a:t>
            </a:r>
            <a:r>
              <a:rPr lang="en-US" dirty="0"/>
              <a:t>, any </a:t>
            </a:r>
            <a:r>
              <a:rPr lang="en-US" b="1" dirty="0">
                <a:solidFill>
                  <a:schemeClr val="tx2"/>
                </a:solidFill>
              </a:rPr>
              <a:t>changes that it made must be undone rolling it back</a:t>
            </a:r>
            <a:r>
              <a:rPr lang="en-US" dirty="0"/>
              <a:t>.</a:t>
            </a:r>
          </a:p>
          <a:p>
            <a:pPr>
              <a:buClr>
                <a:schemeClr val="tx2"/>
              </a:buClr>
            </a:pPr>
            <a:r>
              <a:rPr lang="en-US" dirty="0"/>
              <a:t>Committed</a:t>
            </a:r>
          </a:p>
          <a:p>
            <a:pPr lvl="1">
              <a:buClr>
                <a:schemeClr val="tx2"/>
              </a:buClr>
            </a:pPr>
            <a:r>
              <a:rPr lang="en-US" dirty="0"/>
              <a:t>The transaction enters in this state </a:t>
            </a:r>
            <a:r>
              <a:rPr lang="en-US" b="1" dirty="0">
                <a:solidFill>
                  <a:schemeClr val="tx2"/>
                </a:solidFill>
              </a:rPr>
              <a:t>after successful completion of the transaction </a:t>
            </a:r>
            <a:r>
              <a:rPr lang="en-US" dirty="0"/>
              <a:t>(after committing transaction).</a:t>
            </a:r>
          </a:p>
          <a:p>
            <a:pPr lvl="1">
              <a:buClr>
                <a:schemeClr val="tx2"/>
              </a:buClr>
            </a:pPr>
            <a:r>
              <a:rPr lang="en-US" dirty="0"/>
              <a:t>We </a:t>
            </a:r>
            <a:r>
              <a:rPr lang="en-US" b="1" dirty="0">
                <a:solidFill>
                  <a:schemeClr val="tx2"/>
                </a:solidFill>
              </a:rPr>
              <a:t>cannot abort or rollback a committed transaction</a:t>
            </a:r>
            <a:r>
              <a:rPr lang="en-US" dirty="0"/>
              <a:t>.</a:t>
            </a:r>
          </a:p>
          <a:p>
            <a:pPr>
              <a:buClr>
                <a:schemeClr val="tx2"/>
              </a:buClr>
            </a:pPr>
            <a:r>
              <a:rPr lang="en-US" dirty="0"/>
              <a:t>Aborted</a:t>
            </a:r>
          </a:p>
          <a:p>
            <a:pPr lvl="1">
              <a:buClr>
                <a:schemeClr val="tx2"/>
              </a:buClr>
            </a:pPr>
            <a:r>
              <a:rPr lang="en-US" dirty="0"/>
              <a:t>The state after the </a:t>
            </a:r>
            <a:r>
              <a:rPr lang="en-US" b="1" dirty="0">
                <a:solidFill>
                  <a:schemeClr val="tx2"/>
                </a:solidFill>
              </a:rPr>
              <a:t>transaction has been rolled back </a:t>
            </a:r>
            <a:r>
              <a:rPr lang="en-US" dirty="0"/>
              <a:t>and the </a:t>
            </a:r>
            <a:r>
              <a:rPr lang="en-US" b="1" dirty="0">
                <a:solidFill>
                  <a:schemeClr val="tx2"/>
                </a:solidFill>
              </a:rPr>
              <a:t>database has been restored to its state prior to the start of the transaction</a:t>
            </a:r>
            <a:r>
              <a:rPr lang="en-US" dirty="0"/>
              <a:t>.</a:t>
            </a:r>
          </a:p>
        </p:txBody>
      </p:sp>
    </p:spTree>
    <p:extLst>
      <p:ext uri="{BB962C8B-B14F-4D97-AF65-F5344CB8AC3E}">
        <p14:creationId xmlns:p14="http://schemas.microsoft.com/office/powerpoint/2010/main" val="979361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Modes of Transactions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65044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49BF2-FD08-B12E-1B0A-0112279B9905}"/>
              </a:ext>
            </a:extLst>
          </p:cNvPr>
          <p:cNvSpPr>
            <a:spLocks noGrp="1"/>
          </p:cNvSpPr>
          <p:nvPr>
            <p:ph type="title"/>
          </p:nvPr>
        </p:nvSpPr>
        <p:spPr/>
        <p:txBody>
          <a:bodyPr/>
          <a:lstStyle/>
          <a:p>
            <a:r>
              <a:rPr lang="en-US" dirty="0"/>
              <a:t>Modes of Transaction</a:t>
            </a:r>
            <a:endParaRPr lang="en-GB" dirty="0"/>
          </a:p>
        </p:txBody>
      </p:sp>
      <p:sp>
        <p:nvSpPr>
          <p:cNvPr id="3" name="Content Placeholder 2">
            <a:extLst>
              <a:ext uri="{FF2B5EF4-FFF2-40B4-BE49-F238E27FC236}">
                <a16:creationId xmlns:a16="http://schemas.microsoft.com/office/drawing/2014/main" id="{6D55E503-07FA-0BD5-1DED-28F82D4A6EB7}"/>
              </a:ext>
            </a:extLst>
          </p:cNvPr>
          <p:cNvSpPr>
            <a:spLocks noGrp="1"/>
          </p:cNvSpPr>
          <p:nvPr>
            <p:ph idx="1"/>
          </p:nvPr>
        </p:nvSpPr>
        <p:spPr/>
        <p:txBody>
          <a:bodyPr/>
          <a:lstStyle/>
          <a:p>
            <a:r>
              <a:rPr lang="en-US" dirty="0"/>
              <a:t>SQL Server operates in the following transaction modes:</a:t>
            </a:r>
          </a:p>
          <a:p>
            <a:r>
              <a:rPr lang="en-US" b="1" dirty="0" err="1">
                <a:solidFill>
                  <a:srgbClr val="0070C0"/>
                </a:solidFill>
              </a:rPr>
              <a:t>Autocommit</a:t>
            </a:r>
            <a:r>
              <a:rPr lang="en-US" b="1" dirty="0">
                <a:solidFill>
                  <a:srgbClr val="0070C0"/>
                </a:solidFill>
              </a:rPr>
              <a:t> transaction</a:t>
            </a:r>
          </a:p>
          <a:p>
            <a:pPr lvl="1"/>
            <a:r>
              <a:rPr lang="en-US" dirty="0"/>
              <a:t>Each individual statement is a transaction.</a:t>
            </a:r>
          </a:p>
          <a:p>
            <a:pPr lvl="1"/>
            <a:r>
              <a:rPr lang="en-US" dirty="0" err="1"/>
              <a:t>Autocommit</a:t>
            </a:r>
            <a:r>
              <a:rPr lang="en-US" b="1" dirty="0"/>
              <a:t> </a:t>
            </a:r>
            <a:r>
              <a:rPr lang="en-US" dirty="0"/>
              <a:t>mode is the </a:t>
            </a:r>
            <a:r>
              <a:rPr lang="en-US" b="1" dirty="0"/>
              <a:t>default transaction mode </a:t>
            </a:r>
            <a:r>
              <a:rPr lang="en-US" dirty="0"/>
              <a:t>for the SQL Server.</a:t>
            </a:r>
          </a:p>
          <a:p>
            <a:pPr lvl="1"/>
            <a:r>
              <a:rPr lang="en-US" dirty="0"/>
              <a:t>In this mode, each T-SQL statement is evaluated as a transaction and they are committed or rolled back according to their results. </a:t>
            </a:r>
          </a:p>
          <a:p>
            <a:r>
              <a:rPr lang="en-US" b="1" dirty="0">
                <a:solidFill>
                  <a:srgbClr val="0070C0"/>
                </a:solidFill>
              </a:rPr>
              <a:t>Implicit transaction</a:t>
            </a:r>
          </a:p>
          <a:p>
            <a:pPr lvl="1"/>
            <a:r>
              <a:rPr lang="en-US" dirty="0"/>
              <a:t>A new transaction for every DML statement is </a:t>
            </a:r>
            <a:r>
              <a:rPr lang="en-US" b="1" dirty="0">
                <a:solidFill>
                  <a:srgbClr val="B71B1C"/>
                </a:solidFill>
              </a:rPr>
              <a:t>implicitly started </a:t>
            </a:r>
            <a:r>
              <a:rPr lang="en-US" dirty="0"/>
              <a:t>when the prior transaction completes, but each transaction is </a:t>
            </a:r>
            <a:r>
              <a:rPr lang="en-US" b="1" dirty="0">
                <a:solidFill>
                  <a:srgbClr val="B71B1C"/>
                </a:solidFill>
              </a:rPr>
              <a:t>explicitly completed </a:t>
            </a:r>
            <a:r>
              <a:rPr lang="en-US" dirty="0"/>
              <a:t>with a </a:t>
            </a:r>
            <a:r>
              <a:rPr lang="en-US" b="1" dirty="0">
                <a:solidFill>
                  <a:schemeClr val="tx2">
                    <a:lumMod val="75000"/>
                  </a:schemeClr>
                </a:solidFill>
              </a:rPr>
              <a:t>COMMIT or ROLLBACK </a:t>
            </a:r>
            <a:r>
              <a:rPr lang="en-US" dirty="0"/>
              <a:t>statement.</a:t>
            </a:r>
          </a:p>
          <a:p>
            <a:r>
              <a:rPr lang="en-US" b="1" dirty="0">
                <a:solidFill>
                  <a:srgbClr val="0070C0"/>
                </a:solidFill>
              </a:rPr>
              <a:t>Explicit transaction</a:t>
            </a:r>
          </a:p>
          <a:p>
            <a:pPr lvl="1"/>
            <a:r>
              <a:rPr lang="en-US" dirty="0"/>
              <a:t>Each transaction is </a:t>
            </a:r>
            <a:r>
              <a:rPr lang="en-US" b="1" dirty="0">
                <a:solidFill>
                  <a:srgbClr val="B71B1C"/>
                </a:solidFill>
              </a:rPr>
              <a:t>explicitly started </a:t>
            </a:r>
            <a:r>
              <a:rPr lang="en-US" dirty="0"/>
              <a:t>with the </a:t>
            </a:r>
            <a:r>
              <a:rPr lang="en-US" b="1" dirty="0">
                <a:solidFill>
                  <a:schemeClr val="tx2">
                    <a:lumMod val="75000"/>
                  </a:schemeClr>
                </a:solidFill>
              </a:rPr>
              <a:t>BEGIN TRANSACTION </a:t>
            </a:r>
            <a:r>
              <a:rPr lang="en-US" dirty="0"/>
              <a:t>statement and </a:t>
            </a:r>
            <a:r>
              <a:rPr lang="en-US" b="1" dirty="0">
                <a:solidFill>
                  <a:srgbClr val="B71B1C"/>
                </a:solidFill>
              </a:rPr>
              <a:t>explicitly ended </a:t>
            </a:r>
            <a:r>
              <a:rPr lang="en-US" dirty="0"/>
              <a:t>with a </a:t>
            </a:r>
            <a:r>
              <a:rPr lang="en-US" b="1" dirty="0">
                <a:solidFill>
                  <a:schemeClr val="tx2">
                    <a:lumMod val="75000"/>
                  </a:schemeClr>
                </a:solidFill>
              </a:rPr>
              <a:t>COMMIT or ROLLBACK </a:t>
            </a:r>
            <a:r>
              <a:rPr lang="en-US" dirty="0"/>
              <a:t>statement.</a:t>
            </a:r>
          </a:p>
          <a:p>
            <a:pPr lvl="1"/>
            <a:r>
              <a:rPr lang="en-US" dirty="0"/>
              <a:t>It provides to define a transaction exactly with the starting and ending points of the transaction.</a:t>
            </a:r>
          </a:p>
          <a:p>
            <a:endParaRPr lang="en-GB" dirty="0"/>
          </a:p>
        </p:txBody>
      </p:sp>
    </p:spTree>
    <p:extLst>
      <p:ext uri="{BB962C8B-B14F-4D97-AF65-F5344CB8AC3E}">
        <p14:creationId xmlns:p14="http://schemas.microsoft.com/office/powerpoint/2010/main" val="185419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97C91-0042-525D-2C7F-D2C7D682AA87}"/>
              </a:ext>
            </a:extLst>
          </p:cNvPr>
          <p:cNvSpPr>
            <a:spLocks noGrp="1"/>
          </p:cNvSpPr>
          <p:nvPr>
            <p:ph type="title"/>
          </p:nvPr>
        </p:nvSpPr>
        <p:spPr/>
        <p:txBody>
          <a:bodyPr/>
          <a:lstStyle/>
          <a:p>
            <a:r>
              <a:rPr lang="en-US" dirty="0"/>
              <a:t>Implicit Transaction</a:t>
            </a:r>
            <a:endParaRPr lang="en-GB" dirty="0"/>
          </a:p>
        </p:txBody>
      </p:sp>
      <p:sp>
        <p:nvSpPr>
          <p:cNvPr id="3" name="Content Placeholder 2">
            <a:extLst>
              <a:ext uri="{FF2B5EF4-FFF2-40B4-BE49-F238E27FC236}">
                <a16:creationId xmlns:a16="http://schemas.microsoft.com/office/drawing/2014/main" id="{786300AE-1135-26F3-E5C7-53D56B3718BD}"/>
              </a:ext>
            </a:extLst>
          </p:cNvPr>
          <p:cNvSpPr>
            <a:spLocks noGrp="1"/>
          </p:cNvSpPr>
          <p:nvPr>
            <p:ph idx="1"/>
          </p:nvPr>
        </p:nvSpPr>
        <p:spPr>
          <a:xfrm>
            <a:off x="131181" y="863444"/>
            <a:ext cx="5481562" cy="1875931"/>
          </a:xfrm>
        </p:spPr>
        <p:txBody>
          <a:bodyPr/>
          <a:lstStyle/>
          <a:p>
            <a:r>
              <a:rPr lang="en-US" dirty="0"/>
              <a:t>In order to define an implicit transaction, we need to </a:t>
            </a:r>
            <a:r>
              <a:rPr lang="en-US" b="1" dirty="0"/>
              <a:t>enable the IMPLICIT_TRANSACTIONS option</a:t>
            </a:r>
            <a:r>
              <a:rPr lang="en-US" dirty="0"/>
              <a:t>. </a:t>
            </a:r>
          </a:p>
          <a:p>
            <a:r>
              <a:rPr lang="en-US" dirty="0"/>
              <a:t>The following query illustrates an example of an implicit transaction.</a:t>
            </a:r>
          </a:p>
          <a:p>
            <a:pPr marL="544512" lvl="1" indent="0">
              <a:buNone/>
            </a:pPr>
            <a:endParaRPr lang="en-GB" sz="1800" dirty="0">
              <a:solidFill>
                <a:srgbClr val="0000FF"/>
              </a:solidFill>
              <a:latin typeface="Consolas" panose="020B0609020204030204" pitchFamily="49" charset="0"/>
            </a:endParaRPr>
          </a:p>
          <a:p>
            <a:pPr marL="544512" lvl="1" indent="0">
              <a:buNone/>
            </a:pPr>
            <a:endParaRPr lang="en-GB" sz="1600" dirty="0"/>
          </a:p>
        </p:txBody>
      </p:sp>
      <p:sp>
        <p:nvSpPr>
          <p:cNvPr id="4" name="Content Placeholder 2">
            <a:extLst>
              <a:ext uri="{FF2B5EF4-FFF2-40B4-BE49-F238E27FC236}">
                <a16:creationId xmlns:a16="http://schemas.microsoft.com/office/drawing/2014/main" id="{4CD76ABD-DFA3-B51F-CDE2-D23906C97106}"/>
              </a:ext>
            </a:extLst>
          </p:cNvPr>
          <p:cNvSpPr txBox="1">
            <a:spLocks/>
          </p:cNvSpPr>
          <p:nvPr/>
        </p:nvSpPr>
        <p:spPr>
          <a:xfrm>
            <a:off x="5779311" y="2518847"/>
            <a:ext cx="5299236" cy="360927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GB" sz="1800" dirty="0"/>
          </a:p>
        </p:txBody>
      </p:sp>
      <p:sp>
        <p:nvSpPr>
          <p:cNvPr id="6" name="TextBox 5">
            <a:extLst>
              <a:ext uri="{FF2B5EF4-FFF2-40B4-BE49-F238E27FC236}">
                <a16:creationId xmlns:a16="http://schemas.microsoft.com/office/drawing/2014/main" id="{D6E37241-8EDB-4E74-79BD-652BEF308BFD}"/>
              </a:ext>
            </a:extLst>
          </p:cNvPr>
          <p:cNvSpPr txBox="1"/>
          <p:nvPr/>
        </p:nvSpPr>
        <p:spPr>
          <a:xfrm>
            <a:off x="6096000" y="863444"/>
            <a:ext cx="5780866" cy="1569660"/>
          </a:xfrm>
          <a:prstGeom prst="rect">
            <a:avLst/>
          </a:prstGeom>
          <a:noFill/>
        </p:spPr>
        <p:txBody>
          <a:bodyPr wrap="square">
            <a:spAutoFit/>
          </a:bodyPr>
          <a:lstStyle/>
          <a:p>
            <a:pPr algn="just"/>
            <a:r>
              <a:rPr lang="en-GB" sz="2400" dirty="0">
                <a:solidFill>
                  <a:srgbClr val="FF00FF"/>
                </a:solidFill>
                <a:latin typeface="Consolas" panose="020B0609020204030204" pitchFamily="49" charset="0"/>
              </a:rPr>
              <a:t>@@TRANCOUNT</a:t>
            </a:r>
            <a:r>
              <a:rPr lang="en-GB" sz="2400" dirty="0">
                <a:solidFill>
                  <a:srgbClr val="000000"/>
                </a:solidFill>
                <a:latin typeface="Consolas" panose="020B0609020204030204" pitchFamily="49" charset="0"/>
              </a:rPr>
              <a:t> </a:t>
            </a:r>
            <a:r>
              <a:rPr lang="en-US" sz="2400" dirty="0"/>
              <a:t>function returns the number of BEGIN TRANSACTION statements in the </a:t>
            </a:r>
            <a:r>
              <a:rPr lang="en-US" sz="2400" b="1" dirty="0"/>
              <a:t>current session </a:t>
            </a:r>
            <a:r>
              <a:rPr lang="en-US" sz="2400" dirty="0"/>
              <a:t>and we can use this function to count the </a:t>
            </a:r>
            <a:r>
              <a:rPr lang="en-US" sz="2400" b="1" dirty="0"/>
              <a:t>open local transaction numbers</a:t>
            </a:r>
            <a:endParaRPr lang="en-GB" sz="2400" b="1" dirty="0"/>
          </a:p>
        </p:txBody>
      </p:sp>
      <p:pic>
        <p:nvPicPr>
          <p:cNvPr id="8" name="Picture 7">
            <a:extLst>
              <a:ext uri="{FF2B5EF4-FFF2-40B4-BE49-F238E27FC236}">
                <a16:creationId xmlns:a16="http://schemas.microsoft.com/office/drawing/2014/main" id="{66863E42-6F4A-917A-876F-7288799B60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5426" y="2739375"/>
            <a:ext cx="1959441" cy="1701997"/>
          </a:xfrm>
          <a:prstGeom prst="rect">
            <a:avLst/>
          </a:prstGeom>
          <a:ln>
            <a:solidFill>
              <a:schemeClr val="tx1"/>
            </a:solidFill>
          </a:ln>
        </p:spPr>
      </p:pic>
      <p:sp>
        <p:nvSpPr>
          <p:cNvPr id="10" name="TextBox 9">
            <a:extLst>
              <a:ext uri="{FF2B5EF4-FFF2-40B4-BE49-F238E27FC236}">
                <a16:creationId xmlns:a16="http://schemas.microsoft.com/office/drawing/2014/main" id="{3C38C629-6AAB-05FC-FCB2-8FC6E6CBB222}"/>
              </a:ext>
            </a:extLst>
          </p:cNvPr>
          <p:cNvSpPr txBox="1"/>
          <p:nvPr/>
        </p:nvSpPr>
        <p:spPr>
          <a:xfrm>
            <a:off x="6096000" y="4746033"/>
            <a:ext cx="5780866" cy="1200329"/>
          </a:xfrm>
          <a:prstGeom prst="rect">
            <a:avLst/>
          </a:prstGeom>
          <a:noFill/>
        </p:spPr>
        <p:txBody>
          <a:bodyPr wrap="square">
            <a:spAutoFit/>
          </a:bodyPr>
          <a:lstStyle/>
          <a:p>
            <a:pPr algn="just"/>
            <a:r>
              <a:rPr lang="en-US" sz="2400" dirty="0"/>
              <a:t>The </a:t>
            </a:r>
            <a:r>
              <a:rPr lang="en-US" sz="2400" b="1" dirty="0"/>
              <a:t>COMMIT TRANSACTION </a:t>
            </a:r>
            <a:r>
              <a:rPr lang="en-US" sz="2400" dirty="0"/>
              <a:t>statement applies the data changes to the database and the changed data will become permanent.</a:t>
            </a:r>
            <a:endParaRPr lang="en-GB" sz="2400" dirty="0"/>
          </a:p>
        </p:txBody>
      </p:sp>
      <p:sp>
        <p:nvSpPr>
          <p:cNvPr id="5" name="Rectangle 4">
            <a:extLst>
              <a:ext uri="{FF2B5EF4-FFF2-40B4-BE49-F238E27FC236}">
                <a16:creationId xmlns:a16="http://schemas.microsoft.com/office/drawing/2014/main" id="{054AB404-5560-5148-39B0-A9470337D29D}"/>
              </a:ext>
            </a:extLst>
          </p:cNvPr>
          <p:cNvSpPr/>
          <p:nvPr/>
        </p:nvSpPr>
        <p:spPr>
          <a:xfrm>
            <a:off x="1013070" y="3068559"/>
            <a:ext cx="4766241" cy="2377574"/>
          </a:xfrm>
          <a:prstGeom prst="rect">
            <a:avLst/>
          </a:prstGeom>
          <a:solidFill>
            <a:schemeClr val="bg1">
              <a:lumMod val="95000"/>
            </a:schemeClr>
          </a:solidFill>
          <a:ln>
            <a:noFill/>
          </a:ln>
        </p:spPr>
        <p:txBody>
          <a:bodyPr wrap="square">
            <a:spAutoFit/>
          </a:bodyPr>
          <a:lstStyle/>
          <a:p>
            <a:pPr marL="87312"/>
            <a:r>
              <a:rPr lang="en-GB" sz="1650" b="1" dirty="0">
                <a:solidFill>
                  <a:srgbClr val="0000FF"/>
                </a:solidFill>
                <a:latin typeface="Consolas" panose="020B0609020204030204" pitchFamily="49" charset="0"/>
              </a:rPr>
              <a:t>SET</a:t>
            </a:r>
            <a:r>
              <a:rPr lang="en-GB" sz="1650" b="1" dirty="0">
                <a:solidFill>
                  <a:srgbClr val="000000"/>
                </a:solidFill>
                <a:latin typeface="Consolas" panose="020B0609020204030204" pitchFamily="49" charset="0"/>
              </a:rPr>
              <a:t> </a:t>
            </a:r>
            <a:r>
              <a:rPr lang="en-GB" sz="1650" b="1" dirty="0">
                <a:solidFill>
                  <a:srgbClr val="0000FF"/>
                </a:solidFill>
                <a:latin typeface="Consolas" panose="020B0609020204030204" pitchFamily="49" charset="0"/>
              </a:rPr>
              <a:t>IMPLICIT_TRANSACTIONS</a:t>
            </a:r>
            <a:r>
              <a:rPr lang="en-GB" sz="1650" b="1" dirty="0">
                <a:solidFill>
                  <a:srgbClr val="000000"/>
                </a:solidFill>
                <a:latin typeface="Consolas" panose="020B0609020204030204" pitchFamily="49" charset="0"/>
              </a:rPr>
              <a:t> </a:t>
            </a:r>
            <a:r>
              <a:rPr lang="en-GB" sz="1650" b="1" dirty="0">
                <a:solidFill>
                  <a:srgbClr val="0000FF"/>
                </a:solidFill>
                <a:latin typeface="Consolas" panose="020B0609020204030204" pitchFamily="49" charset="0"/>
              </a:rPr>
              <a:t>ON</a:t>
            </a:r>
            <a:r>
              <a:rPr lang="en-GB" sz="1650" b="1" dirty="0">
                <a:solidFill>
                  <a:srgbClr val="000000"/>
                </a:solidFill>
                <a:latin typeface="Consolas" panose="020B0609020204030204" pitchFamily="49" charset="0"/>
              </a:rPr>
              <a:t> </a:t>
            </a:r>
          </a:p>
          <a:p>
            <a:pPr marL="87312"/>
            <a:r>
              <a:rPr lang="en-GB" sz="1650" dirty="0">
                <a:solidFill>
                  <a:srgbClr val="FF00FF"/>
                </a:solidFill>
                <a:latin typeface="Consolas" panose="020B0609020204030204" pitchFamily="49" charset="0"/>
              </a:rPr>
              <a:t>UPDATE</a:t>
            </a:r>
            <a:r>
              <a:rPr lang="en-GB" sz="1650" dirty="0">
                <a:solidFill>
                  <a:srgbClr val="000000"/>
                </a:solidFill>
                <a:latin typeface="Consolas" panose="020B0609020204030204" pitchFamily="49" charset="0"/>
              </a:rPr>
              <a:t> Person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Lastname</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FF0000"/>
                </a:solidFill>
                <a:latin typeface="Consolas" panose="020B0609020204030204" pitchFamily="49" charset="0"/>
              </a:rPr>
              <a:t>'Patel'</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Firstname</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00"/>
                </a:solidFill>
                <a:latin typeface="Consolas" panose="020B0609020204030204" pitchFamily="49" charset="0"/>
              </a:rPr>
              <a:t>'Naimish’ </a:t>
            </a:r>
          </a:p>
          <a:p>
            <a:pPr marL="87312"/>
            <a:r>
              <a:rPr lang="en-GB" sz="1650" dirty="0">
                <a:solidFill>
                  <a:srgbClr val="0000FF"/>
                </a:solidFill>
                <a:latin typeface="Consolas" panose="020B0609020204030204" pitchFamily="49" charset="0"/>
              </a:rPr>
              <a:t>WHERE</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WorkerID</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101</a:t>
            </a:r>
          </a:p>
          <a:p>
            <a:pPr marL="87312"/>
            <a:r>
              <a:rPr lang="en-GB" sz="1650" dirty="0">
                <a:solidFill>
                  <a:srgbClr val="0000FF"/>
                </a:solidFill>
                <a:latin typeface="Consolas" panose="020B0609020204030204" pitchFamily="49" charset="0"/>
              </a:rPr>
              <a:t>SELECT</a:t>
            </a:r>
            <a:r>
              <a:rPr lang="en-GB" sz="1650" dirty="0">
                <a:solidFill>
                  <a:srgbClr val="000000"/>
                </a:solidFill>
                <a:latin typeface="Consolas" panose="020B0609020204030204" pitchFamily="49" charset="0"/>
              </a:rPr>
              <a:t> </a:t>
            </a:r>
          </a:p>
          <a:p>
            <a:pPr marL="87312"/>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@@TRANCOUNT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OpenTransactions</a:t>
            </a:r>
            <a:r>
              <a:rPr lang="en-GB" sz="1650" dirty="0">
                <a:solidFill>
                  <a:srgbClr val="000000"/>
                </a:solidFill>
                <a:latin typeface="Consolas" panose="020B0609020204030204" pitchFamily="49" charset="0"/>
              </a:rPr>
              <a:t> </a:t>
            </a:r>
          </a:p>
          <a:p>
            <a:pPr marL="87312"/>
            <a:r>
              <a:rPr lang="en-GB" sz="1650" dirty="0">
                <a:solidFill>
                  <a:srgbClr val="0000FF"/>
                </a:solidFill>
                <a:latin typeface="Consolas" panose="020B0609020204030204" pitchFamily="49" charset="0"/>
              </a:rPr>
              <a:t>COMMIT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r>
              <a:rPr lang="en-GB" sz="1650" dirty="0">
                <a:solidFill>
                  <a:srgbClr val="000000"/>
                </a:solidFill>
                <a:latin typeface="Consolas" panose="020B0609020204030204" pitchFamily="49" charset="0"/>
              </a:rPr>
              <a:t> </a:t>
            </a:r>
          </a:p>
          <a:p>
            <a:pPr marL="87312"/>
            <a:r>
              <a:rPr lang="en-GB" sz="1650" dirty="0">
                <a:solidFill>
                  <a:srgbClr val="0000FF"/>
                </a:solidFill>
                <a:latin typeface="Consolas" panose="020B0609020204030204" pitchFamily="49" charset="0"/>
              </a:rPr>
              <a:t>SELECT</a:t>
            </a:r>
            <a:r>
              <a:rPr lang="en-GB" sz="1650" dirty="0">
                <a:solidFill>
                  <a:srgbClr val="000000"/>
                </a:solidFill>
                <a:latin typeface="Consolas" panose="020B0609020204030204" pitchFamily="49" charset="0"/>
              </a:rPr>
              <a:t> </a:t>
            </a:r>
          </a:p>
          <a:p>
            <a:pPr marL="87312"/>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@@TRANCOUNT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OpenTransactions</a:t>
            </a:r>
            <a:endParaRPr lang="en-GB" sz="1650" dirty="0"/>
          </a:p>
        </p:txBody>
      </p:sp>
      <p:sp>
        <p:nvSpPr>
          <p:cNvPr id="7" name="Rectangle 6">
            <a:extLst>
              <a:ext uri="{FF2B5EF4-FFF2-40B4-BE49-F238E27FC236}">
                <a16:creationId xmlns:a16="http://schemas.microsoft.com/office/drawing/2014/main" id="{906A16E8-7EE0-D0C4-6E23-ABB4D0CD9C3C}"/>
              </a:ext>
            </a:extLst>
          </p:cNvPr>
          <p:cNvSpPr/>
          <p:nvPr/>
        </p:nvSpPr>
        <p:spPr>
          <a:xfrm>
            <a:off x="449284" y="3068559"/>
            <a:ext cx="563786" cy="237757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p:txBody>
      </p:sp>
      <p:sp>
        <p:nvSpPr>
          <p:cNvPr id="9" name="Rectangle: Top Corners Rounded 8">
            <a:extLst>
              <a:ext uri="{FF2B5EF4-FFF2-40B4-BE49-F238E27FC236}">
                <a16:creationId xmlns:a16="http://schemas.microsoft.com/office/drawing/2014/main" id="{8EBB7BD7-7EBE-702D-0824-244FF01B1679}"/>
              </a:ext>
            </a:extLst>
          </p:cNvPr>
          <p:cNvSpPr/>
          <p:nvPr/>
        </p:nvSpPr>
        <p:spPr>
          <a:xfrm>
            <a:off x="449283" y="2739375"/>
            <a:ext cx="182738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Implicit Transaction</a:t>
            </a:r>
            <a:endParaRPr lang="en-US" sz="1600" dirty="0">
              <a:solidFill>
                <a:schemeClr val="bg1"/>
              </a:solidFill>
            </a:endParaRPr>
          </a:p>
        </p:txBody>
      </p:sp>
    </p:spTree>
    <p:extLst>
      <p:ext uri="{BB962C8B-B14F-4D97-AF65-F5344CB8AC3E}">
        <p14:creationId xmlns:p14="http://schemas.microsoft.com/office/powerpoint/2010/main" val="324235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bg/>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nodePh="1">
                                  <p:stCondLst>
                                    <p:cond delay="0"/>
                                  </p:stCondLst>
                                  <p:endCondLst>
                                    <p:cond evt="begin" delay="0">
                                      <p:tn val="53"/>
                                    </p:cond>
                                  </p:end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10" grpId="0"/>
      <p:bldP spid="5" grpId="0" build="p" animBg="1"/>
      <p:bldP spid="7" grpId="0" animBg="1"/>
      <p:bldP spid="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1A1B6-717A-2EA4-1D9A-83C01B62855F}"/>
              </a:ext>
            </a:extLst>
          </p:cNvPr>
          <p:cNvSpPr>
            <a:spLocks noGrp="1"/>
          </p:cNvSpPr>
          <p:nvPr>
            <p:ph type="title"/>
          </p:nvPr>
        </p:nvSpPr>
        <p:spPr/>
        <p:txBody>
          <a:bodyPr/>
          <a:lstStyle/>
          <a:p>
            <a:r>
              <a:rPr lang="en-US" dirty="0"/>
              <a:t>Explicit Transaction</a:t>
            </a:r>
            <a:endParaRPr lang="en-GB" dirty="0"/>
          </a:p>
        </p:txBody>
      </p:sp>
      <p:sp>
        <p:nvSpPr>
          <p:cNvPr id="3" name="Content Placeholder 2">
            <a:extLst>
              <a:ext uri="{FF2B5EF4-FFF2-40B4-BE49-F238E27FC236}">
                <a16:creationId xmlns:a16="http://schemas.microsoft.com/office/drawing/2014/main" id="{79B85455-B4A0-5213-077D-C75E7C8CC104}"/>
              </a:ext>
            </a:extLst>
          </p:cNvPr>
          <p:cNvSpPr>
            <a:spLocks noGrp="1"/>
          </p:cNvSpPr>
          <p:nvPr>
            <p:ph idx="1"/>
          </p:nvPr>
        </p:nvSpPr>
        <p:spPr/>
        <p:txBody>
          <a:bodyPr/>
          <a:lstStyle/>
          <a:p>
            <a:r>
              <a:rPr lang="en-US" dirty="0"/>
              <a:t>In order to define an explicit transaction, we start to use the BEGIN TRANSACTION command because this statement identifies the starting point of the explicit transaction. </a:t>
            </a:r>
          </a:p>
          <a:p>
            <a:r>
              <a:rPr lang="en-US" dirty="0"/>
              <a:t>It has the following syntax:</a:t>
            </a:r>
          </a:p>
          <a:p>
            <a:pPr marL="544512" lvl="1" indent="0">
              <a:buNone/>
            </a:pPr>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transaction_name</a:t>
            </a:r>
            <a:r>
              <a:rPr lang="en-US" sz="1800" dirty="0">
                <a:solidFill>
                  <a:srgbClr val="000000"/>
                </a:solidFill>
                <a:latin typeface="Consolas" panose="020B0609020204030204" pitchFamily="49" charset="0"/>
              </a:rPr>
              <a:t> | @tran_name_variable }</a:t>
            </a:r>
          </a:p>
          <a:p>
            <a:pPr marL="544512" lvl="1" indent="0">
              <a:buNone/>
            </a:pPr>
            <a:r>
              <a:rPr lang="en-GB" sz="1800" dirty="0">
                <a:solidFill>
                  <a:srgbClr val="000000"/>
                </a:solidFill>
                <a:latin typeface="Consolas" panose="020B0609020204030204" pitchFamily="49" charset="0"/>
              </a:rPr>
              <a:t>    [WITH MARK ['description’]]]</a:t>
            </a:r>
          </a:p>
          <a:p>
            <a:pPr marL="887412" lvl="1" indent="-342900"/>
            <a:r>
              <a:rPr lang="en-US" sz="2400" b="1" dirty="0" err="1"/>
              <a:t>transaction_name</a:t>
            </a:r>
            <a:r>
              <a:rPr lang="en-US" sz="2400" b="1" dirty="0"/>
              <a:t> </a:t>
            </a:r>
            <a:r>
              <a:rPr lang="en-US" sz="2400" dirty="0"/>
              <a:t>option is used to assign a specific name to transactions.</a:t>
            </a:r>
          </a:p>
          <a:p>
            <a:pPr marL="887412" lvl="1" indent="-342900"/>
            <a:r>
              <a:rPr lang="en-US" sz="2400" b="1" dirty="0"/>
              <a:t>@trans_var </a:t>
            </a:r>
            <a:r>
              <a:rPr lang="en-US" sz="2400" dirty="0"/>
              <a:t>option is a user-defined variable that is used to hold the transaction name.</a:t>
            </a:r>
          </a:p>
          <a:p>
            <a:pPr marL="887412" lvl="1" indent="-342900"/>
            <a:r>
              <a:rPr lang="en-US" sz="2400" b="1" dirty="0"/>
              <a:t>WITH MARK </a:t>
            </a:r>
            <a:r>
              <a:rPr lang="en-US" sz="2400" dirty="0"/>
              <a:t>option enable to mark a particular transaction in the log file.</a:t>
            </a:r>
            <a:endParaRPr lang="en-GB" sz="2400" dirty="0"/>
          </a:p>
        </p:txBody>
      </p:sp>
    </p:spTree>
    <p:extLst>
      <p:ext uri="{BB962C8B-B14F-4D97-AF65-F5344CB8AC3E}">
        <p14:creationId xmlns:p14="http://schemas.microsoft.com/office/powerpoint/2010/main" val="4212785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7781E-5614-4BDD-1E02-A7AA1F534BD4}"/>
              </a:ext>
            </a:extLst>
          </p:cNvPr>
          <p:cNvSpPr>
            <a:spLocks noGrp="1"/>
          </p:cNvSpPr>
          <p:nvPr>
            <p:ph type="title"/>
          </p:nvPr>
        </p:nvSpPr>
        <p:spPr/>
        <p:txBody>
          <a:bodyPr/>
          <a:lstStyle/>
          <a:p>
            <a:r>
              <a:rPr lang="en-US" dirty="0"/>
              <a:t>Explicit Transaction Cont..</a:t>
            </a:r>
            <a:endParaRPr lang="en-GB" dirty="0">
              <a:ea typeface="Roboto Condensed"/>
              <a:cs typeface="Roboto Condensed"/>
            </a:endParaRPr>
          </a:p>
        </p:txBody>
      </p:sp>
      <p:sp>
        <p:nvSpPr>
          <p:cNvPr id="3" name="Content Placeholder 2">
            <a:extLst>
              <a:ext uri="{FF2B5EF4-FFF2-40B4-BE49-F238E27FC236}">
                <a16:creationId xmlns:a16="http://schemas.microsoft.com/office/drawing/2014/main" id="{74F51ABA-E19E-1081-31A1-C0907921B337}"/>
              </a:ext>
            </a:extLst>
          </p:cNvPr>
          <p:cNvSpPr>
            <a:spLocks noGrp="1"/>
          </p:cNvSpPr>
          <p:nvPr>
            <p:ph idx="1"/>
          </p:nvPr>
        </p:nvSpPr>
        <p:spPr/>
        <p:txBody>
          <a:bodyPr/>
          <a:lstStyle/>
          <a:p>
            <a:r>
              <a:rPr lang="en-US" dirty="0"/>
              <a:t>After defining an explicit transaction through the </a:t>
            </a:r>
            <a:r>
              <a:rPr lang="en-US" b="1" dirty="0"/>
              <a:t>BEGIN TRANSACTION </a:t>
            </a:r>
            <a:r>
              <a:rPr lang="en-US" dirty="0"/>
              <a:t>command, the related resources acquired a lock depending on the isolation level of the transaction. </a:t>
            </a:r>
          </a:p>
          <a:p>
            <a:r>
              <a:rPr lang="en-US" dirty="0"/>
              <a:t>For this reason, as possible to use the shortest transaction will help to reduce lock issues. </a:t>
            </a:r>
          </a:p>
          <a:p>
            <a:r>
              <a:rPr lang="en-US" dirty="0"/>
              <a:t>The following statement starts a transaction and then it will change the name of a particular row in the Person table.</a:t>
            </a:r>
          </a:p>
          <a:p>
            <a:endParaRPr lang="en-US" dirty="0"/>
          </a:p>
          <a:p>
            <a:endParaRPr lang="en-US" dirty="0"/>
          </a:p>
          <a:p>
            <a:endParaRPr lang="en-US" dirty="0"/>
          </a:p>
          <a:p>
            <a:endParaRPr lang="en-US" dirty="0"/>
          </a:p>
          <a:p>
            <a:endParaRPr lang="en-US" dirty="0"/>
          </a:p>
          <a:p>
            <a:r>
              <a:rPr lang="en-US" dirty="0"/>
              <a:t>As we stated in the previous section COMMIT TRAN statement applies the data changes to the database and the changed data will become permanent. Now let’s complete the open transaction with a COMMIT TRAN statement.</a:t>
            </a:r>
          </a:p>
          <a:p>
            <a:endParaRPr lang="en-GB" dirty="0"/>
          </a:p>
        </p:txBody>
      </p:sp>
      <p:pic>
        <p:nvPicPr>
          <p:cNvPr id="4" name="Picture 3">
            <a:extLst>
              <a:ext uri="{FF2B5EF4-FFF2-40B4-BE49-F238E27FC236}">
                <a16:creationId xmlns:a16="http://schemas.microsoft.com/office/drawing/2014/main" id="{2AF6DF81-B538-A7A3-9B25-DE4AB733F3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4669" y="3223476"/>
            <a:ext cx="1751874" cy="1521702"/>
          </a:xfrm>
          <a:prstGeom prst="rect">
            <a:avLst/>
          </a:prstGeom>
          <a:ln>
            <a:solidFill>
              <a:schemeClr val="tx1"/>
            </a:solidFill>
          </a:ln>
        </p:spPr>
      </p:pic>
      <p:sp>
        <p:nvSpPr>
          <p:cNvPr id="5" name="Rectangle 4">
            <a:extLst>
              <a:ext uri="{FF2B5EF4-FFF2-40B4-BE49-F238E27FC236}">
                <a16:creationId xmlns:a16="http://schemas.microsoft.com/office/drawing/2014/main" id="{48A8492A-ED87-6CDC-6E65-D7B4064835EF}"/>
              </a:ext>
            </a:extLst>
          </p:cNvPr>
          <p:cNvSpPr/>
          <p:nvPr/>
        </p:nvSpPr>
        <p:spPr>
          <a:xfrm>
            <a:off x="1012101" y="3188684"/>
            <a:ext cx="6934049" cy="1869743"/>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endParaRPr lang="en-GB" sz="1650" dirty="0">
              <a:solidFill>
                <a:srgbClr val="000000"/>
              </a:solidFill>
              <a:latin typeface="Consolas" panose="020B0609020204030204" pitchFamily="49" charset="0"/>
            </a:endParaRPr>
          </a:p>
          <a:p>
            <a:pPr marL="87312"/>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Person </a:t>
            </a:r>
          </a:p>
          <a:p>
            <a:pPr marL="87312"/>
            <a:r>
              <a:rPr lang="en-GB" sz="1650" dirty="0">
                <a:solidFill>
                  <a:srgbClr val="0000FF"/>
                </a:solidFill>
                <a:latin typeface="Consolas" panose="020B0609020204030204" pitchFamily="49" charset="0"/>
              </a:rPr>
              <a:t>	SET</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Lastname</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FF0000"/>
                </a:solidFill>
                <a:latin typeface="Consolas" panose="020B0609020204030204" pitchFamily="49" charset="0"/>
              </a:rPr>
              <a:t>'Patel'</a:t>
            </a:r>
            <a:r>
              <a:rPr lang="en-GB" sz="1650" dirty="0">
                <a:solidFill>
                  <a:srgbClr val="808080"/>
                </a:solidFill>
                <a:latin typeface="Consolas" panose="020B0609020204030204" pitchFamily="49" charset="0"/>
              </a:rPr>
              <a:t>, </a:t>
            </a:r>
            <a:r>
              <a:rPr lang="en-GB" sz="1650" dirty="0" err="1">
                <a:solidFill>
                  <a:srgbClr val="000000"/>
                </a:solidFill>
                <a:latin typeface="Consolas" panose="020B0609020204030204" pitchFamily="49" charset="0"/>
              </a:rPr>
              <a:t>Firstname</a:t>
            </a:r>
            <a:r>
              <a:rPr lang="en-GB" sz="1650" dirty="0">
                <a:solidFill>
                  <a:srgbClr val="808080"/>
                </a:solidFill>
                <a:latin typeface="Consolas" panose="020B0609020204030204" pitchFamily="49" charset="0"/>
              </a:rPr>
              <a:t>= </a:t>
            </a:r>
            <a:r>
              <a:rPr lang="en-GB" sz="1650" dirty="0">
                <a:solidFill>
                  <a:srgbClr val="FF0000"/>
                </a:solidFill>
                <a:latin typeface="Consolas" panose="020B0609020204030204" pitchFamily="49" charset="0"/>
              </a:rPr>
              <a:t>'Naimish'</a:t>
            </a:r>
            <a:r>
              <a:rPr lang="en-GB" sz="1650" dirty="0">
                <a:solidFill>
                  <a:srgbClr val="000000"/>
                </a:solidFill>
                <a:latin typeface="Consolas" panose="020B0609020204030204" pitchFamily="49" charset="0"/>
              </a:rPr>
              <a:t> </a:t>
            </a:r>
          </a:p>
          <a:p>
            <a:pPr marL="87312"/>
            <a:r>
              <a:rPr lang="en-GB" sz="1650" dirty="0">
                <a:solidFill>
                  <a:srgbClr val="0000FF"/>
                </a:solidFill>
                <a:latin typeface="Consolas" panose="020B0609020204030204" pitchFamily="49" charset="0"/>
              </a:rPr>
              <a:t>	WHERE</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WorkerID</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101</a:t>
            </a:r>
          </a:p>
          <a:p>
            <a:pPr marL="87312"/>
            <a:r>
              <a:rPr lang="en-GB" sz="1650" dirty="0">
                <a:solidFill>
                  <a:srgbClr val="0000FF"/>
                </a:solidFill>
                <a:latin typeface="Consolas" panose="020B0609020204030204" pitchFamily="49" charset="0"/>
              </a:rPr>
              <a:t>	SELECT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@@TRANCOUNT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OpenTransactions</a:t>
            </a:r>
            <a:r>
              <a:rPr lang="en-GB" sz="1650" dirty="0">
                <a:solidFill>
                  <a:srgbClr val="000000"/>
                </a:solidFill>
                <a:latin typeface="Consolas" panose="020B0609020204030204" pitchFamily="49" charset="0"/>
              </a:rPr>
              <a:t> </a:t>
            </a:r>
          </a:p>
          <a:p>
            <a:pPr marL="87312"/>
            <a:r>
              <a:rPr lang="en-GB" sz="1650" dirty="0">
                <a:solidFill>
                  <a:srgbClr val="0000FF"/>
                </a:solidFill>
                <a:latin typeface="Consolas" panose="020B0609020204030204" pitchFamily="49" charset="0"/>
              </a:rPr>
              <a:t>COMMIT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r>
              <a:rPr lang="en-GB" sz="1650" dirty="0">
                <a:solidFill>
                  <a:srgbClr val="000000"/>
                </a:solidFill>
                <a:latin typeface="Consolas" panose="020B0609020204030204" pitchFamily="49" charset="0"/>
              </a:rPr>
              <a:t> </a:t>
            </a:r>
          </a:p>
          <a:p>
            <a:pPr marL="87312"/>
            <a:r>
              <a:rPr lang="en-GB" sz="1650" dirty="0">
                <a:solidFill>
                  <a:srgbClr val="0000FF"/>
                </a:solidFill>
                <a:latin typeface="Consolas" panose="020B0609020204030204" pitchFamily="49" charset="0"/>
              </a:rPr>
              <a:t>	SELECT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@@TRANCOUNT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OpenTransactions</a:t>
            </a:r>
            <a:endParaRPr lang="en-GB" sz="1650" dirty="0"/>
          </a:p>
        </p:txBody>
      </p:sp>
      <p:sp>
        <p:nvSpPr>
          <p:cNvPr id="6" name="Rectangle 5">
            <a:extLst>
              <a:ext uri="{FF2B5EF4-FFF2-40B4-BE49-F238E27FC236}">
                <a16:creationId xmlns:a16="http://schemas.microsoft.com/office/drawing/2014/main" id="{C2BAEF79-EA26-FC4C-1182-7EC08AED0DFE}"/>
              </a:ext>
            </a:extLst>
          </p:cNvPr>
          <p:cNvSpPr/>
          <p:nvPr/>
        </p:nvSpPr>
        <p:spPr>
          <a:xfrm>
            <a:off x="448315" y="3188684"/>
            <a:ext cx="563786" cy="1869743"/>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p:txBody>
      </p:sp>
      <p:sp>
        <p:nvSpPr>
          <p:cNvPr id="7" name="Rectangle: Top Corners Rounded 6">
            <a:extLst>
              <a:ext uri="{FF2B5EF4-FFF2-40B4-BE49-F238E27FC236}">
                <a16:creationId xmlns:a16="http://schemas.microsoft.com/office/drawing/2014/main" id="{72DE5BE9-AFA9-3BBA-5855-A33E16E2374C}"/>
              </a:ext>
            </a:extLst>
          </p:cNvPr>
          <p:cNvSpPr/>
          <p:nvPr/>
        </p:nvSpPr>
        <p:spPr>
          <a:xfrm>
            <a:off x="448314" y="2859500"/>
            <a:ext cx="182738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Explicit Transaction</a:t>
            </a:r>
            <a:endParaRPr lang="en-US" sz="1600" dirty="0">
              <a:solidFill>
                <a:schemeClr val="bg1"/>
              </a:solidFill>
            </a:endParaRPr>
          </a:p>
        </p:txBody>
      </p:sp>
    </p:spTree>
    <p:extLst>
      <p:ext uri="{BB962C8B-B14F-4D97-AF65-F5344CB8AC3E}">
        <p14:creationId xmlns:p14="http://schemas.microsoft.com/office/powerpoint/2010/main" val="3393440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P spid="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lstStyle/>
          <a:p>
            <a:r>
              <a:rPr lang="en-US"/>
              <a:t>Explicit </a:t>
            </a:r>
            <a:r>
              <a:rPr lang="en-US" dirty="0"/>
              <a:t>Transaction Cont..</a:t>
            </a:r>
            <a:endParaRPr lang="en-GB" dirty="0"/>
          </a:p>
        </p:txBody>
      </p:sp>
      <p:sp>
        <p:nvSpPr>
          <p:cNvPr id="3" name="Content Placeholder 2">
            <a:extLst>
              <a:ext uri="{FF2B5EF4-FFF2-40B4-BE49-F238E27FC236}">
                <a16:creationId xmlns:a16="http://schemas.microsoft.com/office/drawing/2014/main" id="{720D7694-BB66-01B9-837D-3260EE6F21D9}"/>
              </a:ext>
            </a:extLst>
          </p:cNvPr>
          <p:cNvSpPr>
            <a:spLocks noGrp="1"/>
          </p:cNvSpPr>
          <p:nvPr>
            <p:ph idx="1"/>
          </p:nvPr>
        </p:nvSpPr>
        <p:spPr/>
        <p:txBody>
          <a:bodyPr/>
          <a:lstStyle/>
          <a:p>
            <a:r>
              <a:rPr lang="en-US" dirty="0"/>
              <a:t>On the other hand, the ROLLBACK TRANSACTION statement helps in undoing all data modifications that are applied by the transaction. </a:t>
            </a:r>
          </a:p>
          <a:p>
            <a:r>
              <a:rPr lang="en-US" dirty="0"/>
              <a:t>In the following example, we will change a particular row but </a:t>
            </a:r>
            <a:r>
              <a:rPr lang="en-US" b="1" dirty="0">
                <a:solidFill>
                  <a:schemeClr val="accent6"/>
                </a:solidFill>
              </a:rPr>
              <a:t>this data modification will not persist</a:t>
            </a:r>
            <a:r>
              <a:rPr lang="en-US" dirty="0"/>
              <a:t>.</a:t>
            </a:r>
          </a:p>
          <a:p>
            <a:endParaRPr lang="en-US" dirty="0"/>
          </a:p>
        </p:txBody>
      </p:sp>
      <p:pic>
        <p:nvPicPr>
          <p:cNvPr id="6" name="Picture 5">
            <a:extLst>
              <a:ext uri="{FF2B5EF4-FFF2-40B4-BE49-F238E27FC236}">
                <a16:creationId xmlns:a16="http://schemas.microsoft.com/office/drawing/2014/main" id="{B31976E7-85E8-66D1-F5D2-7B9764B9D1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207" y="4765949"/>
            <a:ext cx="5809616" cy="1484024"/>
          </a:xfrm>
          <a:prstGeom prst="rect">
            <a:avLst/>
          </a:prstGeom>
          <a:ln w="12700">
            <a:solidFill>
              <a:schemeClr val="tx1"/>
            </a:solidFill>
          </a:ln>
        </p:spPr>
      </p:pic>
      <p:sp>
        <p:nvSpPr>
          <p:cNvPr id="4" name="Rectangle 3">
            <a:extLst>
              <a:ext uri="{FF2B5EF4-FFF2-40B4-BE49-F238E27FC236}">
                <a16:creationId xmlns:a16="http://schemas.microsoft.com/office/drawing/2014/main" id="{80F20F3A-3ED3-E5F7-9D4E-537CC1AF84A9}"/>
              </a:ext>
            </a:extLst>
          </p:cNvPr>
          <p:cNvSpPr/>
          <p:nvPr/>
        </p:nvSpPr>
        <p:spPr>
          <a:xfrm>
            <a:off x="993994" y="2746032"/>
            <a:ext cx="6934049" cy="1869743"/>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endParaRPr lang="en-GB" sz="1650" dirty="0">
              <a:solidFill>
                <a:srgbClr val="000000"/>
              </a:solidFill>
              <a:latin typeface="Consolas" panose="020B0609020204030204" pitchFamily="49" charset="0"/>
            </a:endParaRPr>
          </a:p>
          <a:p>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Person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Lastname</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FF0000"/>
                </a:solidFill>
                <a:latin typeface="Consolas" panose="020B0609020204030204" pitchFamily="49" charset="0"/>
              </a:rPr>
              <a:t>'Vadodariya'</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pPr lvl="1"/>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Firstname</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'NRV</a:t>
            </a:r>
            <a:r>
              <a:rPr lang="en-GB"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p>
          <a:p>
            <a:pPr lvl="2"/>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a:t>
            </a:r>
          </a:p>
          <a:p>
            <a:r>
              <a:rPr lang="en-GB" sz="1650" dirty="0">
                <a:solidFill>
                  <a:srgbClr val="0000FF"/>
                </a:solidFill>
                <a:latin typeface="Consolas" panose="020B0609020204030204" pitchFamily="49" charset="0"/>
              </a:rPr>
              <a:t>ROLLBACK</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r>
              <a:rPr lang="en-GB"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a:t>
            </a:r>
            <a:endParaRPr lang="en-GB" sz="1650" dirty="0"/>
          </a:p>
        </p:txBody>
      </p:sp>
      <p:sp>
        <p:nvSpPr>
          <p:cNvPr id="5" name="Rectangle 4">
            <a:extLst>
              <a:ext uri="{FF2B5EF4-FFF2-40B4-BE49-F238E27FC236}">
                <a16:creationId xmlns:a16="http://schemas.microsoft.com/office/drawing/2014/main" id="{B8E86C63-6AF3-5FE7-5CCB-E08C28AB1DEA}"/>
              </a:ext>
            </a:extLst>
          </p:cNvPr>
          <p:cNvSpPr/>
          <p:nvPr/>
        </p:nvSpPr>
        <p:spPr>
          <a:xfrm>
            <a:off x="430208" y="2746032"/>
            <a:ext cx="563786" cy="1869743"/>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p:txBody>
      </p:sp>
      <p:sp>
        <p:nvSpPr>
          <p:cNvPr id="7" name="Rectangle: Top Corners Rounded 6">
            <a:extLst>
              <a:ext uri="{FF2B5EF4-FFF2-40B4-BE49-F238E27FC236}">
                <a16:creationId xmlns:a16="http://schemas.microsoft.com/office/drawing/2014/main" id="{79584F64-D4EA-6AC9-3E3A-F8A639AC6AE6}"/>
              </a:ext>
            </a:extLst>
          </p:cNvPr>
          <p:cNvSpPr/>
          <p:nvPr/>
        </p:nvSpPr>
        <p:spPr>
          <a:xfrm>
            <a:off x="430206" y="2416848"/>
            <a:ext cx="294747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Explicit Transaction with Rollback</a:t>
            </a:r>
            <a:endParaRPr lang="en-US" sz="1600" dirty="0">
              <a:solidFill>
                <a:schemeClr val="bg1"/>
              </a:solidFill>
            </a:endParaRPr>
          </a:p>
        </p:txBody>
      </p:sp>
    </p:spTree>
    <p:extLst>
      <p:ext uri="{BB962C8B-B14F-4D97-AF65-F5344CB8AC3E}">
        <p14:creationId xmlns:p14="http://schemas.microsoft.com/office/powerpoint/2010/main" val="1226703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Save Points in Transactions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933697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lstStyle/>
          <a:p>
            <a:r>
              <a:rPr lang="en-US" dirty="0"/>
              <a:t>Why Save Points?</a:t>
            </a:r>
            <a:endParaRPr lang="en-GB" dirty="0"/>
          </a:p>
        </p:txBody>
      </p:sp>
      <p:sp>
        <p:nvSpPr>
          <p:cNvPr id="3" name="Content Placeholder 2">
            <a:extLst>
              <a:ext uri="{FF2B5EF4-FFF2-40B4-BE49-F238E27FC236}">
                <a16:creationId xmlns:a16="http://schemas.microsoft.com/office/drawing/2014/main" id="{720D7694-BB66-01B9-837D-3260EE6F21D9}"/>
              </a:ext>
            </a:extLst>
          </p:cNvPr>
          <p:cNvSpPr>
            <a:spLocks noGrp="1"/>
          </p:cNvSpPr>
          <p:nvPr>
            <p:ph idx="1"/>
          </p:nvPr>
        </p:nvSpPr>
        <p:spPr/>
        <p:txBody>
          <a:bodyPr/>
          <a:lstStyle/>
          <a:p>
            <a:r>
              <a:rPr lang="en-US" dirty="0"/>
              <a:t>SQL Server </a:t>
            </a:r>
            <a:r>
              <a:rPr lang="en-US" dirty="0">
                <a:solidFill>
                  <a:srgbClr val="C00000"/>
                </a:solidFill>
              </a:rPr>
              <a:t>save points are used to roll back transactions </a:t>
            </a:r>
            <a:r>
              <a:rPr lang="en-US" dirty="0"/>
              <a:t>to a </a:t>
            </a:r>
            <a:r>
              <a:rPr lang="en-US" dirty="0">
                <a:solidFill>
                  <a:srgbClr val="C00000"/>
                </a:solidFill>
              </a:rPr>
              <a:t>specified point</a:t>
            </a:r>
            <a:r>
              <a:rPr lang="en-US" dirty="0"/>
              <a:t>.</a:t>
            </a:r>
          </a:p>
          <a:p>
            <a:r>
              <a:rPr lang="en-US" dirty="0"/>
              <a:t>In the other words, this </a:t>
            </a:r>
            <a:r>
              <a:rPr lang="en-US" dirty="0">
                <a:solidFill>
                  <a:srgbClr val="C00000"/>
                </a:solidFill>
              </a:rPr>
              <a:t>lets you roll back part of the transaction </a:t>
            </a:r>
            <a:r>
              <a:rPr lang="en-US" dirty="0"/>
              <a:t>instead of the entire transaction. </a:t>
            </a:r>
          </a:p>
          <a:p>
            <a:r>
              <a:rPr lang="en-US" dirty="0"/>
              <a:t>So, if we are rolling back transactions to a specific savepoint, </a:t>
            </a:r>
            <a:r>
              <a:rPr lang="en-US" dirty="0">
                <a:solidFill>
                  <a:srgbClr val="C00000"/>
                </a:solidFill>
              </a:rPr>
              <a:t>only statements after the savepoint and before the rollback command will be rolled back</a:t>
            </a:r>
            <a:r>
              <a:rPr lang="en-US" dirty="0"/>
              <a:t>.</a:t>
            </a:r>
          </a:p>
          <a:p>
            <a:r>
              <a:rPr lang="en-US" dirty="0"/>
              <a:t>To define save point in a transaction we use the </a:t>
            </a:r>
            <a:r>
              <a:rPr lang="en-US" b="1" dirty="0">
                <a:solidFill>
                  <a:srgbClr val="C00000"/>
                </a:solidFill>
              </a:rPr>
              <a:t>SAVE TRANSACTION</a:t>
            </a:r>
            <a:r>
              <a:rPr lang="en-US" dirty="0">
                <a:solidFill>
                  <a:srgbClr val="C00000"/>
                </a:solidFill>
              </a:rPr>
              <a:t> </a:t>
            </a:r>
            <a:r>
              <a:rPr lang="en-US" dirty="0"/>
              <a:t>syntax and then we give a name to the save point. </a:t>
            </a:r>
          </a:p>
          <a:p>
            <a:r>
              <a:rPr lang="en-US" dirty="0">
                <a:solidFill>
                  <a:srgbClr val="C00000"/>
                </a:solidFill>
              </a:rPr>
              <a:t>Syntax: </a:t>
            </a:r>
            <a:r>
              <a:rPr lang="en-US" b="1" dirty="0">
                <a:solidFill>
                  <a:schemeClr val="tx2">
                    <a:lumMod val="75000"/>
                  </a:schemeClr>
                </a:solidFill>
              </a:rPr>
              <a:t>SAVE TRANSACTION &lt;</a:t>
            </a:r>
            <a:r>
              <a:rPr lang="en-US" b="1" dirty="0" err="1">
                <a:solidFill>
                  <a:schemeClr val="tx2">
                    <a:lumMod val="75000"/>
                  </a:schemeClr>
                </a:solidFill>
              </a:rPr>
              <a:t>savepoint_name</a:t>
            </a:r>
            <a:r>
              <a:rPr lang="en-US" b="1" dirty="0">
                <a:solidFill>
                  <a:schemeClr val="tx2">
                    <a:lumMod val="75000"/>
                  </a:schemeClr>
                </a:solidFill>
              </a:rPr>
              <a:t>&gt;  </a:t>
            </a:r>
            <a:r>
              <a:rPr lang="en-US" b="1" dirty="0"/>
              <a:t>or</a:t>
            </a:r>
            <a:r>
              <a:rPr lang="en-US" b="1" dirty="0">
                <a:solidFill>
                  <a:schemeClr val="tx2">
                    <a:lumMod val="75000"/>
                  </a:schemeClr>
                </a:solidFill>
              </a:rPr>
              <a:t> </a:t>
            </a:r>
            <a:r>
              <a:rPr lang="en-US" dirty="0"/>
              <a:t> </a:t>
            </a:r>
            <a:r>
              <a:rPr lang="en-US" b="1" dirty="0">
                <a:solidFill>
                  <a:schemeClr val="tx2">
                    <a:lumMod val="75000"/>
                  </a:schemeClr>
                </a:solidFill>
              </a:rPr>
              <a:t>SAVE TRAN &lt;</a:t>
            </a:r>
            <a:r>
              <a:rPr lang="en-US" b="1" dirty="0" err="1">
                <a:solidFill>
                  <a:schemeClr val="tx2">
                    <a:lumMod val="75000"/>
                  </a:schemeClr>
                </a:solidFill>
              </a:rPr>
              <a:t>savepoint_name</a:t>
            </a:r>
            <a:r>
              <a:rPr lang="en-US" b="1" dirty="0">
                <a:solidFill>
                  <a:schemeClr val="tx2">
                    <a:lumMod val="75000"/>
                  </a:schemeClr>
                </a:solidFill>
              </a:rPr>
              <a:t>&gt; </a:t>
            </a:r>
          </a:p>
          <a:p>
            <a:r>
              <a:rPr lang="en-US" dirty="0"/>
              <a:t>The &lt;</a:t>
            </a:r>
            <a:r>
              <a:rPr lang="en-US" dirty="0" err="1"/>
              <a:t>savepoint_name</a:t>
            </a:r>
            <a:r>
              <a:rPr lang="en-US" dirty="0"/>
              <a:t>&gt; can be an identifier with a maximum of </a:t>
            </a:r>
            <a:r>
              <a:rPr lang="en-US" b="1" dirty="0"/>
              <a:t>32 characters</a:t>
            </a:r>
            <a:r>
              <a:rPr lang="en-US" dirty="0"/>
              <a:t>.</a:t>
            </a:r>
          </a:p>
          <a:p>
            <a:endParaRPr lang="en-US" dirty="0"/>
          </a:p>
        </p:txBody>
      </p:sp>
    </p:spTree>
    <p:extLst>
      <p:ext uri="{BB962C8B-B14F-4D97-AF65-F5344CB8AC3E}">
        <p14:creationId xmlns:p14="http://schemas.microsoft.com/office/powerpoint/2010/main" val="161435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lstStyle/>
          <a:p>
            <a:r>
              <a:rPr lang="en-US" dirty="0"/>
              <a:t>Save Points in Transaction Cont..</a:t>
            </a:r>
            <a:endParaRPr lang="en-GB" dirty="0"/>
          </a:p>
        </p:txBody>
      </p:sp>
      <p:pic>
        <p:nvPicPr>
          <p:cNvPr id="5" name="Picture 4">
            <a:extLst>
              <a:ext uri="{FF2B5EF4-FFF2-40B4-BE49-F238E27FC236}">
                <a16:creationId xmlns:a16="http://schemas.microsoft.com/office/drawing/2014/main" id="{D169E2E2-32FB-5477-6A9A-F2E59BF88D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128" y="3429000"/>
            <a:ext cx="6260487" cy="2685606"/>
          </a:xfrm>
          <a:prstGeom prst="rect">
            <a:avLst/>
          </a:prstGeom>
          <a:ln w="9525">
            <a:solidFill>
              <a:schemeClr val="tx1"/>
            </a:solidFill>
          </a:ln>
        </p:spPr>
      </p:pic>
      <p:sp>
        <p:nvSpPr>
          <p:cNvPr id="4" name="Rectangle 3">
            <a:extLst>
              <a:ext uri="{FF2B5EF4-FFF2-40B4-BE49-F238E27FC236}">
                <a16:creationId xmlns:a16="http://schemas.microsoft.com/office/drawing/2014/main" id="{3687CCEF-4894-5483-9A9E-800ADD363FEB}"/>
              </a:ext>
            </a:extLst>
          </p:cNvPr>
          <p:cNvSpPr/>
          <p:nvPr/>
        </p:nvSpPr>
        <p:spPr>
          <a:xfrm>
            <a:off x="776915" y="1192628"/>
            <a:ext cx="10774383" cy="2123658"/>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endParaRPr lang="en-GB"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VALUES</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103</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'Namish'</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'Patel'</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10000</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'2022-01-02'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11</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	SAVE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TRANSACTION</a:t>
            </a:r>
            <a:r>
              <a:rPr lang="en-GB" sz="1650" dirty="0">
                <a:solidFill>
                  <a:srgbClr val="000000"/>
                </a:solidFill>
                <a:latin typeface="Consolas" panose="020B0609020204030204" pitchFamily="49" charset="0"/>
              </a:rPr>
              <a:t> </a:t>
            </a:r>
            <a:r>
              <a:rPr lang="en-GB" sz="1650" b="1" dirty="0" err="1">
                <a:solidFill>
                  <a:srgbClr val="000000"/>
                </a:solidFill>
                <a:latin typeface="Consolas" panose="020B0609020204030204" pitchFamily="49" charset="0"/>
              </a:rPr>
              <a:t>InsertStatement</a:t>
            </a:r>
            <a:endParaRPr lang="en-GB" sz="1650" b="1"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DELETE</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a:t>
            </a:r>
          </a:p>
          <a:p>
            <a:r>
              <a:rPr lang="en-GB" sz="1650" dirty="0">
                <a:solidFill>
                  <a:srgbClr val="0000FF"/>
                </a:solidFill>
                <a:latin typeface="Consolas" panose="020B0609020204030204" pitchFamily="49" charset="0"/>
              </a:rPr>
              <a:t>		SELECT</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FROM</a:t>
            </a:r>
            <a:r>
              <a:rPr lang="en-GB" sz="1650" dirty="0">
                <a:solidFill>
                  <a:srgbClr val="000000"/>
                </a:solidFill>
                <a:latin typeface="Consolas" panose="020B0609020204030204" pitchFamily="49" charset="0"/>
              </a:rPr>
              <a:t> Person </a:t>
            </a:r>
          </a:p>
          <a:p>
            <a:r>
              <a:rPr lang="en-GB" sz="1650" dirty="0">
                <a:solidFill>
                  <a:srgbClr val="0000FF"/>
                </a:solidFill>
                <a:latin typeface="Consolas" panose="020B0609020204030204" pitchFamily="49" charset="0"/>
              </a:rPr>
              <a:t>	ROLLBACK</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TRANSACTION</a:t>
            </a:r>
            <a:r>
              <a:rPr lang="en-GB" sz="1650" dirty="0">
                <a:solidFill>
                  <a:srgbClr val="000000"/>
                </a:solidFill>
                <a:latin typeface="Consolas" panose="020B0609020204030204" pitchFamily="49" charset="0"/>
              </a:rPr>
              <a:t> </a:t>
            </a:r>
            <a:r>
              <a:rPr lang="en-GB" sz="1650" b="1" dirty="0" err="1">
                <a:solidFill>
                  <a:srgbClr val="000000"/>
                </a:solidFill>
                <a:latin typeface="Consolas" panose="020B0609020204030204" pitchFamily="49" charset="0"/>
              </a:rPr>
              <a:t>InsertStatement</a:t>
            </a:r>
            <a:endParaRPr lang="en-GB" sz="1650" b="1"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COMMIT</a:t>
            </a:r>
          </a:p>
          <a:p>
            <a:r>
              <a:rPr lang="en-GB" sz="1650" dirty="0">
                <a:solidFill>
                  <a:srgbClr val="0000FF"/>
                </a:solidFill>
                <a:latin typeface="Consolas" panose="020B0609020204030204" pitchFamily="49" charset="0"/>
              </a:rPr>
              <a:t>SELECT</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FROM</a:t>
            </a:r>
            <a:r>
              <a:rPr lang="en-GB" sz="1650" dirty="0">
                <a:solidFill>
                  <a:srgbClr val="000000"/>
                </a:solidFill>
                <a:latin typeface="Consolas" panose="020B0609020204030204" pitchFamily="49" charset="0"/>
              </a:rPr>
              <a:t> Person</a:t>
            </a:r>
            <a:endParaRPr lang="en-GB" sz="1650" dirty="0"/>
          </a:p>
        </p:txBody>
      </p:sp>
      <p:sp>
        <p:nvSpPr>
          <p:cNvPr id="6" name="Rectangle 5">
            <a:extLst>
              <a:ext uri="{FF2B5EF4-FFF2-40B4-BE49-F238E27FC236}">
                <a16:creationId xmlns:a16="http://schemas.microsoft.com/office/drawing/2014/main" id="{1B50549F-CE7F-0F4B-6435-E79A46BC9E89}"/>
              </a:ext>
            </a:extLst>
          </p:cNvPr>
          <p:cNvSpPr/>
          <p:nvPr/>
        </p:nvSpPr>
        <p:spPr>
          <a:xfrm>
            <a:off x="213129" y="1192628"/>
            <a:ext cx="563786" cy="2123658"/>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p:txBody>
      </p:sp>
      <p:sp>
        <p:nvSpPr>
          <p:cNvPr id="7" name="Rectangle: Top Corners Rounded 6">
            <a:extLst>
              <a:ext uri="{FF2B5EF4-FFF2-40B4-BE49-F238E27FC236}">
                <a16:creationId xmlns:a16="http://schemas.microsoft.com/office/drawing/2014/main" id="{F49F3716-4D88-B004-AB82-324DB8AA82C7}"/>
              </a:ext>
            </a:extLst>
          </p:cNvPr>
          <p:cNvSpPr/>
          <p:nvPr/>
        </p:nvSpPr>
        <p:spPr>
          <a:xfrm>
            <a:off x="213128" y="863444"/>
            <a:ext cx="112757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a:t>
            </a:r>
            <a:endParaRPr lang="en-US" sz="1600" dirty="0">
              <a:solidFill>
                <a:schemeClr val="bg1"/>
              </a:solidFill>
            </a:endParaRPr>
          </a:p>
        </p:txBody>
      </p:sp>
      <p:cxnSp>
        <p:nvCxnSpPr>
          <p:cNvPr id="8" name="Straight Arrow Connector 7">
            <a:extLst>
              <a:ext uri="{FF2B5EF4-FFF2-40B4-BE49-F238E27FC236}">
                <a16:creationId xmlns:a16="http://schemas.microsoft.com/office/drawing/2014/main" id="{0649774C-F51E-52B6-E15A-87C99D43BDDB}"/>
              </a:ext>
            </a:extLst>
          </p:cNvPr>
          <p:cNvCxnSpPr/>
          <p:nvPr/>
        </p:nvCxnSpPr>
        <p:spPr>
          <a:xfrm>
            <a:off x="2189018" y="1958109"/>
            <a:ext cx="0" cy="554182"/>
          </a:xfrm>
          <a:prstGeom prst="straightConnector1">
            <a:avLst/>
          </a:prstGeom>
          <a:ln w="285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3A2CFC2-A10F-2925-05C2-644E3D103BD0}"/>
              </a:ext>
            </a:extLst>
          </p:cNvPr>
          <p:cNvSpPr/>
          <p:nvPr/>
        </p:nvSpPr>
        <p:spPr>
          <a:xfrm>
            <a:off x="1061444" y="2129411"/>
            <a:ext cx="1127574" cy="2401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rgbClr val="C00000"/>
                </a:solidFill>
              </a:rPr>
              <a:t>RollBack</a:t>
            </a:r>
            <a:endParaRPr lang="en-IN" b="1" dirty="0">
              <a:solidFill>
                <a:srgbClr val="C00000"/>
              </a:solidFill>
            </a:endParaRPr>
          </a:p>
        </p:txBody>
      </p:sp>
    </p:spTree>
    <p:extLst>
      <p:ext uri="{BB962C8B-B14F-4D97-AF65-F5344CB8AC3E}">
        <p14:creationId xmlns:p14="http://schemas.microsoft.com/office/powerpoint/2010/main" val="249034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down)">
                                      <p:cBhvr>
                                        <p:cTn id="51" dur="500"/>
                                        <p:tgtEl>
                                          <p:spTgt spid="8"/>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animBg="1"/>
      <p:bldP spid="7" grpId="0" animBg="1"/>
      <p:bldP spid="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lstStyle/>
          <a:p>
            <a:r>
              <a:rPr lang="en-US" dirty="0"/>
              <a:t>Save Points in Transaction Cont..</a:t>
            </a:r>
            <a:endParaRPr lang="en-GB" dirty="0"/>
          </a:p>
        </p:txBody>
      </p:sp>
      <p:sp>
        <p:nvSpPr>
          <p:cNvPr id="4" name="Rectangle 3">
            <a:extLst>
              <a:ext uri="{FF2B5EF4-FFF2-40B4-BE49-F238E27FC236}">
                <a16:creationId xmlns:a16="http://schemas.microsoft.com/office/drawing/2014/main" id="{3687CCEF-4894-5483-9A9E-800ADD363FEB}"/>
              </a:ext>
            </a:extLst>
          </p:cNvPr>
          <p:cNvSpPr/>
          <p:nvPr/>
        </p:nvSpPr>
        <p:spPr>
          <a:xfrm>
            <a:off x="776915" y="1192628"/>
            <a:ext cx="10774383" cy="3139321"/>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TID</a:t>
            </a:r>
            <a:r>
              <a:rPr lang="en-US" sz="1650" dirty="0" err="1">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Darshan</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 This will create a savepoint after the first 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rgbClr val="000000"/>
                </a:solidFill>
                <a:latin typeface="Consolas" panose="020B0609020204030204" pitchFamily="49" charset="0"/>
              </a:rPr>
              <a:t>FirstInsert</a:t>
            </a:r>
            <a:endParaRPr lang="en-US" sz="1650" b="1"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TID</a:t>
            </a:r>
            <a:r>
              <a:rPr lang="en-US" sz="1650" dirty="0" err="1">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 This will rollback to the savepoint right after the first INSERT was done</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ROLLBACK</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rgbClr val="000000"/>
                </a:solidFill>
                <a:latin typeface="Consolas" panose="020B0609020204030204" pitchFamily="49" charset="0"/>
              </a:rPr>
              <a:t>FirstInsert</a:t>
            </a:r>
            <a:endParaRPr lang="en-US" sz="1650" b="1"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8000"/>
                </a:solidFill>
                <a:latin typeface="Consolas" panose="020B0609020204030204" pitchFamily="49" charset="0"/>
              </a:rPr>
              <a:t>-- This will commit the transaction leaving just the first INSERT </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COMMIT</a:t>
            </a:r>
            <a:r>
              <a:rPr lang="en-US"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6" name="Rectangle 5">
            <a:extLst>
              <a:ext uri="{FF2B5EF4-FFF2-40B4-BE49-F238E27FC236}">
                <a16:creationId xmlns:a16="http://schemas.microsoft.com/office/drawing/2014/main" id="{1B50549F-CE7F-0F4B-6435-E79A46BC9E89}"/>
              </a:ext>
            </a:extLst>
          </p:cNvPr>
          <p:cNvSpPr/>
          <p:nvPr/>
        </p:nvSpPr>
        <p:spPr>
          <a:xfrm>
            <a:off x="213129" y="1192628"/>
            <a:ext cx="563786"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p:txBody>
      </p:sp>
      <p:sp>
        <p:nvSpPr>
          <p:cNvPr id="7" name="Rectangle: Top Corners Rounded 6">
            <a:extLst>
              <a:ext uri="{FF2B5EF4-FFF2-40B4-BE49-F238E27FC236}">
                <a16:creationId xmlns:a16="http://schemas.microsoft.com/office/drawing/2014/main" id="{F49F3716-4D88-B004-AB82-324DB8AA82C7}"/>
              </a:ext>
            </a:extLst>
          </p:cNvPr>
          <p:cNvSpPr/>
          <p:nvPr/>
        </p:nvSpPr>
        <p:spPr>
          <a:xfrm>
            <a:off x="213128" y="863444"/>
            <a:ext cx="112757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a:t>
            </a:r>
            <a:endParaRPr lang="en-US" sz="1600" dirty="0">
              <a:solidFill>
                <a:schemeClr val="bg1"/>
              </a:solidFill>
            </a:endParaRPr>
          </a:p>
        </p:txBody>
      </p:sp>
      <p:pic>
        <p:nvPicPr>
          <p:cNvPr id="3" name="Picture 2"/>
          <p:cNvPicPr>
            <a:picLocks noChangeAspect="1"/>
          </p:cNvPicPr>
          <p:nvPr/>
        </p:nvPicPr>
        <p:blipFill>
          <a:blip r:embed="rId2"/>
          <a:stretch>
            <a:fillRect/>
          </a:stretch>
        </p:blipFill>
        <p:spPr>
          <a:xfrm>
            <a:off x="213128" y="4764280"/>
            <a:ext cx="3164857" cy="1102365"/>
          </a:xfrm>
          <a:prstGeom prst="rect">
            <a:avLst/>
          </a:prstGeom>
          <a:ln>
            <a:solidFill>
              <a:schemeClr val="tx1"/>
            </a:solidFill>
          </a:ln>
        </p:spPr>
      </p:pic>
    </p:spTree>
    <p:extLst>
      <p:ext uri="{BB962C8B-B14F-4D97-AF65-F5344CB8AC3E}">
        <p14:creationId xmlns:p14="http://schemas.microsoft.com/office/powerpoint/2010/main" val="4153078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animBg="1"/>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lstStyle/>
          <a:p>
            <a:r>
              <a:rPr lang="en-US" dirty="0"/>
              <a:t>Save Points in Transaction [Rollback Without Tran Name]</a:t>
            </a:r>
            <a:endParaRPr lang="en-GB" dirty="0"/>
          </a:p>
        </p:txBody>
      </p:sp>
      <p:sp>
        <p:nvSpPr>
          <p:cNvPr id="4" name="Rectangle 3">
            <a:extLst>
              <a:ext uri="{FF2B5EF4-FFF2-40B4-BE49-F238E27FC236}">
                <a16:creationId xmlns:a16="http://schemas.microsoft.com/office/drawing/2014/main" id="{334CA374-28B3-5A10-0683-A338CE727A4C}"/>
              </a:ext>
            </a:extLst>
          </p:cNvPr>
          <p:cNvSpPr/>
          <p:nvPr/>
        </p:nvSpPr>
        <p:spPr>
          <a:xfrm>
            <a:off x="775326" y="1145970"/>
            <a:ext cx="11205134" cy="2377574"/>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TID</a:t>
            </a:r>
            <a:r>
              <a:rPr lang="en-US" sz="1650" dirty="0" err="1">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FirstInsert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TID</a:t>
            </a:r>
            <a:r>
              <a:rPr lang="en-US" sz="1650" dirty="0" err="1">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Smit</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b="1" dirty="0">
                <a:solidFill>
                  <a:srgbClr val="FF0000"/>
                </a:solidFill>
                <a:latin typeface="Consolas" panose="020B0609020204030204" pitchFamily="49" charset="0"/>
              </a:rPr>
              <a:t>ROLLBACK TRANSACTION </a:t>
            </a:r>
          </a:p>
          <a:p>
            <a:r>
              <a:rPr lang="en-US" sz="1650" dirty="0">
                <a:solidFill>
                  <a:srgbClr val="0000FF"/>
                </a:solidFill>
                <a:latin typeface="Consolas" panose="020B0609020204030204" pitchFamily="49" charset="0"/>
              </a:rPr>
              <a:t>COMMIT</a:t>
            </a:r>
            <a:r>
              <a:rPr lang="en-US"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5" name="Rectangle 4">
            <a:extLst>
              <a:ext uri="{FF2B5EF4-FFF2-40B4-BE49-F238E27FC236}">
                <a16:creationId xmlns:a16="http://schemas.microsoft.com/office/drawing/2014/main" id="{77E3D18D-307A-E3CC-1FA3-C07DDAC1C85A}"/>
              </a:ext>
            </a:extLst>
          </p:cNvPr>
          <p:cNvSpPr/>
          <p:nvPr/>
        </p:nvSpPr>
        <p:spPr>
          <a:xfrm>
            <a:off x="211540" y="1145970"/>
            <a:ext cx="563786" cy="237757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p:txBody>
      </p:sp>
      <p:sp>
        <p:nvSpPr>
          <p:cNvPr id="7" name="Rectangle: Top Corners Rounded 6">
            <a:extLst>
              <a:ext uri="{FF2B5EF4-FFF2-40B4-BE49-F238E27FC236}">
                <a16:creationId xmlns:a16="http://schemas.microsoft.com/office/drawing/2014/main" id="{FF4FB35E-F271-175E-3D11-010D4F4AED7F}"/>
              </a:ext>
            </a:extLst>
          </p:cNvPr>
          <p:cNvSpPr/>
          <p:nvPr/>
        </p:nvSpPr>
        <p:spPr>
          <a:xfrm>
            <a:off x="211538" y="816786"/>
            <a:ext cx="343700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 without Rollback Tran Name</a:t>
            </a:r>
            <a:endParaRPr lang="en-US" sz="1600" dirty="0">
              <a:solidFill>
                <a:schemeClr val="bg1"/>
              </a:solidFill>
            </a:endParaRPr>
          </a:p>
        </p:txBody>
      </p:sp>
      <p:pic>
        <p:nvPicPr>
          <p:cNvPr id="3" name="Picture 2"/>
          <p:cNvPicPr>
            <a:picLocks noChangeAspect="1"/>
          </p:cNvPicPr>
          <p:nvPr/>
        </p:nvPicPr>
        <p:blipFill>
          <a:blip r:embed="rId2"/>
          <a:stretch>
            <a:fillRect/>
          </a:stretch>
        </p:blipFill>
        <p:spPr>
          <a:xfrm>
            <a:off x="211538" y="3595972"/>
            <a:ext cx="2228027" cy="2886309"/>
          </a:xfrm>
          <a:prstGeom prst="rect">
            <a:avLst/>
          </a:prstGeom>
          <a:ln>
            <a:solidFill>
              <a:schemeClr val="tx1"/>
            </a:solidFill>
          </a:ln>
        </p:spPr>
      </p:pic>
      <p:pic>
        <p:nvPicPr>
          <p:cNvPr id="8" name="Picture 7"/>
          <p:cNvPicPr>
            <a:picLocks noChangeAspect="1"/>
          </p:cNvPicPr>
          <p:nvPr/>
        </p:nvPicPr>
        <p:blipFill>
          <a:blip r:embed="rId3"/>
          <a:stretch>
            <a:fillRect/>
          </a:stretch>
        </p:blipFill>
        <p:spPr>
          <a:xfrm>
            <a:off x="2503717" y="3595972"/>
            <a:ext cx="9476743" cy="630631"/>
          </a:xfrm>
          <a:prstGeom prst="rect">
            <a:avLst/>
          </a:prstGeom>
          <a:ln>
            <a:solidFill>
              <a:schemeClr val="tx1"/>
            </a:solidFill>
          </a:ln>
        </p:spPr>
      </p:pic>
    </p:spTree>
    <p:extLst>
      <p:ext uri="{BB962C8B-B14F-4D97-AF65-F5344CB8AC3E}">
        <p14:creationId xmlns:p14="http://schemas.microsoft.com/office/powerpoint/2010/main" val="377904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Save Point Name using a Variable</a:t>
            </a:r>
          </a:p>
        </p:txBody>
      </p:sp>
      <p:pic>
        <p:nvPicPr>
          <p:cNvPr id="7" name="Content Placeholder 6"/>
          <p:cNvPicPr>
            <a:picLocks noGrp="1" noChangeAspect="1"/>
          </p:cNvPicPr>
          <p:nvPr>
            <p:ph idx="1"/>
          </p:nvPr>
        </p:nvPicPr>
        <p:blipFill>
          <a:blip r:embed="rId2"/>
          <a:stretch>
            <a:fillRect/>
          </a:stretch>
        </p:blipFill>
        <p:spPr>
          <a:xfrm>
            <a:off x="211538" y="5113885"/>
            <a:ext cx="2823100" cy="1268808"/>
          </a:xfrm>
          <a:prstGeom prst="rect">
            <a:avLst/>
          </a:prstGeom>
          <a:ln>
            <a:solidFill>
              <a:schemeClr val="tx1"/>
            </a:solidFill>
          </a:ln>
        </p:spPr>
      </p:pic>
      <p:sp>
        <p:nvSpPr>
          <p:cNvPr id="4" name="Rectangle 3">
            <a:extLst>
              <a:ext uri="{FF2B5EF4-FFF2-40B4-BE49-F238E27FC236}">
                <a16:creationId xmlns:a16="http://schemas.microsoft.com/office/drawing/2014/main" id="{334CA374-28B3-5A10-0683-A338CE727A4C}"/>
              </a:ext>
            </a:extLst>
          </p:cNvPr>
          <p:cNvSpPr/>
          <p:nvPr/>
        </p:nvSpPr>
        <p:spPr>
          <a:xfrm>
            <a:off x="775326" y="1145970"/>
            <a:ext cx="11205134" cy="3877985"/>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DECLARE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svpSecondInsert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NVARCHAR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SecondInsert</a:t>
            </a:r>
            <a:r>
              <a:rPr lang="en-US" sz="1650" dirty="0">
                <a:solidFill>
                  <a:srgbClr val="FF000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Darshan</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 This will create a savepoint after the first 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FirstInsert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 This will create a </a:t>
            </a:r>
            <a:r>
              <a:rPr lang="en-US" sz="1650" dirty="0" err="1">
                <a:solidFill>
                  <a:srgbClr val="008000"/>
                </a:solidFill>
                <a:latin typeface="Consolas" panose="020B0609020204030204" pitchFamily="49" charset="0"/>
              </a:rPr>
              <a:t>savepoint</a:t>
            </a:r>
            <a:r>
              <a:rPr lang="en-US" sz="1650" dirty="0">
                <a:solidFill>
                  <a:srgbClr val="008000"/>
                </a:solidFill>
                <a:latin typeface="Consolas" panose="020B0609020204030204" pitchFamily="49" charset="0"/>
              </a:rPr>
              <a:t> after the second 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svpSecondInsert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Smit</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 Can also use ROLLBACK TRANSACTION </a:t>
            </a:r>
            <a:r>
              <a:rPr lang="en-US" sz="1650" dirty="0" err="1">
                <a:solidFill>
                  <a:srgbClr val="008000"/>
                </a:solidFill>
                <a:latin typeface="Consolas" panose="020B0609020204030204" pitchFamily="49" charset="0"/>
              </a:rPr>
              <a:t>SecondInsert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ROLLBACK</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svpSecondInsert</a:t>
            </a:r>
            <a:r>
              <a:rPr lang="en-US" sz="1650" dirty="0">
                <a:solidFill>
                  <a:srgbClr val="000000"/>
                </a:solidFill>
                <a:latin typeface="Consolas" panose="020B0609020204030204" pitchFamily="49" charset="0"/>
              </a:rPr>
              <a:t> </a:t>
            </a: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COMMIT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5" name="Rectangle 4">
            <a:extLst>
              <a:ext uri="{FF2B5EF4-FFF2-40B4-BE49-F238E27FC236}">
                <a16:creationId xmlns:a16="http://schemas.microsoft.com/office/drawing/2014/main" id="{77E3D18D-307A-E3CC-1FA3-C07DDAC1C85A}"/>
              </a:ext>
            </a:extLst>
          </p:cNvPr>
          <p:cNvSpPr/>
          <p:nvPr/>
        </p:nvSpPr>
        <p:spPr>
          <a:xfrm>
            <a:off x="211540" y="1145970"/>
            <a:ext cx="563786" cy="3901068"/>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p:txBody>
      </p:sp>
      <p:sp>
        <p:nvSpPr>
          <p:cNvPr id="6" name="Rectangle: Top Corners Rounded 6">
            <a:extLst>
              <a:ext uri="{FF2B5EF4-FFF2-40B4-BE49-F238E27FC236}">
                <a16:creationId xmlns:a16="http://schemas.microsoft.com/office/drawing/2014/main" id="{FF4FB35E-F271-175E-3D11-010D4F4AED7F}"/>
              </a:ext>
            </a:extLst>
          </p:cNvPr>
          <p:cNvSpPr/>
          <p:nvPr/>
        </p:nvSpPr>
        <p:spPr>
          <a:xfrm>
            <a:off x="211538" y="816786"/>
            <a:ext cx="294812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 Name Using a Variable</a:t>
            </a:r>
            <a:endParaRPr lang="en-US" sz="1600" dirty="0">
              <a:solidFill>
                <a:schemeClr val="bg1"/>
              </a:solidFill>
            </a:endParaRPr>
          </a:p>
        </p:txBody>
      </p:sp>
    </p:spTree>
    <p:extLst>
      <p:ext uri="{BB962C8B-B14F-4D97-AF65-F5344CB8AC3E}">
        <p14:creationId xmlns:p14="http://schemas.microsoft.com/office/powerpoint/2010/main" val="2823583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Save Points with Same Name</a:t>
            </a:r>
          </a:p>
        </p:txBody>
      </p:sp>
      <p:sp>
        <p:nvSpPr>
          <p:cNvPr id="4" name="Rectangle 3">
            <a:extLst>
              <a:ext uri="{FF2B5EF4-FFF2-40B4-BE49-F238E27FC236}">
                <a16:creationId xmlns:a16="http://schemas.microsoft.com/office/drawing/2014/main" id="{334CA374-28B3-5A10-0683-A338CE727A4C}"/>
              </a:ext>
            </a:extLst>
          </p:cNvPr>
          <p:cNvSpPr/>
          <p:nvPr/>
        </p:nvSpPr>
        <p:spPr>
          <a:xfrm>
            <a:off x="775326" y="1145970"/>
            <a:ext cx="11205134" cy="3393237"/>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Darshan</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tx2"/>
                </a:solidFill>
                <a:latin typeface="Consolas" panose="020B0609020204030204" pitchFamily="49" charset="0"/>
              </a:rPr>
              <a:t>DataInsert</a:t>
            </a:r>
            <a:endParaRPr lang="en-US" sz="1650" b="1" dirty="0">
              <a:solidFill>
                <a:schemeClr val="tx2"/>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accent4"/>
                </a:solidFill>
                <a:latin typeface="Consolas" panose="020B0609020204030204" pitchFamily="49" charset="0"/>
              </a:rPr>
              <a:t>DataInsert</a:t>
            </a:r>
            <a:endParaRPr lang="en-US" sz="1650" b="1" dirty="0">
              <a:solidFill>
                <a:schemeClr val="accent4"/>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Smit</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rgbClr val="0070C0"/>
                </a:solidFill>
                <a:latin typeface="Consolas" panose="020B0609020204030204" pitchFamily="49" charset="0"/>
              </a:rPr>
              <a:t>DataInsert</a:t>
            </a:r>
            <a:endParaRPr lang="en-US" sz="1650" b="1" dirty="0">
              <a:solidFill>
                <a:srgbClr val="0070C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4</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Mayur</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COMMIT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5" name="Rectangle 4">
            <a:extLst>
              <a:ext uri="{FF2B5EF4-FFF2-40B4-BE49-F238E27FC236}">
                <a16:creationId xmlns:a16="http://schemas.microsoft.com/office/drawing/2014/main" id="{77E3D18D-307A-E3CC-1FA3-C07DDAC1C85A}"/>
              </a:ext>
            </a:extLst>
          </p:cNvPr>
          <p:cNvSpPr/>
          <p:nvPr/>
        </p:nvSpPr>
        <p:spPr>
          <a:xfrm>
            <a:off x="211540" y="1145970"/>
            <a:ext cx="563786" cy="3393237"/>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p:txBody>
      </p:sp>
      <p:sp>
        <p:nvSpPr>
          <p:cNvPr id="6" name="Rectangle: Top Corners Rounded 6">
            <a:extLst>
              <a:ext uri="{FF2B5EF4-FFF2-40B4-BE49-F238E27FC236}">
                <a16:creationId xmlns:a16="http://schemas.microsoft.com/office/drawing/2014/main" id="{FF4FB35E-F271-175E-3D11-010D4F4AED7F}"/>
              </a:ext>
            </a:extLst>
          </p:cNvPr>
          <p:cNvSpPr/>
          <p:nvPr/>
        </p:nvSpPr>
        <p:spPr>
          <a:xfrm>
            <a:off x="211539" y="816786"/>
            <a:ext cx="2495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 with Same Name</a:t>
            </a:r>
            <a:endParaRPr lang="en-US" sz="1600" dirty="0">
              <a:solidFill>
                <a:schemeClr val="bg1"/>
              </a:solidFill>
            </a:endParaRPr>
          </a:p>
        </p:txBody>
      </p:sp>
      <p:pic>
        <p:nvPicPr>
          <p:cNvPr id="7" name="Picture 6"/>
          <p:cNvPicPr>
            <a:picLocks noChangeAspect="1"/>
          </p:cNvPicPr>
          <p:nvPr/>
        </p:nvPicPr>
        <p:blipFill>
          <a:blip r:embed="rId2"/>
          <a:stretch>
            <a:fillRect/>
          </a:stretch>
        </p:blipFill>
        <p:spPr>
          <a:xfrm>
            <a:off x="202031" y="4830130"/>
            <a:ext cx="2097549" cy="1503446"/>
          </a:xfrm>
          <a:prstGeom prst="rect">
            <a:avLst/>
          </a:prstGeom>
          <a:ln>
            <a:solidFill>
              <a:schemeClr val="tx1"/>
            </a:solidFill>
          </a:ln>
        </p:spPr>
      </p:pic>
    </p:spTree>
    <p:extLst>
      <p:ext uri="{BB962C8B-B14F-4D97-AF65-F5344CB8AC3E}">
        <p14:creationId xmlns:p14="http://schemas.microsoft.com/office/powerpoint/2010/main" val="406211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Save Points with Same Name Cont..</a:t>
            </a:r>
          </a:p>
        </p:txBody>
      </p:sp>
      <p:sp>
        <p:nvSpPr>
          <p:cNvPr id="4" name="Rectangle 3">
            <a:extLst>
              <a:ext uri="{FF2B5EF4-FFF2-40B4-BE49-F238E27FC236}">
                <a16:creationId xmlns:a16="http://schemas.microsoft.com/office/drawing/2014/main" id="{334CA374-28B3-5A10-0683-A338CE727A4C}"/>
              </a:ext>
            </a:extLst>
          </p:cNvPr>
          <p:cNvSpPr/>
          <p:nvPr/>
        </p:nvSpPr>
        <p:spPr>
          <a:xfrm>
            <a:off x="775326" y="1145970"/>
            <a:ext cx="11205134" cy="3662541"/>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Darshan</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tx2"/>
                </a:solidFill>
                <a:latin typeface="Consolas" panose="020B0609020204030204" pitchFamily="49" charset="0"/>
              </a:rPr>
              <a:t>DataInsert</a:t>
            </a:r>
            <a:endParaRPr lang="en-US" sz="1650" b="1" dirty="0">
              <a:solidFill>
                <a:schemeClr val="tx2"/>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accent4"/>
                </a:solidFill>
                <a:latin typeface="Consolas" panose="020B0609020204030204" pitchFamily="49" charset="0"/>
              </a:rPr>
              <a:t>DataInsert</a:t>
            </a:r>
            <a:endParaRPr lang="en-US" sz="1650" b="1" dirty="0">
              <a:solidFill>
                <a:schemeClr val="accent4"/>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Smit</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accent6"/>
                </a:solidFill>
                <a:latin typeface="Consolas" panose="020B0609020204030204" pitchFamily="49" charset="0"/>
              </a:rPr>
              <a:t>DataInsert</a:t>
            </a:r>
            <a:endParaRPr lang="en-US" sz="1650" b="1" dirty="0">
              <a:solidFill>
                <a:schemeClr val="accent6"/>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4</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Mayur</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ROLLBACK</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accent6"/>
                </a:solidFill>
                <a:latin typeface="Consolas" panose="020B0609020204030204" pitchFamily="49" charset="0"/>
              </a:rPr>
              <a:t>DataInsert</a:t>
            </a:r>
            <a:r>
              <a:rPr lang="en-US" sz="1650" b="1" dirty="0">
                <a:solidFill>
                  <a:schemeClr val="accent6"/>
                </a:solidFill>
                <a:latin typeface="Consolas" panose="020B0609020204030204" pitchFamily="49" charset="0"/>
              </a:rPr>
              <a:t> </a:t>
            </a:r>
          </a:p>
          <a:p>
            <a:r>
              <a:rPr lang="en-US" sz="1650" dirty="0">
                <a:solidFill>
                  <a:srgbClr val="0000FF"/>
                </a:solidFill>
                <a:latin typeface="Consolas" panose="020B0609020204030204" pitchFamily="49" charset="0"/>
              </a:rPr>
              <a:t>COMMIT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5" name="Rectangle 4">
            <a:extLst>
              <a:ext uri="{FF2B5EF4-FFF2-40B4-BE49-F238E27FC236}">
                <a16:creationId xmlns:a16="http://schemas.microsoft.com/office/drawing/2014/main" id="{77E3D18D-307A-E3CC-1FA3-C07DDAC1C85A}"/>
              </a:ext>
            </a:extLst>
          </p:cNvPr>
          <p:cNvSpPr/>
          <p:nvPr/>
        </p:nvSpPr>
        <p:spPr>
          <a:xfrm>
            <a:off x="211540" y="1145970"/>
            <a:ext cx="563786" cy="364715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6" name="Rectangle: Top Corners Rounded 6">
            <a:extLst>
              <a:ext uri="{FF2B5EF4-FFF2-40B4-BE49-F238E27FC236}">
                <a16:creationId xmlns:a16="http://schemas.microsoft.com/office/drawing/2014/main" id="{FF4FB35E-F271-175E-3D11-010D4F4AED7F}"/>
              </a:ext>
            </a:extLst>
          </p:cNvPr>
          <p:cNvSpPr/>
          <p:nvPr/>
        </p:nvSpPr>
        <p:spPr>
          <a:xfrm>
            <a:off x="211539" y="816786"/>
            <a:ext cx="2495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 with Same Name</a:t>
            </a:r>
            <a:endParaRPr lang="en-US" sz="1600" dirty="0">
              <a:solidFill>
                <a:schemeClr val="bg1"/>
              </a:solidFill>
            </a:endParaRPr>
          </a:p>
        </p:txBody>
      </p:sp>
      <p:pic>
        <p:nvPicPr>
          <p:cNvPr id="8" name="Content Placeholder 7"/>
          <p:cNvPicPr>
            <a:picLocks noGrp="1" noChangeAspect="1"/>
          </p:cNvPicPr>
          <p:nvPr>
            <p:ph idx="1"/>
          </p:nvPr>
        </p:nvPicPr>
        <p:blipFill>
          <a:blip r:embed="rId2"/>
          <a:stretch>
            <a:fillRect/>
          </a:stretch>
        </p:blipFill>
        <p:spPr>
          <a:xfrm>
            <a:off x="211539" y="4893501"/>
            <a:ext cx="2495448" cy="1479859"/>
          </a:xfrm>
          <a:prstGeom prst="rect">
            <a:avLst/>
          </a:prstGeom>
          <a:ln>
            <a:solidFill>
              <a:schemeClr val="tx1"/>
            </a:solidFill>
          </a:ln>
        </p:spPr>
      </p:pic>
    </p:spTree>
    <p:extLst>
      <p:ext uri="{BB962C8B-B14F-4D97-AF65-F5344CB8AC3E}">
        <p14:creationId xmlns:p14="http://schemas.microsoft.com/office/powerpoint/2010/main" val="103293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Save Point with Mismatch Name in Roll Back</a:t>
            </a:r>
          </a:p>
        </p:txBody>
      </p:sp>
      <p:sp>
        <p:nvSpPr>
          <p:cNvPr id="4" name="Rectangle 3">
            <a:extLst>
              <a:ext uri="{FF2B5EF4-FFF2-40B4-BE49-F238E27FC236}">
                <a16:creationId xmlns:a16="http://schemas.microsoft.com/office/drawing/2014/main" id="{334CA374-28B3-5A10-0683-A338CE727A4C}"/>
              </a:ext>
            </a:extLst>
          </p:cNvPr>
          <p:cNvSpPr/>
          <p:nvPr/>
        </p:nvSpPr>
        <p:spPr>
          <a:xfrm>
            <a:off x="775326" y="1145970"/>
            <a:ext cx="11205134" cy="3662541"/>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Darshan</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tx2"/>
                </a:solidFill>
                <a:latin typeface="Consolas" panose="020B0609020204030204" pitchFamily="49" charset="0"/>
              </a:rPr>
              <a:t>DataInsert</a:t>
            </a:r>
            <a:endParaRPr lang="en-US" sz="1650" b="1" dirty="0">
              <a:solidFill>
                <a:schemeClr val="tx2"/>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accent4"/>
                </a:solidFill>
                <a:latin typeface="Consolas" panose="020B0609020204030204" pitchFamily="49" charset="0"/>
              </a:rPr>
              <a:t>DataInsert</a:t>
            </a:r>
            <a:endParaRPr lang="en-US" sz="1650" b="1" dirty="0">
              <a:solidFill>
                <a:schemeClr val="accent4"/>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Smit</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rgbClr val="0070C0"/>
                </a:solidFill>
                <a:latin typeface="Consolas" panose="020B0609020204030204" pitchFamily="49" charset="0"/>
              </a:rPr>
              <a:t>DataInsert</a:t>
            </a:r>
            <a:endParaRPr lang="en-US" sz="1650" b="1" dirty="0">
              <a:solidFill>
                <a:srgbClr val="0070C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4</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Mayur</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ROLLBACK</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b="1" dirty="0" err="1">
                <a:solidFill>
                  <a:srgbClr val="C00000"/>
                </a:solidFill>
                <a:latin typeface="Consolas" panose="020B0609020204030204" pitchFamily="49" charset="0"/>
              </a:rPr>
              <a:t>InsertData</a:t>
            </a:r>
            <a:r>
              <a:rPr lang="en-US" sz="1650" b="1" dirty="0">
                <a:solidFill>
                  <a:srgbClr val="0070C0"/>
                </a:solidFill>
                <a:latin typeface="Consolas" panose="020B0609020204030204" pitchFamily="49" charset="0"/>
              </a:rPr>
              <a:t> –-MISMATCH NAME</a:t>
            </a:r>
          </a:p>
          <a:p>
            <a:r>
              <a:rPr lang="en-US" sz="1650" dirty="0">
                <a:solidFill>
                  <a:srgbClr val="0000FF"/>
                </a:solidFill>
                <a:latin typeface="Consolas" panose="020B0609020204030204" pitchFamily="49" charset="0"/>
              </a:rPr>
              <a:t>COMMIT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5" name="Rectangle 4">
            <a:extLst>
              <a:ext uri="{FF2B5EF4-FFF2-40B4-BE49-F238E27FC236}">
                <a16:creationId xmlns:a16="http://schemas.microsoft.com/office/drawing/2014/main" id="{77E3D18D-307A-E3CC-1FA3-C07DDAC1C85A}"/>
              </a:ext>
            </a:extLst>
          </p:cNvPr>
          <p:cNvSpPr/>
          <p:nvPr/>
        </p:nvSpPr>
        <p:spPr>
          <a:xfrm>
            <a:off x="211540" y="1145970"/>
            <a:ext cx="563786" cy="364715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6" name="Rectangle: Top Corners Rounded 6">
            <a:extLst>
              <a:ext uri="{FF2B5EF4-FFF2-40B4-BE49-F238E27FC236}">
                <a16:creationId xmlns:a16="http://schemas.microsoft.com/office/drawing/2014/main" id="{FF4FB35E-F271-175E-3D11-010D4F4AED7F}"/>
              </a:ext>
            </a:extLst>
          </p:cNvPr>
          <p:cNvSpPr/>
          <p:nvPr/>
        </p:nvSpPr>
        <p:spPr>
          <a:xfrm>
            <a:off x="211539" y="816786"/>
            <a:ext cx="2495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 with Same Name</a:t>
            </a:r>
            <a:endParaRPr lang="en-US" sz="1600" dirty="0">
              <a:solidFill>
                <a:schemeClr val="bg1"/>
              </a:solidFill>
            </a:endParaRPr>
          </a:p>
        </p:txBody>
      </p:sp>
      <p:pic>
        <p:nvPicPr>
          <p:cNvPr id="9" name="Content Placeholder 8"/>
          <p:cNvPicPr>
            <a:picLocks noGrp="1" noChangeAspect="1"/>
          </p:cNvPicPr>
          <p:nvPr>
            <p:ph idx="1"/>
          </p:nvPr>
        </p:nvPicPr>
        <p:blipFill>
          <a:blip r:embed="rId2"/>
          <a:stretch>
            <a:fillRect/>
          </a:stretch>
        </p:blipFill>
        <p:spPr>
          <a:xfrm>
            <a:off x="3286407" y="4835304"/>
            <a:ext cx="5776111" cy="1736710"/>
          </a:xfrm>
          <a:prstGeom prst="rect">
            <a:avLst/>
          </a:prstGeom>
          <a:ln>
            <a:solidFill>
              <a:schemeClr val="tx1"/>
            </a:solidFill>
          </a:ln>
        </p:spPr>
      </p:pic>
      <p:pic>
        <p:nvPicPr>
          <p:cNvPr id="7" name="Picture 6"/>
          <p:cNvPicPr>
            <a:picLocks noChangeAspect="1"/>
          </p:cNvPicPr>
          <p:nvPr/>
        </p:nvPicPr>
        <p:blipFill>
          <a:blip r:embed="rId3"/>
          <a:stretch>
            <a:fillRect/>
          </a:stretch>
        </p:blipFill>
        <p:spPr>
          <a:xfrm>
            <a:off x="202031" y="4830130"/>
            <a:ext cx="2097549" cy="1503446"/>
          </a:xfrm>
          <a:prstGeom prst="rect">
            <a:avLst/>
          </a:prstGeom>
          <a:ln>
            <a:solidFill>
              <a:schemeClr val="tx1"/>
            </a:solidFill>
          </a:ln>
        </p:spPr>
      </p:pic>
    </p:spTree>
    <p:extLst>
      <p:ext uri="{BB962C8B-B14F-4D97-AF65-F5344CB8AC3E}">
        <p14:creationId xmlns:p14="http://schemas.microsoft.com/office/powerpoint/2010/main" val="4224396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Marked Transaction</a:t>
            </a:r>
          </a:p>
        </p:txBody>
      </p:sp>
      <p:sp>
        <p:nvSpPr>
          <p:cNvPr id="3" name="Content Placeholder 2"/>
          <p:cNvSpPr>
            <a:spLocks noGrp="1"/>
          </p:cNvSpPr>
          <p:nvPr>
            <p:ph idx="1"/>
          </p:nvPr>
        </p:nvSpPr>
        <p:spPr>
          <a:xfrm>
            <a:off x="131181" y="863444"/>
            <a:ext cx="6007070" cy="5590565"/>
          </a:xfrm>
        </p:spPr>
        <p:txBody>
          <a:bodyPr/>
          <a:lstStyle/>
          <a:p>
            <a:r>
              <a:rPr lang="en-US" dirty="0"/>
              <a:t>A feature of SQL Server is the </a:t>
            </a:r>
            <a:r>
              <a:rPr lang="en-US" b="1" dirty="0">
                <a:solidFill>
                  <a:schemeClr val="accent6"/>
                </a:solidFill>
              </a:rPr>
              <a:t>ability to assign a name and a description </a:t>
            </a:r>
            <a:r>
              <a:rPr lang="en-US" dirty="0"/>
              <a:t>to a transaction. </a:t>
            </a:r>
          </a:p>
          <a:p>
            <a:r>
              <a:rPr lang="en-US" dirty="0"/>
              <a:t>The name of the transaction is recorded in the transaction log, and the transaction is called a marked transaction. </a:t>
            </a:r>
          </a:p>
          <a:p>
            <a:r>
              <a:rPr lang="en-US" dirty="0"/>
              <a:t>The syntax is </a:t>
            </a:r>
            <a:r>
              <a:rPr lang="en-US" dirty="0">
                <a:solidFill>
                  <a:schemeClr val="accent6"/>
                </a:solidFill>
              </a:rPr>
              <a:t>BEGIN TRANSACTION </a:t>
            </a:r>
            <a:r>
              <a:rPr lang="en-US" dirty="0" err="1">
                <a:solidFill>
                  <a:schemeClr val="accent6"/>
                </a:solidFill>
              </a:rPr>
              <a:t>TransactionName</a:t>
            </a:r>
            <a:r>
              <a:rPr lang="en-US" dirty="0">
                <a:solidFill>
                  <a:schemeClr val="accent6"/>
                </a:solidFill>
              </a:rPr>
              <a:t> WITH MARK '</a:t>
            </a:r>
            <a:r>
              <a:rPr lang="en-US" dirty="0" err="1">
                <a:solidFill>
                  <a:schemeClr val="accent6"/>
                </a:solidFill>
              </a:rPr>
              <a:t>TransactionDescription</a:t>
            </a:r>
            <a:r>
              <a:rPr lang="en-US" dirty="0">
                <a:solidFill>
                  <a:schemeClr val="accent6"/>
                </a:solidFill>
              </a:rPr>
              <a:t>' </a:t>
            </a:r>
            <a:r>
              <a:rPr lang="en-US" dirty="0"/>
              <a:t>(the description is optional). </a:t>
            </a:r>
          </a:p>
        </p:txBody>
      </p:sp>
      <p:sp>
        <p:nvSpPr>
          <p:cNvPr id="6" name="Rounded Rectangular Callout 5"/>
          <p:cNvSpPr/>
          <p:nvPr/>
        </p:nvSpPr>
        <p:spPr>
          <a:xfrm>
            <a:off x="6437014" y="948413"/>
            <a:ext cx="5459242" cy="2553891"/>
          </a:xfrm>
          <a:prstGeom prst="wedgeRoundRectCallout">
            <a:avLst>
              <a:gd name="adj1" fmla="val -21020"/>
              <a:gd name="adj2" fmla="val 48320"/>
              <a:gd name="adj3" fmla="val 16667"/>
            </a:avLst>
          </a:prstGeom>
          <a:solidFill>
            <a:schemeClr val="bg1">
              <a:lumMod val="95000"/>
            </a:schemeClr>
          </a:solidFill>
          <a:ln>
            <a:solidFill>
              <a:schemeClr val="tx1"/>
            </a:solidFill>
          </a:ln>
        </p:spPr>
        <p:txBody>
          <a:bodyPr wrap="square">
            <a:spAutoFit/>
          </a:bodyPr>
          <a:lstStyle/>
          <a:p>
            <a:pPr algn="just"/>
            <a:r>
              <a:rPr lang="en-US" sz="2400" b="1" dirty="0">
                <a:solidFill>
                  <a:schemeClr val="accent6"/>
                </a:solidFill>
                <a:latin typeface="+mj-lt"/>
              </a:rPr>
              <a:t>Why Marked Transactions?</a:t>
            </a:r>
          </a:p>
          <a:p>
            <a:pPr marL="342900" indent="-342900" algn="just">
              <a:buFont typeface="Wingdings" panose="05000000000000000000" pitchFamily="2" charset="2"/>
              <a:buChar char="§"/>
            </a:pPr>
            <a:r>
              <a:rPr lang="en-US" sz="2000" dirty="0"/>
              <a:t>One of the reasons to use marked transactions is to be able to </a:t>
            </a:r>
            <a:r>
              <a:rPr lang="en-US" sz="2000" b="1" dirty="0"/>
              <a:t>restore a set of related databases</a:t>
            </a:r>
            <a:r>
              <a:rPr lang="en-US" sz="2000" dirty="0"/>
              <a:t>.</a:t>
            </a:r>
          </a:p>
          <a:p>
            <a:pPr marL="342900" indent="-342900" algn="just">
              <a:buFont typeface="Wingdings" panose="05000000000000000000" pitchFamily="2" charset="2"/>
              <a:buChar char="§"/>
            </a:pPr>
            <a:r>
              <a:rPr lang="en-US" sz="2000" dirty="0">
                <a:solidFill>
                  <a:srgbClr val="222222"/>
                </a:solidFill>
                <a:latin typeface="+mj-lt"/>
              </a:rPr>
              <a:t>Simplify recovery and minimize potential data loss when deploying database schema or data changes, i.e. during a release. </a:t>
            </a:r>
          </a:p>
        </p:txBody>
      </p:sp>
      <p:sp>
        <p:nvSpPr>
          <p:cNvPr id="4" name="Rectangle 3">
            <a:extLst>
              <a:ext uri="{FF2B5EF4-FFF2-40B4-BE49-F238E27FC236}">
                <a16:creationId xmlns:a16="http://schemas.microsoft.com/office/drawing/2014/main" id="{C2D4B4C7-E767-446B-6E81-0981B9F23F3A}"/>
              </a:ext>
            </a:extLst>
          </p:cNvPr>
          <p:cNvSpPr/>
          <p:nvPr/>
        </p:nvSpPr>
        <p:spPr>
          <a:xfrm>
            <a:off x="989374" y="4835849"/>
            <a:ext cx="9564944" cy="854080"/>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DeletePerson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WITH</a:t>
            </a:r>
            <a:r>
              <a:rPr lang="en-US" sz="1650" dirty="0">
                <a:solidFill>
                  <a:srgbClr val="000000"/>
                </a:solidFill>
                <a:latin typeface="Consolas" panose="020B0609020204030204" pitchFamily="49" charset="0"/>
              </a:rPr>
              <a:t> MARK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MarkedTransactionDescription</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	DELETE</a:t>
            </a:r>
            <a:r>
              <a:rPr lang="en-US" sz="1650" dirty="0">
                <a:solidFill>
                  <a:srgbClr val="000000"/>
                </a:solidFill>
                <a:latin typeface="Consolas" panose="020B0609020204030204" pitchFamily="49" charset="0"/>
              </a:rPr>
              <a:t> from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PersonID</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BETWEEN</a:t>
            </a:r>
            <a:r>
              <a:rPr lang="en-US" sz="1650" dirty="0">
                <a:solidFill>
                  <a:srgbClr val="000000"/>
                </a:solidFill>
                <a:latin typeface="Consolas" panose="020B0609020204030204" pitchFamily="49" charset="0"/>
              </a:rPr>
              <a:t> 3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4</a:t>
            </a:r>
          </a:p>
          <a:p>
            <a:r>
              <a:rPr lang="en-GB" sz="1650" dirty="0">
                <a:solidFill>
                  <a:srgbClr val="0000FF"/>
                </a:solidFill>
                <a:latin typeface="Consolas" panose="020B0609020204030204" pitchFamily="49" charset="0"/>
              </a:rPr>
              <a:t>COMMIT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DeletePerson</a:t>
            </a:r>
            <a:endParaRPr lang="en-GB" sz="1650" dirty="0">
              <a:solidFill>
                <a:srgbClr val="000000"/>
              </a:solidFill>
              <a:latin typeface="Consolas" panose="020B0609020204030204" pitchFamily="49" charset="0"/>
            </a:endParaRPr>
          </a:p>
        </p:txBody>
      </p:sp>
      <p:sp>
        <p:nvSpPr>
          <p:cNvPr id="5" name="Rectangle 4">
            <a:extLst>
              <a:ext uri="{FF2B5EF4-FFF2-40B4-BE49-F238E27FC236}">
                <a16:creationId xmlns:a16="http://schemas.microsoft.com/office/drawing/2014/main" id="{564B53F8-210B-E29C-2D6C-FFF9B1A42368}"/>
              </a:ext>
            </a:extLst>
          </p:cNvPr>
          <p:cNvSpPr/>
          <p:nvPr/>
        </p:nvSpPr>
        <p:spPr>
          <a:xfrm>
            <a:off x="425588" y="4835849"/>
            <a:ext cx="563786" cy="854080"/>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p:txBody>
      </p:sp>
      <p:sp>
        <p:nvSpPr>
          <p:cNvPr id="7" name="Rectangle: Top Corners Rounded 6">
            <a:extLst>
              <a:ext uri="{FF2B5EF4-FFF2-40B4-BE49-F238E27FC236}">
                <a16:creationId xmlns:a16="http://schemas.microsoft.com/office/drawing/2014/main" id="{6AE0E743-A1CF-A195-4250-4F7250B499C5}"/>
              </a:ext>
            </a:extLst>
          </p:cNvPr>
          <p:cNvSpPr/>
          <p:nvPr/>
        </p:nvSpPr>
        <p:spPr>
          <a:xfrm>
            <a:off x="425587" y="4506665"/>
            <a:ext cx="189479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Marked Transaction</a:t>
            </a:r>
            <a:endParaRPr lang="en-US" sz="1600" dirty="0">
              <a:solidFill>
                <a:schemeClr val="bg1"/>
              </a:solidFill>
            </a:endParaRPr>
          </a:p>
        </p:txBody>
      </p:sp>
    </p:spTree>
    <p:extLst>
      <p:ext uri="{BB962C8B-B14F-4D97-AF65-F5344CB8AC3E}">
        <p14:creationId xmlns:p14="http://schemas.microsoft.com/office/powerpoint/2010/main" val="5962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uiExpand="1" build="p" animBg="1"/>
      <p:bldP spid="5" grpId="0" animBg="1"/>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53E7E6-9A71-88A8-96FA-AD528F5B28FA}"/>
              </a:ext>
            </a:extLst>
          </p:cNvPr>
          <p:cNvSpPr>
            <a:spLocks noGrp="1"/>
          </p:cNvSpPr>
          <p:nvPr>
            <p:ph type="title"/>
          </p:nvPr>
        </p:nvSpPr>
        <p:spPr/>
        <p:txBody>
          <a:bodyPr/>
          <a:lstStyle/>
          <a:p>
            <a:r>
              <a:rPr lang="en-IN" dirty="0"/>
              <a:t>Thank You</a:t>
            </a:r>
          </a:p>
        </p:txBody>
      </p:sp>
      <p:sp>
        <p:nvSpPr>
          <p:cNvPr id="5" name="Text Placeholder 4">
            <a:extLst>
              <a:ext uri="{FF2B5EF4-FFF2-40B4-BE49-F238E27FC236}">
                <a16:creationId xmlns:a16="http://schemas.microsoft.com/office/drawing/2014/main" id="{B4E91D1B-5D13-7725-B2BA-A0D3A30A823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075145539"/>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10437</TotalTime>
  <Words>4771</Words>
  <Application>Microsoft Office PowerPoint</Application>
  <PresentationFormat>Widescreen</PresentationFormat>
  <Paragraphs>1232</Paragraphs>
  <Slides>69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Roboto Condensed Light</vt:lpstr>
      <vt:lpstr>Calibri</vt:lpstr>
      <vt:lpstr>Wingdings</vt:lpstr>
      <vt:lpstr>Consolas</vt:lpstr>
      <vt:lpstr>Lohit Gujarati</vt:lpstr>
      <vt:lpstr>Segoe UI Black</vt:lpstr>
      <vt:lpstr>Roboto Condensed</vt:lpstr>
      <vt:lpstr>Wingdings 3</vt:lpstr>
      <vt:lpstr>Arial</vt:lpstr>
      <vt:lpstr>Wingdings 2</vt:lpstr>
      <vt:lpstr>Office Theme</vt:lpstr>
      <vt:lpstr>Unit-2  Trigger,  Exception Handling &amp; Transaction Management</vt:lpstr>
      <vt:lpstr>PowerPoint Presentation</vt:lpstr>
      <vt:lpstr>Trigger</vt:lpstr>
      <vt:lpstr>Introduction : Trigger</vt:lpstr>
      <vt:lpstr>Types of Trigger</vt:lpstr>
      <vt:lpstr>DML Triggers</vt:lpstr>
      <vt:lpstr>Syntax of Trigger</vt:lpstr>
      <vt:lpstr>Example of Trigger</vt:lpstr>
      <vt:lpstr>Example of Trigger [Insert]</vt:lpstr>
      <vt:lpstr>Example of Trigger [Update]</vt:lpstr>
      <vt:lpstr>Example of Trigger [Delete]</vt:lpstr>
      <vt:lpstr>Example of Trigger [Custom] </vt:lpstr>
      <vt:lpstr>Example of Trigger [Custom] </vt:lpstr>
      <vt:lpstr>Trigger [Practice]</vt:lpstr>
      <vt:lpstr>Advantages of Triggers</vt:lpstr>
      <vt:lpstr>Disadvantages of Triggers</vt:lpstr>
      <vt:lpstr>Application of Triggers</vt:lpstr>
      <vt:lpstr>Exception Handling</vt:lpstr>
      <vt:lpstr>Introduction : Error/Exception Handling</vt:lpstr>
      <vt:lpstr>Types of SQL Server Exceptions</vt:lpstr>
      <vt:lpstr>Handling Errors using TRY…CATCH</vt:lpstr>
      <vt:lpstr>System Defined Exception</vt:lpstr>
      <vt:lpstr>System Defined Exception – Example | Divide by zero error </vt:lpstr>
      <vt:lpstr>Nested TRY Block</vt:lpstr>
      <vt:lpstr>Error Functions in SQL</vt:lpstr>
      <vt:lpstr>Example: Error Functions</vt:lpstr>
      <vt:lpstr>Procedure with TRY…CATCH Example</vt:lpstr>
      <vt:lpstr>Stored Procedure – Exception Example</vt:lpstr>
      <vt:lpstr>Throw</vt:lpstr>
      <vt:lpstr>Throw</vt:lpstr>
      <vt:lpstr>Throw Example</vt:lpstr>
      <vt:lpstr>Throw Example</vt:lpstr>
      <vt:lpstr>Using THROW statement to raise a System Exception</vt:lpstr>
      <vt:lpstr>Using THROW statement to raise a System Exception</vt:lpstr>
      <vt:lpstr>RaiseError()</vt:lpstr>
      <vt:lpstr>RAISERROR()</vt:lpstr>
      <vt:lpstr>RAISERROR() Example</vt:lpstr>
      <vt:lpstr>      Information!!!</vt:lpstr>
      <vt:lpstr>Transaction Management</vt:lpstr>
      <vt:lpstr>Example - Transaction</vt:lpstr>
      <vt:lpstr>Introduction : Transaction</vt:lpstr>
      <vt:lpstr>Example - Transaction </vt:lpstr>
      <vt:lpstr>Transaction Steps </vt:lpstr>
      <vt:lpstr>ACID properties of transaction</vt:lpstr>
      <vt:lpstr>ACID properties of transaction</vt:lpstr>
      <vt:lpstr>ACID properties of transaction (Atomicity)</vt:lpstr>
      <vt:lpstr>ACID properties of transaction (Consistency)</vt:lpstr>
      <vt:lpstr>ACID properties of transaction (Isolation)</vt:lpstr>
      <vt:lpstr>ACID properties of transaction (Durability)</vt:lpstr>
      <vt:lpstr>Transaction State OR  State Transition Diagram</vt:lpstr>
      <vt:lpstr>Transaction State Diagram OR State Transition Diagram</vt:lpstr>
      <vt:lpstr>Transaction State Diagram OR State Transition Diagram</vt:lpstr>
      <vt:lpstr>Modes of Transactions</vt:lpstr>
      <vt:lpstr>Modes of Transaction</vt:lpstr>
      <vt:lpstr>Implicit Transaction</vt:lpstr>
      <vt:lpstr>Explicit Transaction</vt:lpstr>
      <vt:lpstr>Explicit Transaction Cont..</vt:lpstr>
      <vt:lpstr>Explicit Transaction Cont..</vt:lpstr>
      <vt:lpstr>Save Points in Transactions</vt:lpstr>
      <vt:lpstr>Why Save Points?</vt:lpstr>
      <vt:lpstr>Save Points in Transaction Cont..</vt:lpstr>
      <vt:lpstr>Save Points in Transaction Cont..</vt:lpstr>
      <vt:lpstr>Save Points in Transaction [Rollback Without Tran Name]</vt:lpstr>
      <vt:lpstr>Save Point Name using a Variable</vt:lpstr>
      <vt:lpstr>Save Points with Same Name</vt:lpstr>
      <vt:lpstr>Save Points with Same Name Cont..</vt:lpstr>
      <vt:lpstr>Save Point with Mismatch Name in Roll Back</vt:lpstr>
      <vt:lpstr>Marked Transaction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371</cp:revision>
  <dcterms:created xsi:type="dcterms:W3CDTF">2020-05-01T05:09:15Z</dcterms:created>
  <dcterms:modified xsi:type="dcterms:W3CDTF">2025-02-12T02:47:04Z</dcterms:modified>
</cp:coreProperties>
</file>